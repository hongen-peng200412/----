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F_A3FF6BB7.xml" ContentType="application/vnd.ms-powerpoint.comments+xml"/>
  <Override PartName="/ppt/notesSlides/notesSlide2.xml" ContentType="application/vnd.openxmlformats-officedocument.presentationml.notesSlide+xml"/>
  <Override PartName="/ppt/comments/modernComment_110_21794960.xml" ContentType="application/vnd.ms-powerpoint.comments+xml"/>
  <Override PartName="/ppt/notesSlides/notesSlide3.xml" ContentType="application/vnd.openxmlformats-officedocument.presentationml.notesSlide+xml"/>
  <Override PartName="/ppt/comments/modernComment_111_F21098D1.xml" ContentType="application/vnd.ms-powerpoint.comments+xml"/>
  <Override PartName="/ppt/notesSlides/notesSlide4.xml" ContentType="application/vnd.openxmlformats-officedocument.presentationml.notesSlide+xml"/>
  <Override PartName="/ppt/comments/modernComment_112_BBD1A8C6.xml" ContentType="application/vnd.ms-powerpoint.comments+xml"/>
  <Override PartName="/ppt/notesSlides/notesSlide5.xml" ContentType="application/vnd.openxmlformats-officedocument.presentationml.notesSlide+xml"/>
  <Override PartName="/ppt/comments/modernComment_113_AE86058F.xml" ContentType="application/vnd.ms-powerpoint.comments+xml"/>
  <Override PartName="/ppt/notesSlides/notesSlide6.xml" ContentType="application/vnd.openxmlformats-officedocument.presentationml.notesSlide+xml"/>
  <Override PartName="/ppt/comments/modernComment_115_2FF76763.xml" ContentType="application/vnd.ms-powerpoint.comments+xml"/>
  <Override PartName="/ppt/notesSlides/notesSlide7.xml" ContentType="application/vnd.openxmlformats-officedocument.presentationml.notesSlide+xml"/>
  <Override PartName="/ppt/comments/modernComment_116_2AB6F76.xml" ContentType="application/vnd.ms-powerpoint.comments+xml"/>
  <Override PartName="/ppt/notesSlides/notesSlide8.xml" ContentType="application/vnd.openxmlformats-officedocument.presentationml.notesSlide+xml"/>
  <Override PartName="/ppt/comments/modernComment_117_F256198F.xml" ContentType="application/vnd.ms-powerpoint.comments+xml"/>
  <Override PartName="/ppt/notesSlides/notesSlide9.xml" ContentType="application/vnd.openxmlformats-officedocument.presentationml.notesSlide+xml"/>
  <Override PartName="/ppt/comments/modernComment_118_B65CF58E.xml" ContentType="application/vnd.ms-powerpoint.comments+xml"/>
  <Override PartName="/ppt/notesSlides/notesSlide10.xml" ContentType="application/vnd.openxmlformats-officedocument.presentationml.notesSlide+xml"/>
  <Override PartName="/ppt/comments/modernComment_119_D387D623.xml" ContentType="application/vnd.ms-powerpoint.comments+xml"/>
  <Override PartName="/ppt/notesSlides/notesSlide11.xml" ContentType="application/vnd.openxmlformats-officedocument.presentationml.notesSlide+xml"/>
  <Override PartName="/ppt/comments/modernComment_11A_6C7631D3.xml" ContentType="application/vnd.ms-powerpoint.comments+xml"/>
  <Override PartName="/ppt/notesSlides/notesSlide12.xml" ContentType="application/vnd.openxmlformats-officedocument.presentationml.notesSlide+xml"/>
  <Override PartName="/ppt/comments/modernComment_11C_F689049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71" r:id="rId2"/>
    <p:sldId id="272" r:id="rId3"/>
    <p:sldId id="273" r:id="rId4"/>
    <p:sldId id="274" r:id="rId5"/>
    <p:sldId id="275" r:id="rId6"/>
    <p:sldId id="277" r:id="rId7"/>
    <p:sldId id="278" r:id="rId8"/>
    <p:sldId id="279" r:id="rId9"/>
    <p:sldId id="280" r:id="rId10"/>
    <p:sldId id="281" r:id="rId11"/>
    <p:sldId id="282" r:id="rId12"/>
    <p:sldId id="284" r:id="rId13"/>
  </p:sldIdLst>
  <p:sldSz cx="11906250" cy="4572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8E98"/>
    <a:srgbClr val="737C84"/>
    <a:srgbClr val="4B4B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693" autoAdjust="0"/>
  </p:normalViewPr>
  <p:slideViewPr>
    <p:cSldViewPr snapToGrid="0">
      <p:cViewPr>
        <p:scale>
          <a:sx n="75" d="100"/>
          <a:sy n="75" d="100"/>
        </p:scale>
        <p:origin x="448" y="744"/>
      </p:cViewPr>
      <p:guideLst/>
    </p:cSldViewPr>
  </p:slideViewPr>
  <p:notesTextViewPr>
    <p:cViewPr>
      <p:scale>
        <a:sx n="1" d="1"/>
        <a:sy n="1" d="1"/>
      </p:scale>
      <p:origin x="0" y="-11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omments/modernComment_10F_A3FF6BB7.xml><?xml version="1.0" encoding="utf-8"?>
<p188:cmLst xmlns:a="http://schemas.openxmlformats.org/drawingml/2006/main" xmlns:r="http://schemas.openxmlformats.org/officeDocument/2006/relationships" xmlns:p188="http://schemas.microsoft.com/office/powerpoint/2018/8/main">
  <p188:cm id="{D51F7E94-1B42-487B-B627-C34180C312F8}"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43AFEA80-88CB-4AB4-A679-99B94909931D}" authorId="{D3F71A66-0C34-DF1A-5236-FECDBC820DCB}" created="2026-09-29T02:24:35.379">
    <pc:sldMkLst xmlns:pc="http://schemas.microsoft.com/office/powerpoint/2013/main/command">
      <pc:docMk/>
      <pc:sldMk cId="4008996287" sldId="268"/>
    </pc:sldMkLst>
    <p188:txBody>
      <a:bodyPr/>
      <a:lstStyle/>
      <a:p>
        <a:r>
          <a:rPr lang="zh-CN" altLang="en-US"/>
          <a:t>@@fig-overview_v2</a:t>
        </a:r>
      </a:p>
    </p188:txBody>
  </p188:cm>
  <p188:cm id="{17A3691D-C2B8-425B-A739-7247D99ED54A}" authorId="{D3F71A66-0C34-DF1A-5236-FECDBC820DCB}" created="2026-10-22T15:53:22.981Z">
    <pc:sldMkLst xmlns:pc="http://schemas.microsoft.com/office/powerpoint/2013/main/command">
      <pc:docMk/>
      <pc:sldMk cId="4008996287" sldId="268"/>
    </pc:sldMkLst>
    <p188:txBody>
      <a:bodyPr/>
      <a:lstStyle/>
      <a:p>
        <a:r>
          <a:t>PROVENANCE v1</a:t>
        </a:r>
      </a:p>
      <a:p>
        <a:r>
          <a:t>id: fig-overview_v2</a:t>
        </a:r>
      </a:p>
      <a:p>
        <a:r>
          <a:t>source: 画图/画图代码/e2e/visualization/图表追溯.md</a:t>
        </a:r>
      </a:p>
      <a:p>
        <a:r>
          <a:t/>
        </a:r>
      </a:p>
      <a:p>
        <a:r>
          <a:t>## fig-overview_v2｜Find–Match–Build 总览</a:t>
        </a:r>
      </a:p>
      <a:p>
        <a:r>
          <a:t/>
        </a:r>
      </a:p>
      <a:p>
        <a:r>
          <a:t>历史总览页保留在 `画图/archive/总览图.pptx`，当前正文采用 `@@fig-overview_v3`。原作者几何和生成来源继续保留。</a:t>
        </a:r>
      </a:p>
      <a:p>
        <a:r>
          <a:t/>
        </a:r>
      </a:p>
      <a:p>
        <a:r>
          <a:t>**共享关系与本图选择。** 本图的直接生成逻辑保存在本图长期目录；其冻结来源可能同时被其他实验使用，但当前入口不转发到其他具体图目录。 本次完整入口按稳定图名 `fig-overview_v2` 选择图或所在共享图组。</a:t>
        </a:r>
      </a:p>
      <a:p>
        <a:r>
          <a:t/>
        </a:r>
      </a:p>
      <a:p>
        <a:r>
          <a:t>**清空temp后的完整重建。** 从仓库根执行 `python -X utf8 -B 转换工具/ops/rebuild_figures.py --figure fig-overview_v2`。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**当前图与含义。** 中英文正文引用 `画图/总览图.pptx` 中 `fig-overview_v2`。真实背景是9HJX（EMD-52228，Thermus thermophillus transhydrogenase）的实验密度与沉积受体；绿色B1/B2共用身份、黄色B3、红色B4及被拒绝灰色B5表达流程关系。五个候选的位置、颜色、简化分子拓扑和最终构象均为示意，不能当作9HJX的真实预测结果或准确率证据。当前PPT在原生可编辑图基础上包含作者修改，保留其布局和备注。</a:t>
        </a:r>
      </a:p>
      <a:p>
        <a:r>
          <a:t/>
        </a:r>
      </a:p>
      <a:p>
        <a:r>
          <a:t>**直接制图链。** `e2e/visualization/fig-overview_v2/build_figure.mjs` 的 `density`、`receptor`、`blob` 等绘制函数和模块主流程从冻结 `geometry.json`、`blobs.json` 生成原生PowerPoint形状；`group_objects.py` 提供组件组合，`finalize.mjs` 验证初始单页。`export_geometry.py` 是ChimeraX内执行的直接几何导出入口，读取实际三角表面、法向和受体CA／核酸P主链；`blob_geometry.py` 的模块主流程独立生成示意候选网格，不运行Find模型。原始单页和当前总览的人工编排沿同一来源记录保留，不虚构一个从头生成作者全部编辑的函数。</a:t>
        </a:r>
      </a:p>
      <a:p>
        <a:r>
          <a:t/>
        </a:r>
      </a:p>
      <a:p>
        <a:r>
          <a:t>**真实资产与服务器来源。** `e2e/output/fig-overview_v2/素材/` 保留从 `/storage/penghongen/AdaLigand/Ori_Data/` 复制的 `density/9hjx/exp.npy`、`exp.npz`，`raw/rcsb_mmcif/9hjx.cif`，`parse/9hjx/receptor_tokens.npz`、`ligand_coords.npz`、`occurrences.jsonl`，以及源压缩包、原ChimeraX会话和 `9hjx_drawing.mrc`。`构建/geometry.json` 保存11318个相机坐标顶点、23216个三角形及法向，六条受体主链点数依次92／440／353／92／430／349；这些是显示几何，单位／二维缩放不用于实验评价。</a:t>
        </a:r>
      </a:p>
      <a:p>
        <a:r>
          <a:t/>
        </a:r>
      </a:p>
      <a:p>
        <a:r>
          <a:t>**平滑、阈值和坐标。** `ops/prepare_density.py::reproduce_density` 补全了原绘图MRC的制备逻辑。以原 `(1,124,126,134)` float32 数组执行 `scipy.ndimage.gaussian_filter(sigma=1.5, mode="reflect", truncate=4.0)`，保持四维单例轴；结果与冻结MRC的全部采样值逐元素完全相等，最大绝对差0。MRC的XYZ间距与原 `voxel_size` 相同，首采样点为原边界 `origin+0.5*voxel_size`，两者实测差0。工具默认只读核对，显式 `--output` 只写新文件，不覆盖冻结来源。核对报告位于 `temp/figure-provenance/overview-density.json`，可随时重生。</a:t>
        </a:r>
      </a:p>
      <a:p>
        <a:r>
          <a:t/>
        </a:r>
      </a:p>
      <a:p>
        <a:r>
          <a:t>`view_density.cxc` 以level2.6、step3、正交相机X旋转−25°再Y旋转35°组织灰色表面；`export_geometry.py` 将密度和受体变换到同一相机坐标，PPT用同一等比投影，并反转相机Y为屏幕Y。平滑和三角网格归并只服务背景显示；候选身份示意不读取真值来声明模型成功。</a:t>
        </a:r>
      </a:p>
    </p188:txBody>
  </p188:cm>
</p188:cmLst>
</file>

<file path=ppt/comments/modernComment_11A_6C7631D3.xml><?xml version="1.0" encoding="utf-8"?>
<p188:cmLst xmlns:a="http://schemas.openxmlformats.org/drawingml/2006/main" xmlns:r="http://schemas.openxmlformats.org/officeDocument/2006/relationships" xmlns:p188="http://schemas.microsoft.com/office/powerpoint/2018/8/main">
  <p188:cm id="{113CEBA9-8646-4EFC-968C-06117B6EA185}" authorId="{D3F71A66-0C34-DF1A-5236-FECDBC820DCB}" created="2026-10-28T10:38:10.798">
    <pc:sldMkLst xmlns:pc="http://schemas.microsoft.com/office/powerpoint/2013/main/command">
      <pc:docMk/>
      <pc:sldMk cId="1605038720" sldId="276"/>
    </pc:sldMkLst>
    <p188:pos x="0" y="0"/>
    <p188:txBody>
      <a:bodyPr/>
      <a:lstStyle/>
      <a:p>
        <a:r>
          <a:rPr lang="zh-CN" altLang="en-US"/>
          <a:t>@@fig-overview-color1</a:t>
        </a:r>
      </a:p>
    </p188:txBody>
  </p188:cm>
  <p188:cm id="{02FDB45C-F1D2-466C-B595-C9CADE76CF44}" authorId="{D3F71A66-0C34-DF1A-5236-FECDBC820DCB}" created="2026-10-28T10:38:10.811">
    <pc:sldMkLst xmlns:pc="http://schemas.microsoft.com/office/powerpoint/2013/main/command">
      <pc:docMk/>
      <pc:sldMk cId="1605038720" sldId="276"/>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09794063-FE47-46B8-A5C6-715C45F83090}" authorId="{D3F71A66-0C34-DF1A-5236-FECDBC820DCB}" created="2026-10-28T10:38:10.821">
    <pc:sldMkLst xmlns:pc="http://schemas.microsoft.com/office/powerpoint/2013/main/command">
      <pc:docMk/>
      <pc:sldMk cId="1605038720" sldId="276"/>
    </pc:sldMkLst>
    <p188:pos x="0" y="0"/>
    <p188:txBody>
      <a:bodyPr/>
      <a:lstStyle/>
      <a:p>
        <a:r>
          <a:rPr lang="zh-CN" altLang="en-US"/>
          <a:t>PROVENANCE v1</a:t>
        </a:r>
      </a:p>
      <a:p>
        <a:r>
          <a:rPr lang="zh-CN" altLang="en-US"/>
          <a:t>id: fig-overview-v4-preview</a:t>
        </a:r>
      </a:p>
      <a:p>
        <a:r>
          <a:rPr lang="zh-CN" altLang="en-US"/>
          <a:t>source: 画图/画图代码/e2e/visualization/图表追溯.md</a:t>
        </a:r>
      </a:p>
      <a:p>
        <a:endParaRPr lang="zh-CN" altLang="en-US"/>
      </a:p>
      <a:p>
        <a:r>
          <a:rPr lang="zh-CN" altLang="en-US"/>
          <a:t>## fig-overview-v4-preview｜总览图备选：左侧 A 与右侧 A 组合</a:t>
        </a:r>
      </a:p>
      <a:p>
        <a:endParaRPr lang="zh-CN" altLang="en-US"/>
      </a:p>
      <a:p>
        <a:r>
          <a:rPr lang="zh-CN" altLang="en-US"/>
          <a:t>**本页与共享关系。** 本页为 `画图/总览图.pptx` 第 7 页，稳定图名为 `@@fig-overview-v4-preview`。作者第 1 页历史图、第 2 页 baseline 保留，本页是独立备选，尚未替换正文引用。它与 `@@fig-overview-v4-left-a`、`@@fig-overview-v4-right-a`、`@@fig-overview-v4-left-b`、`@@fig-overview-v4-right-b`、`@@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C_F689049B.xml><?xml version="1.0" encoding="utf-8"?>
<p188:cmLst xmlns:a="http://schemas.openxmlformats.org/drawingml/2006/main" xmlns:r="http://schemas.openxmlformats.org/officeDocument/2006/relationships" xmlns:p188="http://schemas.microsoft.com/office/powerpoint/2018/8/main">
  <p188:cm id="{D9BF427E-3FB4-4C78-A5A4-51BE2CD8FD95}" authorId="{D3F71A66-0C34-DF1A-5236-FECDBC820DCB}" created="2026-10-28T10:38:10.798">
    <pc:sldMkLst xmlns:pc="http://schemas.microsoft.com/office/powerpoint/2013/main/command">
      <pc:docMk/>
      <pc:sldMk cId="1605038720" sldId="276"/>
    </pc:sldMkLst>
    <p188:pos x="0" y="0"/>
    <p188:txBody>
      <a:bodyPr/>
      <a:lstStyle/>
      <a:p>
        <a:r>
          <a:rPr lang="zh-CN" altLang="en-US"/>
          <a:t>@@fig-overview-color2</a:t>
        </a:r>
      </a:p>
    </p188:txBody>
  </p188:cm>
  <p188:cm id="{4C562A97-EC2D-458C-91C9-85755DB69744}" authorId="{D3F71A66-0C34-DF1A-5236-FECDBC820DCB}" created="2026-10-28T10:38:10.811">
    <pc:sldMkLst xmlns:pc="http://schemas.microsoft.com/office/powerpoint/2013/main/command">
      <pc:docMk/>
      <pc:sldMk cId="1605038720" sldId="276"/>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140C6551-27C6-497C-8BEB-25DBE14F0679}" authorId="{D3F71A66-0C34-DF1A-5236-FECDBC820DCB}" created="2026-10-28T10:38:10.821">
    <pc:sldMkLst xmlns:pc="http://schemas.microsoft.com/office/powerpoint/2013/main/command">
      <pc:docMk/>
      <pc:sldMk cId="1605038720" sldId="276"/>
    </pc:sldMkLst>
    <p188:pos x="0" y="0"/>
    <p188:txBody>
      <a:bodyPr/>
      <a:lstStyle/>
      <a:p>
        <a:r>
          <a:rPr lang="zh-CN" altLang="en-US"/>
          <a:t>PROVENANCE v1</a:t>
        </a:r>
      </a:p>
      <a:p>
        <a:r>
          <a:rPr lang="zh-CN" altLang="en-US"/>
          <a:t>id: fig-overview-v4-preview</a:t>
        </a:r>
      </a:p>
      <a:p>
        <a:r>
          <a:rPr lang="zh-CN" altLang="en-US"/>
          <a:t>source: 画图/画图代码/e2e/visualization/图表追溯.md</a:t>
        </a:r>
      </a:p>
      <a:p>
        <a:endParaRPr lang="zh-CN" altLang="en-US"/>
      </a:p>
      <a:p>
        <a:r>
          <a:rPr lang="zh-CN" altLang="en-US"/>
          <a:t>## fig-overview-v4-preview｜总览图备选：左侧 A 与右侧 A 组合</a:t>
        </a:r>
      </a:p>
      <a:p>
        <a:endParaRPr lang="zh-CN" altLang="en-US"/>
      </a:p>
      <a:p>
        <a:r>
          <a:rPr lang="zh-CN" altLang="en-US"/>
          <a:t>**本页与共享关系。** 本页为 `画图/总览图.pptx` 第 7 页，稳定图名为 `@@fig-overview-v4-preview`。作者第 1 页历史图、第 2 页 baseline 保留，本页是独立备选，尚未替换正文引用。它与 `@@fig-overview-v4-left-a`、`@@fig-overview-v4-right-a`、`@@fig-overview-v4-left-b`、`@@fig-overview-v4-right-b`、`@@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0_21794960.xml><?xml version="1.0" encoding="utf-8"?>
<p188:cmLst xmlns:a="http://schemas.openxmlformats.org/drawingml/2006/main" xmlns:r="http://schemas.openxmlformats.org/officeDocument/2006/relationships" xmlns:p188="http://schemas.microsoft.com/office/powerpoint/2018/8/main">
  <p188:cm id="{EE85E97B-CDC2-4EDC-8646-46A2CC19AC2A}" authorId="{D3F71A66-0C34-DF1A-5236-FECDBC820DCB}" created="2026-10-28T10:38:09.432">
    <pc:sldMkLst xmlns:pc="http://schemas.microsoft.com/office/powerpoint/2013/main/command">
      <pc:docMk/>
      <pc:sldMk cId="561596768" sldId="272"/>
    </pc:sldMkLst>
    <p188:pos x="0" y="0"/>
    <p188:txBody>
      <a:bodyPr/>
      <a:lstStyle/>
      <a:p>
        <a:r>
          <a:rPr lang="zh-CN" altLang="en-US"/>
          <a:t>@@fig-overview-v4-left-a</a:t>
        </a:r>
      </a:p>
    </p188:txBody>
  </p188:cm>
  <p188:cm id="{A1CB3972-D7B0-43C7-9200-7247E2887D8A}" authorId="{D3F71A66-0C34-DF1A-5236-FECDBC820DCB}" created="2026-10-28T10:38:09.446">
    <pc:sldMkLst xmlns:pc="http://schemas.microsoft.com/office/powerpoint/2013/main/command">
      <pc:docMk/>
      <pc:sldMk cId="561596768" sldId="272"/>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E6593812-39C1-4B42-9605-CE1061B0B36E}" authorId="{D3F71A66-0C34-DF1A-5236-FECDBC820DCB}" created="2026-10-28T10:38:09.457">
    <pc:sldMkLst xmlns:pc="http://schemas.microsoft.com/office/powerpoint/2013/main/command">
      <pc:docMk/>
      <pc:sldMk cId="561596768" sldId="272"/>
    </pc:sldMkLst>
    <p188:pos x="0" y="0"/>
    <p188:txBody>
      <a:bodyPr/>
      <a:lstStyle/>
      <a:p>
        <a:r>
          <a:rPr lang="zh-CN" altLang="en-US"/>
          <a:t>PROVENANCE v1</a:t>
        </a:r>
      </a:p>
      <a:p>
        <a:r>
          <a:rPr lang="zh-CN" altLang="en-US"/>
          <a:t>id: fig-overview-v4-left-a</a:t>
        </a:r>
      </a:p>
      <a:p>
        <a:r>
          <a:rPr lang="zh-CN" altLang="en-US"/>
          <a:t>source: 画图/画图代码/e2e/visualization/图表追溯.md</a:t>
        </a:r>
      </a:p>
      <a:p>
        <a:endParaRPr lang="zh-CN" altLang="en-US"/>
      </a:p>
      <a:p>
        <a:r>
          <a:rPr lang="zh-CN" altLang="en-US"/>
          <a:t>## fig-overview-v4-left-a｜总览图备选：左侧 A：分列与共享身份</a:t>
        </a:r>
      </a:p>
      <a:p>
        <a:endParaRPr lang="zh-CN" altLang="en-US"/>
      </a:p>
      <a:p>
        <a:r>
          <a:rPr lang="zh-CN" altLang="en-US"/>
          <a:t>**本页与共享关系。** 本页为 `画图/总览图.pptx` 第 3 页，稳定图名为 `@@fig-overview-v4-left-a`。作者第 1 页历史图、第 2 页 baseline 保留，本页是独立备选，尚未替换正文引用。它与 `@@fig-overview-v4-right-a`、`@@fig-overview-v4-left-b`、`@@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fig-overview-v4-left-a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1_F21098D1.xml><?xml version="1.0" encoding="utf-8"?>
<p188:cmLst xmlns:a="http://schemas.openxmlformats.org/drawingml/2006/main" xmlns:r="http://schemas.openxmlformats.org/officeDocument/2006/relationships" xmlns:p188="http://schemas.microsoft.com/office/powerpoint/2018/8/main">
  <p188:cm id="{6C0B94F6-B4AB-473B-9BA5-DBE33FD3FFB6}" authorId="{D3F71A66-0C34-DF1A-5236-FECDBC820DCB}" created="2026-10-28T10:38:09.877">
    <pc:sldMkLst xmlns:pc="http://schemas.microsoft.com/office/powerpoint/2013/main/command">
      <pc:docMk/>
      <pc:sldMk cId="4061173969" sldId="273"/>
    </pc:sldMkLst>
    <p188:pos x="0" y="0"/>
    <p188:txBody>
      <a:bodyPr/>
      <a:lstStyle/>
      <a:p>
        <a:r>
          <a:rPr lang="zh-CN" altLang="en-US"/>
          <a:t>@@fig-overview-v4-right-a</a:t>
        </a:r>
      </a:p>
    </p188:txBody>
  </p188:cm>
  <p188:cm id="{6C6DF272-D5CB-46E3-84BC-ACA2DB8DDB5E}" authorId="{D3F71A66-0C34-DF1A-5236-FECDBC820DCB}" created="2026-10-28T10:38:09.891">
    <pc:sldMkLst xmlns:pc="http://schemas.microsoft.com/office/powerpoint/2013/main/command">
      <pc:docMk/>
      <pc:sldMk cId="4061173969" sldId="273"/>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304032F2-344B-4B58-835D-084D0E0D5371}" authorId="{D3F71A66-0C34-DF1A-5236-FECDBC820DCB}" created="2026-10-28T10:38:09.903">
    <pc:sldMkLst xmlns:pc="http://schemas.microsoft.com/office/powerpoint/2013/main/command">
      <pc:docMk/>
      <pc:sldMk cId="4061173969" sldId="273"/>
    </pc:sldMkLst>
    <p188:pos x="0" y="0"/>
    <p188:txBody>
      <a:bodyPr/>
      <a:lstStyle/>
      <a:p>
        <a:r>
          <a:rPr lang="zh-CN" altLang="en-US"/>
          <a:t>PROVENANCE v1</a:t>
        </a:r>
      </a:p>
      <a:p>
        <a:r>
          <a:rPr lang="zh-CN" altLang="en-US"/>
          <a:t>id: fig-overview-v4-right-a</a:t>
        </a:r>
      </a:p>
      <a:p>
        <a:r>
          <a:rPr lang="zh-CN" altLang="en-US"/>
          <a:t>source: 画图/画图代码/e2e/visualization/图表追溯.md</a:t>
        </a:r>
      </a:p>
      <a:p>
        <a:endParaRPr lang="zh-CN" altLang="en-US"/>
      </a:p>
      <a:p>
        <a:r>
          <a:rPr lang="zh-CN" altLang="en-US"/>
          <a:t>## fig-overview-v4-right-a｜总览图备选：右侧 A：完整受体</a:t>
        </a:r>
      </a:p>
      <a:p>
        <a:endParaRPr lang="zh-CN" altLang="en-US"/>
      </a:p>
      <a:p>
        <a:r>
          <a:rPr lang="zh-CN" altLang="en-US"/>
          <a:t>**本页与共享关系。** 本页为 `画图/总览图.pptx` 第 4 页，稳定图名为 `@@fig-overview-v4-right-a`。作者第 1 页历史图、第 2 页 baseline 保留，本页是独立备选，尚未替换正文引用。它与 `@@fig-overview-v4-left-a`、`@@fig-overview-v4-left-b`、`@@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fig-overview-v4-right-a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2_BBD1A8C6.xml><?xml version="1.0" encoding="utf-8"?>
<p188:cmLst xmlns:a="http://schemas.openxmlformats.org/drawingml/2006/main" xmlns:r="http://schemas.openxmlformats.org/officeDocument/2006/relationships" xmlns:p188="http://schemas.microsoft.com/office/powerpoint/2018/8/main">
  <p188:cm id="{AD26701E-6931-427F-8F77-D8B0106949FD}" authorId="{D3F71A66-0C34-DF1A-5236-FECDBC820DCB}" created="2026-10-28T10:38:10.167">
    <pc:sldMkLst xmlns:pc="http://schemas.microsoft.com/office/powerpoint/2013/main/command">
      <pc:docMk/>
      <pc:sldMk cId="3151079622" sldId="274"/>
    </pc:sldMkLst>
    <p188:pos x="0" y="0"/>
    <p188:txBody>
      <a:bodyPr/>
      <a:lstStyle/>
      <a:p>
        <a:r>
          <a:rPr lang="zh-CN" altLang="en-US"/>
          <a:t>@@fig-overview-v4-left-b</a:t>
        </a:r>
      </a:p>
    </p188:txBody>
  </p188:cm>
  <p188:cm id="{2F3BB01E-1FE0-4836-A5F6-A739A02A4D73}" authorId="{D3F71A66-0C34-DF1A-5236-FECDBC820DCB}" created="2026-10-28T10:38:10.180">
    <pc:sldMkLst xmlns:pc="http://schemas.microsoft.com/office/powerpoint/2013/main/command">
      <pc:docMk/>
      <pc:sldMk cId="3151079622" sldId="274"/>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FA39F8CD-AEFB-49B0-A5A8-0BE919E00EB2}" authorId="{D3F71A66-0C34-DF1A-5236-FECDBC820DCB}" created="2026-10-28T10:38:10.197">
    <pc:sldMkLst xmlns:pc="http://schemas.microsoft.com/office/powerpoint/2013/main/command">
      <pc:docMk/>
      <pc:sldMk cId="3151079622" sldId="274"/>
    </pc:sldMkLst>
    <p188:pos x="0" y="0"/>
    <p188:txBody>
      <a:bodyPr/>
      <a:lstStyle/>
      <a:p>
        <a:r>
          <a:rPr lang="zh-CN" altLang="en-US"/>
          <a:t>PROVENANCE v1</a:t>
        </a:r>
      </a:p>
      <a:p>
        <a:r>
          <a:rPr lang="zh-CN" altLang="en-US"/>
          <a:t>id: fig-overview-v4-left-b</a:t>
        </a:r>
      </a:p>
      <a:p>
        <a:r>
          <a:rPr lang="zh-CN" altLang="en-US"/>
          <a:t>source: 画图/画图代码/e2e/visualization/图表追溯.md</a:t>
        </a:r>
      </a:p>
      <a:p>
        <a:endParaRPr lang="zh-CN" altLang="en-US"/>
      </a:p>
      <a:p>
        <a:r>
          <a:rPr lang="zh-CN" altLang="en-US"/>
          <a:t>## fig-overview-v4-left-b｜总览图备选：左侧 B：数字顺序与横向 SMILES</a:t>
        </a:r>
      </a:p>
      <a:p>
        <a:endParaRPr lang="zh-CN" altLang="en-US"/>
      </a:p>
      <a:p>
        <a:r>
          <a:rPr lang="zh-CN" altLang="en-US"/>
          <a:t>**本页与共享关系。** 本页为 `画图/总览图.pptx` 第 5 页，稳定图名为 `@@fig-overview-v4-left-b`。作者第 1 页历史图、第 2 页 baseline 保留，本页是独立备选，尚未替换正文引用。它与 `@@fig-overview-v4-left-a`、`@@fig-overview-v4-right-a`、`@@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fig-overview-v4-left-b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3_AE86058F.xml><?xml version="1.0" encoding="utf-8"?>
<p188:cmLst xmlns:a="http://schemas.openxmlformats.org/drawingml/2006/main" xmlns:r="http://schemas.openxmlformats.org/officeDocument/2006/relationships" xmlns:p188="http://schemas.microsoft.com/office/powerpoint/2018/8/main">
  <p188:cm id="{ACE70E3A-AE93-4162-9314-E16D1EE59222}" authorId="{D3F71A66-0C34-DF1A-5236-FECDBC820DCB}" created="2026-10-28T10:38:10.459">
    <pc:sldMkLst xmlns:pc="http://schemas.microsoft.com/office/powerpoint/2013/main/command">
      <pc:docMk/>
      <pc:sldMk cId="2928018831" sldId="275"/>
    </pc:sldMkLst>
    <p188:pos x="0" y="0"/>
    <p188:txBody>
      <a:bodyPr/>
      <a:lstStyle/>
      <a:p>
        <a:r>
          <a:rPr lang="zh-CN" altLang="en-US"/>
          <a:t>@@fig-overview-v4-right-b</a:t>
        </a:r>
      </a:p>
    </p188:txBody>
  </p188:cm>
  <p188:cm id="{542FD3F9-80CA-478F-B0AC-44F4D69F1862}" authorId="{D3F71A66-0C34-DF1A-5236-FECDBC820DCB}" created="2026-10-28T10:38:10.476">
    <pc:sldMkLst xmlns:pc="http://schemas.microsoft.com/office/powerpoint/2013/main/command">
      <pc:docMk/>
      <pc:sldMk cId="2928018831" sldId="275"/>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2D740FCD-1FFD-46CA-A814-863F16A4238A}" authorId="{D3F71A66-0C34-DF1A-5236-FECDBC820DCB}" created="2026-10-28T10:38:10.486">
    <pc:sldMkLst xmlns:pc="http://schemas.microsoft.com/office/powerpoint/2013/main/command">
      <pc:docMk/>
      <pc:sldMk cId="2928018831" sldId="275"/>
    </pc:sldMkLst>
    <p188:pos x="0" y="0"/>
    <p188:txBody>
      <a:bodyPr/>
      <a:lstStyle/>
      <a:p>
        <a:r>
          <a:rPr lang="zh-CN" altLang="en-US"/>
          <a:t>PROVENANCE v1</a:t>
        </a:r>
      </a:p>
      <a:p>
        <a:r>
          <a:rPr lang="zh-CN" altLang="en-US"/>
          <a:t>id: fig-overview-v4-right-b</a:t>
        </a:r>
      </a:p>
      <a:p>
        <a:r>
          <a:rPr lang="zh-CN" altLang="en-US"/>
          <a:t>source: 画图/画图代码/e2e/visualization/图表追溯.md</a:t>
        </a:r>
      </a:p>
      <a:p>
        <a:endParaRPr lang="zh-CN" altLang="en-US"/>
      </a:p>
      <a:p>
        <a:r>
          <a:rPr lang="zh-CN" altLang="en-US"/>
          <a:t>## fig-overview-v4-right-b｜总览图备选：右侧 B：局部 ribbon 剖切</a:t>
        </a:r>
      </a:p>
      <a:p>
        <a:endParaRPr lang="zh-CN" altLang="en-US"/>
      </a:p>
      <a:p>
        <a:r>
          <a:rPr lang="zh-CN" altLang="en-US"/>
          <a:t>**本页与共享关系。** 本页为 `画图/总览图.pptx` 第 6 页，稳定图名为 `@@fig-overview-v4-right-b`。作者第 1 页历史图、第 2 页 baseline 保留，本页是独立备选，尚未替换正文引用。它与 `@@fig-overview-v4-left-a`、`@@fig-overview-v4-right-a`、`@@fig-overview-v4-lef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fig-overview-v4-right-b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5_2FF76763.xml><?xml version="1.0" encoding="utf-8"?>
<p188:cmLst xmlns:a="http://schemas.openxmlformats.org/drawingml/2006/main" xmlns:r="http://schemas.openxmlformats.org/officeDocument/2006/relationships" xmlns:p188="http://schemas.microsoft.com/office/powerpoint/2018/8/main">
  <p188:cm id="{6CA5F51D-F9F9-45FA-BD3D-7AED138E69B2}" authorId="{D3F71A66-0C34-DF1A-5236-FECDBC820DCB}" created="2026-10-28T10:38:11.055">
    <pc:sldMkLst xmlns:pc="http://schemas.microsoft.com/office/powerpoint/2013/main/command">
      <pc:docMk/>
      <pc:sldMk cId="804743011" sldId="277"/>
    </pc:sldMkLst>
    <p188:pos x="0" y="0"/>
    <p188:txBody>
      <a:bodyPr/>
      <a:lstStyle/>
      <a:p>
        <a:r>
          <a:rPr lang="zh-CN" altLang="en-US"/>
          <a:t>@@fig-overview-v4-left-c</a:t>
        </a:r>
      </a:p>
    </p188:txBody>
  </p188:cm>
  <p188:cm id="{12846DDB-D264-43BA-8E58-968EDF9B18B8}" authorId="{D3F71A66-0C34-DF1A-5236-FECDBC820DCB}" created="2026-10-28T10:38:11.071">
    <pc:sldMkLst xmlns:pc="http://schemas.microsoft.com/office/powerpoint/2013/main/command">
      <pc:docMk/>
      <pc:sldMk cId="804743011" sldId="277"/>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FA016883-E2BA-4C4C-AA02-19372646B715}" authorId="{D3F71A66-0C34-DF1A-5236-FECDBC820DCB}" created="2026-10-28T10:38:11.082">
    <pc:sldMkLst xmlns:pc="http://schemas.microsoft.com/office/powerpoint/2013/main/command">
      <pc:docMk/>
      <pc:sldMk cId="804743011" sldId="277"/>
    </pc:sldMkLst>
    <p188:pos x="0" y="0"/>
    <p188:txBody>
      <a:bodyPr/>
      <a:lstStyle/>
      <a:p>
        <a:r>
          <a:rPr lang="zh-CN" altLang="en-US"/>
          <a:t>PROVENANCE v1</a:t>
        </a:r>
      </a:p>
      <a:p>
        <a:r>
          <a:rPr lang="zh-CN" altLang="en-US"/>
          <a:t>id: fig-overview-v4-left-c</a:t>
        </a:r>
      </a:p>
      <a:p>
        <a:r>
          <a:rPr lang="zh-CN" altLang="en-US"/>
          <a:t>source: 画图/画图代码/e2e/visualization/图表追溯.md</a:t>
        </a:r>
      </a:p>
      <a:p>
        <a:endParaRPr lang="zh-CN" altLang="en-US"/>
      </a:p>
      <a:p>
        <a:r>
          <a:rPr lang="zh-CN" altLang="en-US"/>
          <a:t>## fig-overview-v4-left-c｜总览图备选：左侧 C：55% 受体透明度与密度网格</a:t>
        </a:r>
      </a:p>
      <a:p>
        <a:endParaRPr lang="zh-CN" altLang="en-US"/>
      </a:p>
      <a:p>
        <a:r>
          <a:rPr lang="zh-CN" altLang="en-US"/>
          <a:t>**本页与共享关系。** 本页为 `画图/总览图.pptx` 第 8 页，稳定图名为 `@@fig-overview-v4-left-c`。作者第 1 页历史图、第 2 页 baseline 保留，本页是独立备选，尚未替换正文引用。它与 `@@fig-overview-v4-left-a`、`@@fig-overview-v4-right-a`、`@@fig-overview-v4-left-b`、`@@fig-overview-v4-right-b`、`@@fig-overview-v4-preview`、`@@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fig-overview-v4-left-c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6_2AB6F76.xml><?xml version="1.0" encoding="utf-8"?>
<p188:cmLst xmlns:a="http://schemas.openxmlformats.org/drawingml/2006/main" xmlns:r="http://schemas.openxmlformats.org/officeDocument/2006/relationships" xmlns:p188="http://schemas.microsoft.com/office/powerpoint/2018/8/main">
  <p188:cm id="{5AF4571F-27E5-4217-8ECF-DE104FC4E485}" authorId="{D3F71A66-0C34-DF1A-5236-FECDBC820DCB}" created="2026-10-28T10:38:11.467">
    <pc:sldMkLst xmlns:pc="http://schemas.microsoft.com/office/powerpoint/2013/main/command">
      <pc:docMk/>
      <pc:sldMk cId="44789622" sldId="278"/>
    </pc:sldMkLst>
    <p188:pos x="0" y="0"/>
    <p188:txBody>
      <a:bodyPr/>
      <a:lstStyle/>
      <a:p>
        <a:r>
          <a:rPr lang="zh-CN" altLang="en-US"/>
          <a:t>@@fig-overview-v4-right-d55</a:t>
        </a:r>
      </a:p>
    </p188:txBody>
  </p188:cm>
  <p188:cm id="{708AB554-D326-4D07-B9B5-E37227971F13}" authorId="{D3F71A66-0C34-DF1A-5236-FECDBC820DCB}" created="2026-10-28T10:38:11.481">
    <pc:sldMkLst xmlns:pc="http://schemas.microsoft.com/office/powerpoint/2013/main/command">
      <pc:docMk/>
      <pc:sldMk cId="44789622" sldId="278"/>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1AA1DCCE-7A35-41CA-BCF9-1D7751C8AD34}" authorId="{D3F71A66-0C34-DF1A-5236-FECDBC820DCB}" created="2026-10-28T10:38:11.493">
    <pc:sldMkLst xmlns:pc="http://schemas.microsoft.com/office/powerpoint/2013/main/command">
      <pc:docMk/>
      <pc:sldMk cId="44789622" sldId="278"/>
    </pc:sldMkLst>
    <p188:pos x="0" y="0"/>
    <p188:txBody>
      <a:bodyPr/>
      <a:lstStyle/>
      <a:p>
        <a:r>
          <a:rPr lang="zh-CN" altLang="en-US"/>
          <a:t>PROVENANCE v1</a:t>
        </a:r>
      </a:p>
      <a:p>
        <a:r>
          <a:rPr lang="zh-CN" altLang="en-US"/>
          <a:t>id: fig-overview-v4-right-d55</a:t>
        </a:r>
      </a:p>
      <a:p>
        <a:r>
          <a:rPr lang="zh-CN" altLang="en-US"/>
          <a:t>source: 画图/画图代码/e2e/visualization/图表追溯.md</a:t>
        </a:r>
      </a:p>
      <a:p>
        <a:endParaRPr lang="zh-CN" altLang="en-US"/>
      </a:p>
      <a:p>
        <a:r>
          <a:rPr lang="zh-CN" altLang="en-US"/>
          <a:t>## fig-overview-v4-right-d55｜总览图备选：右侧 D55：完整受体 55% 透明</a:t>
        </a:r>
      </a:p>
      <a:p>
        <a:endParaRPr lang="zh-CN" altLang="en-US"/>
      </a:p>
      <a:p>
        <a:r>
          <a:rPr lang="zh-CN" altLang="en-US"/>
          <a:t>**本页与共享关系。** 本页为 `画图/总览图.pptx` 第 9 页，稳定图名为 `@@fig-overview-v4-right-d55`。作者第 1 页历史图、第 2 页 baseline 保留，本页是独立备选，尚未替换正文引用。它与 `@@fig-overview-v4-left-a`、`@@fig-overview-v4-right-a`、`@@fig-overview-v4-left-b`、`@@fig-overview-v4-right-b`、`@@fig-overview-v4-preview`、`@@fig-overview-v4-left-c`、`@@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fig-overview-v4-right-d55 --generated-captions`。同一链重建所有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7_F256198F.xml><?xml version="1.0" encoding="utf-8"?>
<p188:cmLst xmlns:a="http://schemas.openxmlformats.org/drawingml/2006/main" xmlns:r="http://schemas.openxmlformats.org/officeDocument/2006/relationships" xmlns:p188="http://schemas.microsoft.com/office/powerpoint/2018/8/main">
  <p188:cm id="{90066428-D839-4F64-B6E3-13F8E37588AE}" authorId="{D3F71A66-0C34-DF1A-5236-FECDBC820DCB}" created="2026-10-28T10:38:11.822">
    <pc:sldMkLst xmlns:pc="http://schemas.microsoft.com/office/powerpoint/2013/main/command">
      <pc:docMk/>
      <pc:sldMk cId="4065728911" sldId="279"/>
    </pc:sldMkLst>
    <p188:pos x="0" y="0"/>
    <p188:txBody>
      <a:bodyPr/>
      <a:lstStyle/>
      <a:p>
        <a:r>
          <a:rPr lang="zh-CN" altLang="en-US"/>
          <a:t>@@fig-overview-v4-preview-transparent</a:t>
        </a:r>
      </a:p>
    </p188:txBody>
  </p188:cm>
  <p188:cm id="{79422DFB-348B-44B3-BD66-C32155C8ABDB}" authorId="{D3F71A66-0C34-DF1A-5236-FECDBC820DCB}" created="2026-10-28T10:38:11.835">
    <pc:sldMkLst xmlns:pc="http://schemas.microsoft.com/office/powerpoint/2013/main/command">
      <pc:docMk/>
      <pc:sldMk cId="4065728911" sldId="279"/>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76518D26-51D0-47B1-A2E5-E25356F89229}" authorId="{D3F71A66-0C34-DF1A-5236-FECDBC820DCB}" created="2026-10-28T10:38:11.844">
    <pc:sldMkLst xmlns:pc="http://schemas.microsoft.com/office/powerpoint/2013/main/command">
      <pc:docMk/>
      <pc:sldMk cId="4065728911" sldId="279"/>
    </pc:sldMkLst>
    <p188:pos x="0" y="0"/>
    <p188:txBody>
      <a:bodyPr/>
      <a:lstStyle/>
      <a:p>
        <a:r>
          <a:rPr lang="zh-CN" altLang="en-US"/>
          <a:t>PROVENANCE v1</a:t>
        </a:r>
      </a:p>
      <a:p>
        <a:r>
          <a:rPr lang="zh-CN" altLang="en-US"/>
          <a:t>id: fig-overview-v4-preview-transparent</a:t>
        </a:r>
      </a:p>
      <a:p>
        <a:r>
          <a:rPr lang="zh-CN" altLang="en-US"/>
          <a:t>source: 画图/画图代码/e2e/visualization/图表追溯.md</a:t>
        </a:r>
      </a:p>
      <a:p>
        <a:endParaRPr lang="zh-CN" altLang="en-US"/>
      </a:p>
      <a:p>
        <a:r>
          <a:rPr lang="zh-CN" altLang="en-US"/>
          <a:t>## fig-overview-v4-preview-transparent｜总览图备选：左 C 与右 D55 组合</a:t>
        </a:r>
      </a:p>
      <a:p>
        <a:endParaRPr lang="zh-CN" altLang="en-US"/>
      </a:p>
      <a:p>
        <a:r>
          <a:rPr lang="zh-CN" altLang="en-US"/>
          <a:t>**本页与共享关系。** 本页为 `画图/总览图.pptx` 第 10 页，稳定图名为 `@@fig-overview-v4-preview-transparent`。作者第 1 页历史图、第 2 页 baseline 保留，本页是独立备选，尚未替换正文引用。它与 `@@fig-overview-v4-left-a`、`@@fig-overview-v4-right-a`、`@@fig-overview-v4-left-b`、`@@fig-overview-v4-right-b`、`@@fig-overview-v4-preview`、`@@fig-overview-v4-left-c`、`@@fig-overview-v4-right-d55`、`@@fig-overview-v4-right-d35`、`@@fig-overview-v4-right-d70`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fig-overview-v4-preview-transparent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8_B65CF58E.xml><?xml version="1.0" encoding="utf-8"?>
<p188:cmLst xmlns:a="http://schemas.openxmlformats.org/drawingml/2006/main" xmlns:r="http://schemas.openxmlformats.org/officeDocument/2006/relationships" xmlns:p188="http://schemas.microsoft.com/office/powerpoint/2018/8/main">
  <p188:cm id="{AC93D2B3-49AE-425A-9163-6A45782BBDAC}" authorId="{D3F71A66-0C34-DF1A-5236-FECDBC820DCB}" created="2026-10-28T10:38:12.111">
    <pc:sldMkLst xmlns:pc="http://schemas.microsoft.com/office/powerpoint/2013/main/command">
      <pc:docMk/>
      <pc:sldMk cId="3059545486" sldId="280"/>
    </pc:sldMkLst>
    <p188:pos x="0" y="0"/>
    <p188:txBody>
      <a:bodyPr/>
      <a:lstStyle/>
      <a:p>
        <a:r>
          <a:rPr lang="zh-CN" altLang="en-US"/>
          <a:t>@@fig-overview-v4-right-d35</a:t>
        </a:r>
      </a:p>
    </p188:txBody>
  </p188:cm>
  <p188:cm id="{8F34FBE4-628B-4BDE-BB0E-86289146DC70}" authorId="{D3F71A66-0C34-DF1A-5236-FECDBC820DCB}" created="2026-10-28T10:38:12.128">
    <pc:sldMkLst xmlns:pc="http://schemas.microsoft.com/office/powerpoint/2013/main/command">
      <pc:docMk/>
      <pc:sldMk cId="3059545486" sldId="280"/>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2558C240-16B1-44D6-A651-370B57DF9A82}" authorId="{D3F71A66-0C34-DF1A-5236-FECDBC820DCB}" created="2026-10-28T10:38:12.137">
    <pc:sldMkLst xmlns:pc="http://schemas.microsoft.com/office/powerpoint/2013/main/command">
      <pc:docMk/>
      <pc:sldMk cId="3059545486" sldId="280"/>
    </pc:sldMkLst>
    <p188:pos x="0" y="0"/>
    <p188:txBody>
      <a:bodyPr/>
      <a:lstStyle/>
      <a:p>
        <a:r>
          <a:rPr lang="zh-CN" altLang="en-US"/>
          <a:t>PROVENANCE v1</a:t>
        </a:r>
      </a:p>
      <a:p>
        <a:r>
          <a:rPr lang="zh-CN" altLang="en-US"/>
          <a:t>id: fig-overview-v4-right-d35</a:t>
        </a:r>
      </a:p>
      <a:p>
        <a:r>
          <a:rPr lang="zh-CN" altLang="en-US"/>
          <a:t>source: 画图/画图代码/e2e/visualization/图表追溯.md</a:t>
        </a:r>
      </a:p>
      <a:p>
        <a:endParaRPr lang="zh-CN" altLang="en-US"/>
      </a:p>
      <a:p>
        <a:r>
          <a:rPr lang="zh-CN" altLang="en-US"/>
          <a:t>## fig-overview-v4-right-d35｜总览图备选：右侧 D35：完整受体 35% 透明</a:t>
        </a:r>
      </a:p>
      <a:p>
        <a:endParaRPr lang="zh-CN" altLang="en-US"/>
      </a:p>
      <a:p>
        <a:r>
          <a:rPr lang="zh-CN" altLang="en-US"/>
          <a:t>**本页与共享关系。** 本页为 `画图/总览图.pptx` 第 11 页，稳定图名为 `@@fig-overview-v4-right-d35`。作者第 1 页历史图、第 2 页 baseline 保留，本页是独立备选，尚未替换正文引用。它与 `@@fig-overview-v4-left-a`、`@@fig-overview-v4-right-a`、`@@fig-overview-v4-left-b`、`@@fig-overview-v4-right-b`、`@@fig-overview-v4-preview`、`@@fig-overview-v4-left-c`、`@@fig-overview-v4-right-d55`、`@@fig-overview-v4-preview-transparent`、`@@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fig-overview-v4-right-d35 --generated-captions`。同一链重建所有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9_D387D623.xml><?xml version="1.0" encoding="utf-8"?>
<p188:cmLst xmlns:a="http://schemas.openxmlformats.org/drawingml/2006/main" xmlns:r="http://schemas.openxmlformats.org/officeDocument/2006/relationships" xmlns:p188="http://schemas.microsoft.com/office/powerpoint/2018/8/main">
  <p188:cm id="{DF7CCB82-8946-4D3B-B84E-F10E19647DF4}" authorId="{D3F71A66-0C34-DF1A-5236-FECDBC820DCB}" created="2026-10-28T10:38:12.414">
    <pc:sldMkLst xmlns:pc="http://schemas.microsoft.com/office/powerpoint/2013/main/command">
      <pc:docMk/>
      <pc:sldMk cId="3548894755" sldId="281"/>
    </pc:sldMkLst>
    <p188:pos x="0" y="0"/>
    <p188:txBody>
      <a:bodyPr/>
      <a:lstStyle/>
      <a:p>
        <a:r>
          <a:rPr lang="zh-CN" altLang="en-US"/>
          <a:t>@@fig-overview-v4-right-d70</a:t>
        </a:r>
      </a:p>
    </p188:txBody>
  </p188:cm>
  <p188:cm id="{88873AF9-E2C4-488D-B8D7-F53B884C2767}" authorId="{D3F71A66-0C34-DF1A-5236-FECDBC820DCB}" created="2026-10-28T10:38:12.428">
    <pc:sldMkLst xmlns:pc="http://schemas.microsoft.com/office/powerpoint/2013/main/command">
      <pc:docMk/>
      <pc:sldMk cId="3548894755" sldId="281"/>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E6B106A4-625C-4EC4-9687-6838F613881C}" authorId="{D3F71A66-0C34-DF1A-5236-FECDBC820DCB}" created="2026-10-28T10:38:12.444">
    <pc:sldMkLst xmlns:pc="http://schemas.microsoft.com/office/powerpoint/2013/main/command">
      <pc:docMk/>
      <pc:sldMk cId="3548894755" sldId="281"/>
    </pc:sldMkLst>
    <p188:pos x="0" y="0"/>
    <p188:txBody>
      <a:bodyPr/>
      <a:lstStyle/>
      <a:p>
        <a:r>
          <a:rPr lang="zh-CN" altLang="en-US"/>
          <a:t>PROVENANCE v1</a:t>
        </a:r>
      </a:p>
      <a:p>
        <a:r>
          <a:rPr lang="zh-CN" altLang="en-US"/>
          <a:t>id: fig-overview-v4-right-d70</a:t>
        </a:r>
      </a:p>
      <a:p>
        <a:r>
          <a:rPr lang="zh-CN" altLang="en-US"/>
          <a:t>source: 画图/画图代码/e2e/visualization/图表追溯.md</a:t>
        </a:r>
      </a:p>
      <a:p>
        <a:endParaRPr lang="zh-CN" altLang="en-US"/>
      </a:p>
      <a:p>
        <a:r>
          <a:rPr lang="zh-CN" altLang="en-US"/>
          <a:t>## fig-overview-v4-right-d70｜总览图备选：右侧 D70：完整受体 70% 透明</a:t>
        </a:r>
      </a:p>
      <a:p>
        <a:endParaRPr lang="zh-CN" altLang="en-US"/>
      </a:p>
      <a:p>
        <a:r>
          <a:rPr lang="zh-CN" altLang="en-US"/>
          <a:t>**本页与共享关系。** 本页为 `画图/总览图.pptx` 第 12 页，稳定图名为 `@@fig-overview-v4-right-d70`。作者第 1 页历史图、第 2 页 baseline 保留，本页是独立备选，尚未替换正文引用。它与 `@@fig-overview-v4-left-a`、`@@fig-overview-v4-right-a`、`@@fig-overview-v4-left-b`、`@@fig-overview-v4-right-b`、`@@fig-overview-v4-preview`、`@@fig-overview-v4-left-c`、`@@fig-overview-v4-right-d55`、`@@fig-overview-v4-preview-transparent`、`@@fig-overview-v4-right-d35`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fig-overview-v4-right-d70 --generated-captions`。同一链重建所有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9DAF8-EBB6-AC04-D679-674FBBA355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852C-99B9-4795-7DDA-F06867E086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A7195-739A-EF49-E3F2-75CE32C51A1C}"/>
              </a:ext>
            </a:extLst>
          </p:cNvPr>
          <p:cNvSpPr>
            <a:spLocks noGrp="1"/>
          </p:cNvSpPr>
          <p:nvPr>
            <p:ph type="body" idx="1"/>
          </p:nvPr>
        </p:nvSpPr>
        <p:spPr/>
        <p:txBody>
          <a:bodyPr/>
          <a:lstStyle/>
          <a:p>
            <a:r>
              <a:rPr dirty="0" err="1"/>
              <a:t>基于冷冻电镜数据重建配体构象的</a:t>
            </a:r>
            <a:r>
              <a:rPr dirty="0"/>
              <a:t> Find–Match–Build </a:t>
            </a:r>
            <a:r>
              <a:rPr dirty="0" err="1"/>
              <a:t>端到端自动化工作流程。输入包括实验冷冻电镜密度图和受体结构，后者可以是</a:t>
            </a:r>
            <a:r>
              <a:rPr dirty="0"/>
              <a:t> PDB </a:t>
            </a:r>
            <a:r>
              <a:rPr dirty="0" err="1"/>
              <a:t>沉积受体结构，也可以是由</a:t>
            </a:r>
            <a:r>
              <a:rPr dirty="0"/>
              <a:t> CryoAtom2 </a:t>
            </a:r>
            <a:r>
              <a:rPr dirty="0" err="1"/>
              <a:t>自动建模的受体结构。Find</a:t>
            </a:r>
            <a:r>
              <a:rPr dirty="0"/>
              <a:t> </a:t>
            </a:r>
            <a:r>
              <a:rPr dirty="0" err="1"/>
              <a:t>在整张密度图中定位候选配体区域（blobs</a:t>
            </a:r>
            <a:r>
              <a:rPr dirty="0"/>
              <a:t> B1–B5）。Match </a:t>
            </a:r>
            <a:r>
              <a:rPr dirty="0" err="1"/>
              <a:t>过滤假阳性预测，并将有效候选区域指派给同一</a:t>
            </a:r>
            <a:r>
              <a:rPr dirty="0"/>
              <a:t> PDB </a:t>
            </a:r>
            <a:r>
              <a:rPr dirty="0" err="1"/>
              <a:t>条目中的配体身份（用</a:t>
            </a:r>
            <a:r>
              <a:rPr dirty="0"/>
              <a:t> SMILES </a:t>
            </a:r>
            <a:r>
              <a:rPr dirty="0" err="1"/>
              <a:t>表示</a:t>
            </a:r>
            <a:r>
              <a:rPr dirty="0"/>
              <a:t>）；B1 和 B2 示意两个不同位点被指派相同的配体身份，B5 </a:t>
            </a:r>
            <a:r>
              <a:rPr dirty="0" err="1"/>
              <a:t>示意被剔除的候选区域。Build</a:t>
            </a:r>
            <a:r>
              <a:rPr dirty="0"/>
              <a:t> </a:t>
            </a:r>
            <a:r>
              <a:rPr dirty="0" err="1"/>
              <a:t>结合</a:t>
            </a:r>
            <a:r>
              <a:rPr dirty="0"/>
              <a:t> Find </a:t>
            </a:r>
            <a:r>
              <a:rPr dirty="0" err="1"/>
              <a:t>预测的区域和</a:t>
            </a:r>
            <a:r>
              <a:rPr dirty="0"/>
              <a:t> Match </a:t>
            </a:r>
            <a:r>
              <a:rPr dirty="0" err="1"/>
              <a:t>匹配的身份，使用选定的分子对接工具生成三维配体构象</a:t>
            </a:r>
            <a:r>
              <a:rPr dirty="0"/>
              <a:t>。</a:t>
            </a:r>
          </a:p>
          <a:p>
            <a:r>
              <a:rPr dirty="0"/>
              <a:t>ENGLISH：</a:t>
            </a:r>
          </a:p>
          <a:p>
            <a:r>
              <a:rPr lang="zh-CN" altLang="zh-CN" sz="1200" b="0" i="0" kern="1200" dirty="0">
                <a:effectLst/>
              </a:rPr>
              <a:t>Automated end-to-end Find–Match–Build workflow for reconstructing ligand poses from cryo-EM data. The inputs are an experimental cryo-EM density map and either a deposited receptor structure or a receptor structure automatically modelled by CryoAtom2. Find locates candidate ligand regions (blobs B1–B5) across the density map. Match filters false-positive predictions and assigns valid candidate regions to ligand identities (represented by SMILES) within the same PDB entry; B1 and B2 illustrate two distinct sites assigned the same identity, whereas B5 represents a rejected candidate region. Build combines the predicted regions from Find with the matched identities from Match to generate three-dimensional ligand poses using the selected molecular docking tool.</a:t>
            </a:r>
            <a:endParaRPr dirty="0"/>
          </a:p>
        </p:txBody>
      </p:sp>
      <p:sp>
        <p:nvSpPr>
          <p:cNvPr id="4" name="Slide Number Placeholder 3">
            <a:extLst>
              <a:ext uri="{FF2B5EF4-FFF2-40B4-BE49-F238E27FC236}">
                <a16:creationId xmlns:a16="http://schemas.microsoft.com/office/drawing/2014/main" id="{59876DEC-86FB-AA54-2AA9-BA29422987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36514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6471B-C629-4496-3434-791F806C4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4A7C8-1DAB-CF3F-63D0-8746142CA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C2F3A-6510-7C7A-EB37-C92148CF14CD}"/>
              </a:ext>
            </a:extLst>
          </p:cNvPr>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en-US" altLang="zh-CN" dirty="0"/>
          </a:p>
        </p:txBody>
      </p:sp>
      <p:sp>
        <p:nvSpPr>
          <p:cNvPr id="4" name="Slide Number Placeholder 3">
            <a:extLst>
              <a:ext uri="{FF2B5EF4-FFF2-40B4-BE49-F238E27FC236}">
                <a16:creationId xmlns:a16="http://schemas.microsoft.com/office/drawing/2014/main" id="{421AAB87-EC41-907A-9736-8EF746BFD28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43611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965B9-F8F6-B1E7-B17C-CA54CD454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646D35-378E-843D-9CF8-E8CB679E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F8FF-4B3E-DD2F-9EE1-CD0FBF64552D}"/>
              </a:ext>
            </a:extLst>
          </p:cNvPr>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en-US" altLang="zh-CN" dirty="0"/>
          </a:p>
        </p:txBody>
      </p:sp>
      <p:sp>
        <p:nvSpPr>
          <p:cNvPr id="4" name="Slide Number Placeholder 3">
            <a:extLst>
              <a:ext uri="{FF2B5EF4-FFF2-40B4-BE49-F238E27FC236}">
                <a16:creationId xmlns:a16="http://schemas.microsoft.com/office/drawing/2014/main" id="{3BBDD7C4-A5FE-743A-4B70-87205B65975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5199910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2006647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7545507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779363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02691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518504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199322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8600884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FB6F2-C982-202E-174E-1CBDB965B1D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CA5F4-3FF1-7178-4E16-FB5889678AC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254F26-9A0E-AF4B-7809-3B8A108A7086}"/>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582F454D-2634-C842-D27A-42F8172A63C9}"/>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298012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E6E98-B6BE-6332-69CC-76A88A37A3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A0AA4E9-050D-97CA-C411-1DC3967D5A9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A085C8D-6ABD-5632-E2EC-1E26D42F913E}"/>
              </a:ext>
            </a:extLst>
          </p:cNvPr>
          <p:cNvSpPr>
            <a:spLocks noGrp="1"/>
          </p:cNvSpPr>
          <p:nvPr>
            <p:ph type="body" idx="1"/>
          </p:nvPr>
        </p:nvSpPr>
        <p:spPr/>
        <p:txBody>
          <a:bodyPr/>
          <a:lstStyle/>
          <a:p>
            <a:r>
              <a:rPr lang="zh-CN" altLang="en-US" dirty="0"/>
              <a:t>基于冷冻电镜数据重建配体构象的 </a:t>
            </a:r>
            <a:r>
              <a:rPr lang="en-US" altLang="zh-CN" dirty="0"/>
              <a:t>Find–Match–Build </a:t>
            </a:r>
            <a:r>
              <a:rPr lang="zh-CN" altLang="en-US" dirty="0"/>
              <a:t>端到端自动化工作流程。输入包括实验冷冻电镜密度图和受体结构，后者可以是 </a:t>
            </a:r>
            <a:r>
              <a:rPr lang="en-US" altLang="zh-CN" dirty="0"/>
              <a:t>PDB </a:t>
            </a:r>
            <a:r>
              <a:rPr lang="zh-CN" altLang="en-US" dirty="0"/>
              <a:t>沉积受体结构，也可以是由 </a:t>
            </a:r>
            <a:r>
              <a:rPr lang="en-US" altLang="zh-CN" dirty="0"/>
              <a:t>CryoAtom2 </a:t>
            </a:r>
            <a:r>
              <a:rPr lang="zh-CN" altLang="en-US" dirty="0"/>
              <a:t>自动建模的受体结构。</a:t>
            </a:r>
            <a:r>
              <a:rPr lang="en-US" altLang="zh-CN" dirty="0"/>
              <a:t>Find </a:t>
            </a:r>
            <a:r>
              <a:rPr lang="zh-CN" altLang="en-US" dirty="0"/>
              <a:t>在整张密度图中定位候选配体区域（</a:t>
            </a:r>
            <a:r>
              <a:rPr lang="en-US" altLang="zh-CN" dirty="0"/>
              <a:t>blobs B1–B5</a:t>
            </a:r>
            <a:r>
              <a:rPr lang="zh-CN" altLang="en-US" dirty="0"/>
              <a:t>）。</a:t>
            </a:r>
            <a:r>
              <a:rPr lang="en-US" altLang="zh-CN" dirty="0"/>
              <a:t>Match </a:t>
            </a:r>
            <a:r>
              <a:rPr lang="zh-CN" altLang="en-US" dirty="0"/>
              <a:t>过滤假阳性预测，并将有效候选区域指派给同一 </a:t>
            </a:r>
            <a:r>
              <a:rPr lang="en-US" altLang="zh-CN" dirty="0"/>
              <a:t>PDB </a:t>
            </a:r>
            <a:r>
              <a:rPr lang="zh-CN" altLang="en-US" dirty="0"/>
              <a:t>条目中的配体身份（用 </a:t>
            </a:r>
            <a:r>
              <a:rPr lang="en-US" altLang="zh-CN" dirty="0"/>
              <a:t>SMILES </a:t>
            </a:r>
            <a:r>
              <a:rPr lang="zh-CN" altLang="en-US" dirty="0"/>
              <a:t>表示）；</a:t>
            </a:r>
            <a:r>
              <a:rPr lang="en-US" altLang="zh-CN" dirty="0"/>
              <a:t>B1 </a:t>
            </a:r>
            <a:r>
              <a:rPr lang="zh-CN" altLang="en-US" dirty="0"/>
              <a:t>和 </a:t>
            </a:r>
            <a:r>
              <a:rPr lang="en-US" altLang="zh-CN" dirty="0"/>
              <a:t>B2 </a:t>
            </a:r>
            <a:r>
              <a:rPr lang="zh-CN" altLang="en-US" dirty="0"/>
              <a:t>示意两个不同位点被指派相同的配体身份，</a:t>
            </a:r>
            <a:r>
              <a:rPr lang="en-US" altLang="zh-CN" dirty="0"/>
              <a:t>B4 </a:t>
            </a:r>
            <a:r>
              <a:rPr lang="zh-CN" altLang="en-US" dirty="0"/>
              <a:t>示意被剔除的候选区域。</a:t>
            </a:r>
            <a:r>
              <a:rPr lang="en-US" altLang="zh-CN" dirty="0"/>
              <a:t>Build </a:t>
            </a:r>
            <a:r>
              <a:rPr lang="zh-CN" altLang="en-US" dirty="0"/>
              <a:t>结合 </a:t>
            </a:r>
            <a:r>
              <a:rPr lang="en-US" altLang="zh-CN" dirty="0"/>
              <a:t>Find </a:t>
            </a:r>
            <a:r>
              <a:rPr lang="zh-CN" altLang="en-US" dirty="0"/>
              <a:t>预测的区域和 </a:t>
            </a:r>
            <a:r>
              <a:rPr lang="en-US" altLang="zh-CN" dirty="0"/>
              <a:t>Match </a:t>
            </a:r>
            <a:r>
              <a:rPr lang="zh-CN" altLang="en-US" dirty="0"/>
              <a:t>匹配的身份，使用选定的分子对接工具生成三维配体构象。</a:t>
            </a:r>
            <a:endParaRPr lang="en-US" altLang="zh-CN" dirty="0"/>
          </a:p>
          <a:p>
            <a:endParaRPr lang="zh-CN" altLang="en-US" dirty="0"/>
          </a:p>
          <a:p>
            <a:r>
              <a:rPr lang="en-US" altLang="zh-CN" dirty="0"/>
              <a:t>ENGLISH</a:t>
            </a:r>
            <a:r>
              <a:rPr lang="zh-CN" altLang="en-US" dirty="0"/>
              <a:t>：</a:t>
            </a:r>
          </a:p>
          <a:p>
            <a:r>
              <a:rPr lang="en-US" altLang="zh-CN" sz="1200" b="0" i="0" kern="1200" dirty="0">
                <a:effectLst/>
              </a:rPr>
              <a:t>Automated end-to-end Find–Match–Build workflow for reconstructing ligand poses from cryo-EM data. The inputs are an experimental cryo-EM density map and either a deposited receptor structure or a receptor structure automatically modelled by CryoAtom2. Find locates candidate ligand regions (blobs B1–B5) across the density map. Match filters false-positive predictions and assigns valid candidate regions to ligand identities (represented by SMILES) within the same PDB entry; B1 and B2 illustrate two distinct sites assigned the same identity, whereas B4 represents a rejected candidate region. Build combines the predicted regions from Find with the matched identities from Match to generate three-dimensional ligand poses using the selected molecular docking tool.</a:t>
            </a:r>
            <a:endParaRPr lang="en-US" altLang="zh-CN" dirty="0"/>
          </a:p>
        </p:txBody>
      </p:sp>
      <p:sp>
        <p:nvSpPr>
          <p:cNvPr id="4" name="灯片编号占位符 3">
            <a:extLst>
              <a:ext uri="{FF2B5EF4-FFF2-40B4-BE49-F238E27FC236}">
                <a16:creationId xmlns:a16="http://schemas.microsoft.com/office/drawing/2014/main" id="{75499CCF-7526-3496-7108-5FD3A3CF87B6}"/>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7301615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52166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F_A3FF6BB7.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0_21794960.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11_F21098D1.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2_BBD1A8C6.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9.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microsoft.com/office/2018/10/relationships/comments" Target="../comments/modernComment_113_AE86058F.xm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5_2FF76763.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8.png"/><Relationship Id="rId5" Type="http://schemas.openxmlformats.org/officeDocument/2006/relationships/image" Target="../media/image16.png"/><Relationship Id="rId10" Type="http://schemas.openxmlformats.org/officeDocument/2006/relationships/image" Target="../media/image7.png"/><Relationship Id="rId4" Type="http://schemas.openxmlformats.org/officeDocument/2006/relationships/image" Target="../media/image15.png"/><Relationship Id="rId9" Type="http://schemas.openxmlformats.org/officeDocument/2006/relationships/image" Target="../media/image9.png"/><Relationship Id="rId1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16_2AB6F76.xm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7_F256198F.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image" Target="../media/image18.png"/><Relationship Id="rId10" Type="http://schemas.openxmlformats.org/officeDocument/2006/relationships/image" Target="../media/image7.png"/><Relationship Id="rId4" Type="http://schemas.openxmlformats.org/officeDocument/2006/relationships/image" Target="../media/image15.png"/><Relationship Id="rId9" Type="http://schemas.openxmlformats.org/officeDocument/2006/relationships/image" Target="../media/image9.png"/><Relationship Id="rId1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18_B65CF58E.xm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119_D387D623.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8.png"/><Relationship Id="rId3" Type="http://schemas.microsoft.com/office/2018/10/relationships/comments" Target="../comments/modernComment_11A_6C7631D3.xml"/><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6.png"/><Relationship Id="rId10" Type="http://schemas.openxmlformats.org/officeDocument/2006/relationships/image" Target="../media/image10.png"/><Relationship Id="rId4" Type="http://schemas.openxmlformats.org/officeDocument/2006/relationships/image" Target="../media/image17.png"/><Relationship Id="rId9" Type="http://schemas.openxmlformats.org/officeDocument/2006/relationships/image" Target="../media/image9.png"/><Relationship Id="rId14" Type="http://schemas.openxmlformats.org/officeDocument/2006/relationships/image" Target="../media/image15.png"/></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8.png"/><Relationship Id="rId3" Type="http://schemas.microsoft.com/office/2018/10/relationships/comments" Target="../comments/modernComment_11C_F689049B.xml"/><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3.png"/><Relationship Id="rId10" Type="http://schemas.openxmlformats.org/officeDocument/2006/relationships/image" Target="../media/image10.png"/><Relationship Id="rId4" Type="http://schemas.openxmlformats.org/officeDocument/2006/relationships/image" Target="../media/image17.png"/><Relationship Id="rId9" Type="http://schemas.openxmlformats.org/officeDocument/2006/relationships/image" Target="../media/image9.png"/><Relationship Id="rId1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D68E8-1582-F9D7-8096-3D2A83EB1F3A}"/>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FA743C27-12C4-F8D5-249C-4EC83D5D4C67}"/>
              </a:ext>
            </a:extLst>
          </p:cNvPr>
          <p:cNvGrpSpPr/>
          <p:nvPr/>
        </p:nvGrpSpPr>
        <p:grpSpPr>
          <a:xfrm>
            <a:off x="3525281" y="1618013"/>
            <a:ext cx="4477751" cy="98961"/>
            <a:chOff x="160020" y="923925"/>
            <a:chExt cx="15515407" cy="342900"/>
          </a:xfrm>
        </p:grpSpPr>
        <p:sp>
          <p:nvSpPr>
            <p:cNvPr id="3" name="label__2">
              <a:extLst>
                <a:ext uri="{FF2B5EF4-FFF2-40B4-BE49-F238E27FC236}">
                  <a16:creationId xmlns:a16="http://schemas.microsoft.com/office/drawing/2014/main" id="{E8CDBD93-28E4-B4CE-0393-1FF6A3EED108}"/>
                </a:ext>
              </a:extLst>
            </p:cNvPr>
            <p:cNvSpPr>
              <a:spLocks noGrp="1"/>
            </p:cNvSpPr>
            <p:nvPr/>
          </p:nvSpPr>
          <p:spPr>
            <a:xfrm>
              <a:off x="160020" y="923925"/>
              <a:ext cx="2047874"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sz="623" b="1" dirty="0">
                  <a:solidFill>
                    <a:srgbClr val="263442"/>
                  </a:solidFill>
                  <a:latin typeface="Arial"/>
                  <a:ea typeface="Arial"/>
                  <a:cs typeface="Arial"/>
                </a:rPr>
                <a:t>I</a:t>
              </a:r>
              <a:r>
                <a:rPr lang="en-US" altLang="zh-CN" sz="623" b="1" dirty="0">
                  <a:solidFill>
                    <a:srgbClr val="263442"/>
                  </a:solidFill>
                  <a:latin typeface="Arial"/>
                  <a:ea typeface="Arial"/>
                  <a:cs typeface="Arial"/>
                </a:rPr>
                <a:t>nput</a:t>
              </a:r>
              <a:endParaRPr sz="623" b="1" dirty="0">
                <a:solidFill>
                  <a:srgbClr val="263442"/>
                </a:solidFill>
                <a:latin typeface="Arial"/>
                <a:ea typeface="Arial"/>
                <a:cs typeface="Arial"/>
              </a:endParaRPr>
            </a:p>
          </p:txBody>
        </p:sp>
        <p:sp>
          <p:nvSpPr>
            <p:cNvPr id="4" name="label__3">
              <a:extLst>
                <a:ext uri="{FF2B5EF4-FFF2-40B4-BE49-F238E27FC236}">
                  <a16:creationId xmlns:a16="http://schemas.microsoft.com/office/drawing/2014/main" id="{BFC276B0-76AA-A77C-4AFE-0BA744539D4A}"/>
                </a:ext>
              </a:extLst>
            </p:cNvPr>
            <p:cNvSpPr>
              <a:spLocks noGrp="1"/>
            </p:cNvSpPr>
            <p:nvPr/>
          </p:nvSpPr>
          <p:spPr>
            <a:xfrm>
              <a:off x="2671360" y="923925"/>
              <a:ext cx="39052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Candidate </a:t>
              </a:r>
              <a:r>
                <a:rPr lang="en-US" sz="623" b="1" dirty="0">
                  <a:solidFill>
                    <a:srgbClr val="263442"/>
                  </a:solidFill>
                  <a:latin typeface="Arial"/>
                  <a:ea typeface="Arial"/>
                  <a:cs typeface="Arial"/>
                </a:rPr>
                <a:t>blob</a:t>
              </a:r>
              <a:endParaRPr sz="623" b="1" dirty="0">
                <a:solidFill>
                  <a:srgbClr val="263442"/>
                </a:solidFill>
                <a:latin typeface="Arial"/>
                <a:ea typeface="Arial"/>
                <a:cs typeface="Arial"/>
              </a:endParaRPr>
            </a:p>
          </p:txBody>
        </p:sp>
        <p:sp>
          <p:nvSpPr>
            <p:cNvPr id="5" name="label__4">
              <a:extLst>
                <a:ext uri="{FF2B5EF4-FFF2-40B4-BE49-F238E27FC236}">
                  <a16:creationId xmlns:a16="http://schemas.microsoft.com/office/drawing/2014/main" id="{90C29469-562A-DEA3-48C8-FA4C526BF8DF}"/>
                </a:ext>
              </a:extLst>
            </p:cNvPr>
            <p:cNvSpPr>
              <a:spLocks noGrp="1"/>
            </p:cNvSpPr>
            <p:nvPr/>
          </p:nvSpPr>
          <p:spPr>
            <a:xfrm>
              <a:off x="737670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1624704C-B6CB-1FE0-42C9-16E6B9BCB35C}"/>
                </a:ext>
              </a:extLst>
            </p:cNvPr>
            <p:cNvSpPr>
              <a:spLocks noGrp="1"/>
            </p:cNvSpPr>
            <p:nvPr/>
          </p:nvSpPr>
          <p:spPr>
            <a:xfrm>
              <a:off x="13484678" y="923925"/>
              <a:ext cx="21907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8143059A-4228-C29B-75D0-902A65C9598F}"/>
              </a:ext>
            </a:extLst>
          </p:cNvPr>
          <p:cNvGrpSpPr/>
          <p:nvPr/>
        </p:nvGrpSpPr>
        <p:grpSpPr>
          <a:xfrm>
            <a:off x="3622383" y="1780199"/>
            <a:ext cx="439148" cy="522295"/>
            <a:chOff x="496477" y="1485900"/>
            <a:chExt cx="1521646" cy="1809750"/>
          </a:xfrm>
        </p:grpSpPr>
        <p:sp>
          <p:nvSpPr>
            <p:cNvPr id="8" name="Input_density__7">
              <a:extLst>
                <a:ext uri="{FF2B5EF4-FFF2-40B4-BE49-F238E27FC236}">
                  <a16:creationId xmlns:a16="http://schemas.microsoft.com/office/drawing/2014/main" id="{B65A5FCC-90A2-EC4F-43F0-9138284FFE24}"/>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9F3A144E-51DA-9DF2-AD55-0CFADB1050CF}"/>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045E7A2F-067C-70F9-8289-7895B0C3DB1B}"/>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4A91E4B-2F76-924E-D438-14AB7209621B}"/>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5F477FA7-3897-BF28-8F3F-7B3C39025F77}"/>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F3AB399F-C950-CD1D-B900-0B88D8EAD355}"/>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339E16CB-2008-11E9-6341-14300C9A96FE}"/>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5E851612-0F68-0FA6-E144-D64AB71D7015}"/>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32225CA6-D301-460F-C25D-3920E170105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E1BBD017-ED7A-3C93-826C-935AD9F45387}"/>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B0AAE471-2B3E-3693-376E-4593A5870774}"/>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2D0917E2-D466-23F5-C243-4CA13C882CD6}"/>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42F3A83B-0A93-5CB1-C0A7-7829B832BB09}"/>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A8183AB7-1875-8492-D8F4-0BC2F1178B9B}"/>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FB3FDF59-BDA0-B2B9-5E8F-271326877E98}"/>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3248A7FF-F917-CDE8-2C23-490BB32D9353}"/>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74B2E9F3-6109-F028-E228-BFDFC7DC2FD1}"/>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46FD2868-D411-B607-9FB1-84A47128300E}"/>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C9CC8190-5D8E-C09B-C286-D24000CEC44E}"/>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98F132B2-AADD-0355-7083-DA02886ADCE1}"/>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B610A84B-7824-40B7-1B72-A3094102E05D}"/>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4DF25C6-E190-D03D-86D1-52F063AE9C4B}"/>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B5B1C3DF-4275-F0AD-C88D-FCDC44F6F6F0}"/>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7FD50B3F-3AB3-3198-576F-39B4D7CB13EB}"/>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4D2FB551-B6DB-04E3-152B-B3E354EA46C5}"/>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7D2E9B1B-428A-8738-C130-3199DEF68A36}"/>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A2F3DA3B-8674-3AB3-EF9B-C79595B3E79A}"/>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94744716-3A6F-4685-B8FF-DC32F7CE4086}"/>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59EC6867-F8F9-6878-B9BF-89E80E2B32D8}"/>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2F192A1C-F68F-2099-C91F-BE0AB68FCBC2}"/>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6501393F-DF5E-8C1B-3174-9CDFE455B6BC}"/>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67654AEB-432A-A879-F3E2-8464DC0201C0}"/>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F26116DA-4C31-DD5F-4128-7DA75AC025BC}"/>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95A34490-EFFC-DC38-107A-AC02B1A815C4}"/>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83F49643-5C3B-8CD8-DD14-BF854207C71D}"/>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AD6411A6-7B52-F06E-657E-F12FF06135C1}"/>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0E40DD67-86BA-7305-A483-A76F774423A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41C6E046-5A7C-ECDF-3D90-08AC43AB29BA}"/>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02B32962-98EA-084C-02B3-E415C4DA24D4}"/>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38D63721-A528-A7E1-C0A0-235BD58E6D4B}"/>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32711522-46F1-46D6-1AEF-DFEA124A10EC}"/>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53E5F31B-6114-AEF8-FA88-D1D9BD76A11A}"/>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1DF6CBF8-293C-B984-92FA-97EE839D3A7A}"/>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05169599-A020-E05F-FC8C-68965EB6C855}"/>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BFB15DB7-E4BC-EE8E-8FF1-1FCEE0E07B7D}"/>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0AF4A31A-AC1E-38E2-985B-07E26C68CEFD}"/>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E1EE796-8EC8-DAB5-0088-7C45928AED44}"/>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0883B306-A38F-94AC-1DA0-2DD2EC1CCE75}"/>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534497A4-FF9E-A9CF-4BAC-59C7B9598148}"/>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09D91678-D671-5EEA-B76E-46314B253E54}"/>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33D356AA-808D-0F77-42FD-270C8507D0A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FAD0C73C-B5A0-6793-67B8-A89470AFFADF}"/>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ACADA955-0D4D-8F20-1072-8BD0B26BAC25}"/>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B987812F-1948-BA07-3214-918D5686DF70}"/>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06D6F696-C8C1-A998-C1D8-DC2C21738675}"/>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18EF40B8-C8BD-18EC-5AE8-3482B097D02F}"/>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0EBC753C-AD96-D5ED-E42A-EF1E812D2E51}"/>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15440290-2F8C-759D-5506-E0E50CF93603}"/>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E3779811-6E08-B38A-172E-1FEA1B5C72D0}"/>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3805AF72-58C6-1611-324B-4472FBAC0C43}"/>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D9CD6A1B-2CE0-1A8A-FBFD-1D2C751BE9FD}"/>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CC32A38B-41E0-3E0B-17A9-D43C1497259E}"/>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A3EE2714-E82B-C20D-BFEA-2304D104CA81}"/>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39E1912B-4DAE-3110-714A-62156AC267A5}"/>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BA592E67-1786-68AB-7A3B-ACA67D1F697C}"/>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741F1A27-1526-31BE-4C91-124AE3413BE9}"/>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FF0773A-7525-C8ED-60CC-09F9D968ADDC}"/>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1E855100-F588-79B6-B2C7-C6D6B7E14F42}"/>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0CFB34B9-AD6F-63F8-4C25-F0B885D84620}"/>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13A606B7-63AF-2EA1-1D22-00DDFAE92161}"/>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8386B8B7-2381-8DA1-5F50-2E7020F5EFBD}"/>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F06F868A-CFE9-BAF8-FF7A-B0A08A5C1277}"/>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93C1CD80-A559-A683-FA9A-9622C0DC8D2B}"/>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C9E70BBF-2D13-F20C-A15E-0EDB0F799B58}"/>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ADD792BE-9B95-C292-6563-114EFC647C61}"/>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1D0106A4-CECE-D238-2FFE-BD8A79EA0B43}"/>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7F68652B-88EF-70E0-2D05-DC79BE670CB1}"/>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97713D54-C701-3C50-EC2E-B804F8AF587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392B16D-04E7-3F28-61C8-AA99AE971704}"/>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ADD83858-DB4E-3123-BA53-F10B49B6FC0D}"/>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36E336DE-3825-883E-E054-C16239A871A3}"/>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C3C45186-3AB7-E64C-A8D0-B566057389EB}"/>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1A5EEFC2-DB69-73D0-EA0D-EC221316A871}"/>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D7C9AFBC-44A1-B7F5-E2DF-F5C1C8C118F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D455B2EF-D6F4-9819-3AB6-AE2BB1545D52}"/>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FCA9C9E8-1A5B-045F-03F6-6BD932B2A0D9}"/>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B2834AF4-08C3-8C0B-7973-40271D5AD5EA}"/>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22EEE02D-1A49-5AF5-6E7E-B01EB8DED6E8}"/>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94EAC8BC-14E7-592D-49AF-B2E9C849DA10}"/>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5074797D-6584-2F29-B00C-6A6344C08DCB}"/>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9AD8DC53-905C-E186-6BFF-1F8AE608E4EC}"/>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32CEAB5A-CCCC-0C2B-32A9-888C368DEDCE}"/>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2DA4A4B4-12C4-E00B-3C54-FCBDEDE3A509}"/>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21627E49-2853-AA14-B9B7-D86B82B463A8}"/>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81E8362F-491B-AF6B-EAA7-266FC2CFA57A}"/>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2451D4FD-4337-1399-06D9-24B796D3ED4A}"/>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B1FB5AD7-793A-2806-8796-EE901DDA3688}"/>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E94B0D3D-730D-7819-10F9-B09A285C42B9}"/>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1D9BE5CB-C89E-F228-7267-864DE60F428C}"/>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05FE9AAF-BF26-DAF6-6FCF-A6C45C0AFAC6}"/>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470D0966-75BB-C390-66D2-46BB9E2254D9}"/>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31F17660-CABB-EA10-1064-EDC6819CDAD7}"/>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1D19A916-EAAB-A827-D418-EEDC40E88607}"/>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9CDA2102-8D5A-941B-F588-C8809B8E76BB}"/>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D53057FB-D8E1-4463-507C-FF232A50A7EA}"/>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02720D2D-71F1-1D5C-227D-0FD101FEB665}"/>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5A9E22AD-C0E2-5C30-4FE7-4DF507B70662}"/>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151B3A2B-428C-0B5B-734F-ACDA3686EAD0}"/>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AC1C9803-5F5F-29E5-E8FE-4147261D63FB}"/>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96E75CA7-55C7-2A6B-BA9F-0E78D1DA0F21}"/>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A9B2043-B006-6910-6F93-511492A8D660}"/>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92E6EE6A-557A-F246-1CEC-1DD0C9C1479B}"/>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B4825C83-A141-F0BB-D380-F8919BEF45B7}"/>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2BDD03B9-BB35-DBC1-8908-B8C184B0C703}"/>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7C72325B-028A-3A2E-E902-50F080E58D5E}"/>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5A96469F-9EA3-9DAA-42AB-15F31FBFC3CD}"/>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87A51577-2DBE-9217-92C5-3D9181F9D533}"/>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69E100E5-1BB4-2A74-C244-481B3E5C0E4E}"/>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03B094CF-886A-A8DA-F39F-8E07ACA3DA34}"/>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B0D0D9C2-12A0-87A6-FB77-4D6D044CE020}"/>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5941FFD2-56BA-8CEC-A488-3DE03B1291E5}"/>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911B14A0-BC77-5889-6314-722478E70F8F}"/>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4787A6C7-1A74-FC20-0ED9-4280A2EDECF8}"/>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7C576854-1B7E-E883-3C4A-9C5F50CB8F6C}"/>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1C2F106E-4F99-9B4A-D16B-36EF355F4C46}"/>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CBD30EDD-E807-B759-C188-3E5198F8EFD9}"/>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E3F70684-F78C-0A1B-9CFD-AF17F2C7E162}"/>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3EAB8CBA-8E89-7B19-14A5-CB7AAC6AD6D0}"/>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8C287A3A-EBD4-1FF2-8351-4E9A4A6E3983}"/>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FA26406A-C765-A294-1E53-B70E38E87C4A}"/>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29631BAF-7A22-944E-5213-72A9F322DC27}"/>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7A7FCE75-82E7-940B-F594-CBED1B6BDC0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FC1E9925-8CB2-8608-565A-3E868E0E5D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20DFF550-4F41-8DBA-4795-2C6C53020078}"/>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52A22132-890A-E420-D2AA-CCDD2C706A54}"/>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6BC9CEE1-B813-B2B5-3373-53248B6C4849}"/>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CFAC945D-7A86-8427-0336-4B239AF475AC}"/>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C3EF2BD-2FCD-5439-7DCD-F0986F09E1DD}"/>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DF2A209B-8AB8-0FBD-4A6C-01E8056026F9}"/>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56B3365-C7AD-DF91-BBC7-97770883C511}"/>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1D49E24B-25F3-217C-8E34-F76DDD5DE311}"/>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A4E0EC6A-0124-75CC-3994-1E277215400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B92ADB2A-DF95-3B9B-3D4E-25E8F2A0A5A3}"/>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E4CCC484-D9E5-87A4-C9BB-E042EB143340}"/>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7B3FC3DE-B214-0B26-B914-B1027F80D19E}"/>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D97C5D30-A161-B1A7-317C-A2A2879F1950}"/>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15B091DC-D41A-94A0-9EE0-80F9B1481C74}"/>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96E911C8-8BCE-4138-2ED8-5CCE9CCCDC46}"/>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72EC5496-A61D-F325-F8BE-45689C212B1B}"/>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8D9A704-97AB-AA83-771B-D88B62519C4E}"/>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5E64DBAF-4D14-1FC8-0424-032BAC17B696}"/>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06F1C48D-E8E6-4ABC-41E1-8F5F622C3264}"/>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34F87126-A184-C8E3-79EA-A18EA469FACA}"/>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C4FA9F6F-2B9C-2B6A-AF79-A4BA113B1F49}"/>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2C9806F5-9D73-941B-78E9-C4965E6DB170}"/>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C4982C0D-D58E-00D3-7E40-489CCFC7866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4C70A18D-69C6-F9B7-97F9-115382F9DC3C}"/>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CE5A0341-05EA-BAE6-8D71-D27526DC5D40}"/>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4FA405FB-0759-1D75-F019-E8526AC74056}"/>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9F1BA964-9796-FBA5-E26C-521BCADDCD85}"/>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02C7AC75-9B21-F70E-2E87-FD70C85BD89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476F9FA5-CE71-5691-1D5B-0C8FDB7FDBDD}"/>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EE72F1B9-89D0-9A5D-F545-7D658956E283}"/>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725B9082-F92D-9B9F-EC9E-BE243990C405}"/>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6D8911D1-263D-3445-137C-5F860D7CD420}"/>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E07035F3-92E3-7D8C-20AB-F4C6CAC5DC15}"/>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FF059BA3-5A12-C367-FC0F-2BFFE65B6F3B}"/>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178DF40-8492-A2F7-EBF4-651A2EEDB47F}"/>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A566A-5F23-1FD1-74F2-C89DDD65B8BE}"/>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F2DD7F45-FBEF-E112-CE15-272084E1F267}"/>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8CBF3A39-AC74-5E07-8AA0-9F52F648DC52}"/>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7D36D49E-C206-6400-20D8-1721AB8EAF47}"/>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44492EA8-CCC0-E1C4-A97C-E26408323154}"/>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BCDDE5DF-6391-6C88-A5CE-DAD46C71C70D}"/>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E9C1549C-0AB2-1391-00E9-5FCF90816730}"/>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68F0C776-942B-C803-4AC2-5826644E204A}"/>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6A75E5F3-FAE2-080D-CB9F-A75AB4726B18}"/>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1FBFB837-1F75-8DB7-3D04-4D9C996BF6FA}"/>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D0C40203-B1C3-77DB-7A6F-E62C84E9CC14}"/>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3BFC36A-B61B-FE00-14E9-A3902D1A3FBD}"/>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CDF17322-454E-7D0D-EA60-033A2382DB95}"/>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360C1605-E31C-AA70-1B76-9E741CA86FE1}"/>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5673AAC0-B2A9-B686-9867-3C7D1AC67E52}"/>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72C9849D-8F76-6250-5A77-410A557F767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EE1CF1C1-7796-A5C3-037D-CB1272885423}"/>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77D5F1AB-9AC3-9638-F333-2E0201C80C43}"/>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9BA369DF-4DBE-63F7-B0D4-F43528AFB4C9}"/>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C36A4F1-2FB1-0785-5D98-6AC1F94E5639}"/>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EB0D6B45-DEB7-4A88-9D67-8D1111CD1C26}"/>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4D11963-69B7-7EEE-EC85-3D6DBB5ADFFB}"/>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EB7EC63-A1D4-84C2-6321-FE721F89AB52}"/>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B2D94A9-BD32-BD28-B355-1DB1E698B7E6}"/>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87F7515F-33AF-E5D9-BB98-C8463A03DB19}"/>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E7A73A3C-A1DA-0F38-19F2-FF57B6419B39}"/>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83888CE7-2416-E5EC-60F1-B0775041FC9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96A0585B-7AAF-B8AB-4330-274D0F0A4158}"/>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92F320BB-9039-B534-0D54-A8659AE70512}"/>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79847181-B9E6-8711-CA18-787E3A730952}"/>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8484F5BC-978F-3AE4-D3B7-35FC01535F2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D8D6BB88-876C-2F52-AC15-4A98932BAECD}"/>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44466AF0-09B4-C019-4CA2-E60EBE562669}"/>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8BF60D16-4919-732C-DC4D-768E5E44E692}"/>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BC97D809-CEDF-AB3C-3723-6F46AD10FA82}"/>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76518636-2548-566B-58F7-DB50CA70C5F6}"/>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A13493AE-B835-D1B9-6E98-5F4FFA9BAB35}"/>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4BE2DC3B-B963-B507-9CE5-3736EDBCA6FA}"/>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9957F1AE-352A-E1B4-7FFF-4DD98A230F97}"/>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9366AAE2-2095-DD45-A78E-E5828B74F8F5}"/>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E263BB5A-A5AA-70B1-E351-53C85309A363}"/>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1DEA02F9-ED80-870E-FEBD-609670ED9ED8}"/>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D4719262-43FE-8FC5-C600-609B6CC7F6DD}"/>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C9AC029A-5445-3C28-A6D4-68ECC5A835A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A5BE88BA-0384-54E6-1098-437AA9CB6C68}"/>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5F7A25AA-291F-F68A-9343-2D605DD47E58}"/>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81DBACF6-9AE8-4BBC-898F-4426B0BAAAD3}"/>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E52BDA79-FDD1-C231-9AC1-544E08FF596E}"/>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3B254313-4111-3025-C5F9-339264CEDB7F}"/>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102E5770-594E-9AFB-7320-9A9B6B269514}"/>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22A563DF-7817-D9C8-E20A-0A78B22C1D3E}"/>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D21E8C88-05A0-A31F-6EE6-E2DC9452E041}"/>
              </a:ext>
            </a:extLst>
          </p:cNvPr>
          <p:cNvSpPr>
            <a:spLocks noGrp="1"/>
          </p:cNvSpPr>
          <p:nvPr/>
        </p:nvSpPr>
        <p:spPr>
          <a:xfrm>
            <a:off x="3549472" y="2316239"/>
            <a:ext cx="593766" cy="74221"/>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520" dirty="0">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F540CB5A-D646-220C-4E61-5045E1659513}"/>
              </a:ext>
            </a:extLst>
          </p:cNvPr>
          <p:cNvGrpSpPr/>
          <p:nvPr/>
        </p:nvGrpSpPr>
        <p:grpSpPr>
          <a:xfrm>
            <a:off x="3652108" y="2470653"/>
            <a:ext cx="389348" cy="482511"/>
            <a:chOff x="599474" y="4025272"/>
            <a:chExt cx="1349091" cy="1671901"/>
          </a:xfrm>
        </p:grpSpPr>
        <p:sp>
          <p:nvSpPr>
            <p:cNvPr id="228" name="Input_receptor__227">
              <a:extLst>
                <a:ext uri="{FF2B5EF4-FFF2-40B4-BE49-F238E27FC236}">
                  <a16:creationId xmlns:a16="http://schemas.microsoft.com/office/drawing/2014/main" id="{130825EB-1144-D0AD-AD51-CD3DC8C59340}"/>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0AA6A9EF-58B0-B963-3676-535A03F2E6E3}"/>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1B38AF80-2791-9B31-1392-BCF8E79DF73E}"/>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89713209-E356-FD08-2AEF-E5B11B62B94C}"/>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768BA67D-77E1-8957-5504-19E1AB6DD86D}"/>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1F0C0298-462C-2580-BA93-694F0DDF0BCD}"/>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609412A2-DF9A-03C2-E253-A5E1F4A158DE}"/>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682FF5FA-16D0-A481-FBF1-0BEEA2967410}"/>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1C65B0D4-33F8-7D49-17B6-62862DBBFC4F}"/>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99C344A9-56E5-00D7-2F30-46A555C66FB8}"/>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3AC6747C-F1E2-0CC1-B5B9-5A315EBE78E0}"/>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635D72B3-A8A7-F1FF-96A8-910CD872F18E}"/>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43661C4-59C8-E49D-FA65-ECF09C93C228}"/>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58FC215E-0AA0-7754-905B-536EA68DFA83}"/>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E3A71E1B-D694-78D0-A76B-215DAEBDDC0D}"/>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2183BC27-2DA5-30E5-F61E-8FEDB65BAFBF}"/>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923381E4-608C-3C71-B1BF-62FC0E4F3169}"/>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2E638650-F8D2-A7F8-80EA-FD1D522F75B3}"/>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28790B67-5BC3-B496-98A9-772C893D8750}"/>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37F39AD4-13D1-7470-043D-D20FB7759455}"/>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A632457D-F735-DC4C-5021-233B6BB3583B}"/>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94574BA2-66AE-84C5-EAFA-37A6A94F32CA}"/>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3555E6A7-4B81-05D3-BAD4-54B011167748}"/>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76824CBA-3D59-E09A-3163-6FBF06F9FD9F}"/>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74AB958D-E61D-DC00-DD00-CD1E914E3AB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59420809-AEFA-C324-3F94-EBC2AAA6E01F}"/>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8133BC45-2219-99A1-EB48-E41A201A1EBD}"/>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ABCB1E00-DAB7-1B8F-6955-523EBEDC43DA}"/>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3DEF6DE-8043-3E3D-C3B4-18B2DED54F6A}"/>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BEF29445-4693-7B59-01FC-6FC4C7FCEE3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CE8C43C3-FD32-68A3-83E5-1E6094B8A66A}"/>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72F49CB3-0956-75E6-5253-3DA330297B7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D8CA0AAC-5A10-35D9-BBD6-B7EF3A401A84}"/>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1ABC4B83-3219-9120-A963-4D89CCE1A269}"/>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298D5439-DA68-1F20-5739-5190B57E5B7F}"/>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3BEE20D6-2D11-4AA1-74DA-21A122125BC9}"/>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B7B224D1-5C20-C172-0B65-6538A27055D9}"/>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63BFB9A6-4F73-23B7-406C-DE602F414BC8}"/>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410E7D20-65F2-EE8C-47EA-3710F1E7154A}"/>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664D2E55-44DB-CBBA-E64F-B8D85B396941}"/>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B6D52CC4-FC19-255E-48C9-526C7D9A5A9A}"/>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54F13F9F-35DF-6041-EDA0-A1D1D3A7784B}"/>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FD753534-4FD4-B98A-56FF-679C36DF4FCC}"/>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5356FEC4-DA1D-908B-ECA5-43CB40E28DC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A6B6C01F-674C-1334-66FA-0E79FBA3AFBF}"/>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C5897AA1-59B7-8182-A927-B42D4AE20FAA}"/>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439F6821-3E1F-07BD-3966-BAF271D277E2}"/>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7CEF2EC0-BD48-C350-279D-1811B515CF16}"/>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874DB2AE-9DC1-AF65-4F7F-9AB7C6726287}"/>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DF6C3AC3-691C-D5CD-06AD-2F0C8D5934D9}"/>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4E9173E-C687-CDA8-144A-D793047AE741}"/>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41A1B6CA-93CB-B8CD-17A5-A3A6839E4CF5}"/>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DC381C14-7BCC-6619-B220-11BC998B5557}"/>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553A3FB8-0D88-6EBF-38BB-BE08AB1F9452}"/>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27FF9839-6CD6-C384-F803-FB3F4DE5E27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D6552BE6-831D-8518-ADB0-769E83AA12D2}"/>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35623B7E-D6CE-F510-670C-CCA5FA14128D}"/>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596F7B8A-0F4B-1B73-3EDB-B726CDE95BB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ED27F8E8-8254-9EAA-EFB8-275D8E3284A6}"/>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095BBBEC-28CC-69A6-E88B-F36BA4E1D628}"/>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FB95E9A7-7162-28A3-AA36-5CA761480EEB}"/>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7383D033-1C4C-D914-9231-2617B9FC7C24}"/>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E1FCC1B3-C851-EB63-9FD4-0BA7C0B7E642}"/>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C830BDB0-833F-DBD1-DF97-BB3F13E6C2EF}"/>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7EC5B713-AD69-785C-C325-ED476F082432}"/>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14DDA715-CBAC-A726-EC84-10C5A9782636}"/>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51B6FBD5-D801-78A8-4A03-0E0AA9820BD1}"/>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560C82B2-9A9F-A53C-C73D-5FCE9A575551}"/>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9EDABCF7-4926-8303-9638-9B666170DF9E}"/>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4E55E7A7-BD2B-C707-DE48-4526D1030F81}"/>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1C986B19-09E4-8308-2485-EE7DEBECDC6F}"/>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354FC31F-6B50-0DCA-2F57-B7FCAC8BAB1F}"/>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CE186742-C1E4-714C-61D0-E98AEA782B7F}"/>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E326A970-6CEB-DD80-A3E7-72955127CB2F}"/>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3FD9ADBF-DAEF-C2CD-798C-CD3E7151AE2D}"/>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54352004-96BA-5724-120B-8602AED895A4}"/>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A33EFF38-36E5-9559-45E4-CB69FDEC7AB4}"/>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EA8B71C1-5B4E-62F2-D207-D001A6D3FF09}"/>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110D6FDB-5EFE-623B-D3C9-16F7320152A7}"/>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1F92C2A1-6C62-8981-477B-954AC71F36F9}"/>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85C11ECB-3628-F5D1-13EC-6BF966772B27}"/>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F64CD266-F3C5-2E5B-D2D5-030BD8FCB42B}"/>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6E813032-FB4B-5BEC-563B-A71842AA9B1B}"/>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3D9E0876-1EBF-A15B-128C-0D6218CAE912}"/>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BD9058CB-9A96-91E2-1B5C-C349961FBDE5}"/>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AA001687-F6F3-3872-A4E7-261CDE100B5D}"/>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55629252-4500-321A-8BCB-88FFDC62C6FB}"/>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0AE794BE-25F9-3AE9-A5B7-540A7781D153}"/>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5182367-E2BC-AA19-1F43-2A430A1E8A64}"/>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46BD26E7-7C4A-B2F8-E2EB-866807CAFFE0}"/>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3283B345-0F36-33DD-81E8-C72EBEFB40D2}"/>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11C35E13-E15B-2C95-E221-22340FAF1A7B}"/>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6F4E467C-44CE-09F8-DA39-2B887E46276A}"/>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A94C571E-DA0F-9674-D026-6AA14E1B22B9}"/>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465BD7D8-0391-9762-50FA-700ED3098952}"/>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2A06A223-FC18-9F25-92B0-9A1E8271C62D}"/>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F5A019FF-3348-02B5-9219-7572B89495E7}"/>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4B9E6B85-2486-BA38-739A-A18EE58DDEE2}"/>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6641ED15-0C60-6665-11E4-6B32FBF74DAE}"/>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02812E7B-457D-8948-D341-B19B0F03845A}"/>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97FCBF62-09DE-F71E-CD62-A38D5EA31B64}"/>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043D1B4-443F-E63A-A6C9-5B6E6854BDBD}"/>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C30DD668-3816-73FC-C48F-8DFDA76F62CF}"/>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EBF37239-A239-792F-1666-F9B24D413FF5}"/>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CC0A6845-8BD0-34D2-ED58-9B2B57EAAD06}"/>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D8B6FCD7-D7EB-4A83-BFCC-84AC2BFD5F5E}"/>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02D95C73-0668-AE6B-77EF-209B1EDB3BC4}"/>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A3DB0105-F102-9053-5766-EF415DF69076}"/>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83E99AFC-780E-4F6D-C86C-B46271E59D4D}"/>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0A874462-5775-BAC9-3327-E4C81ADDD502}"/>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A66AC8F9-4F60-3885-1566-F2F67F0B3B05}"/>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7CDB881A-0708-3AA3-4D16-B246969D40C9}"/>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4167657E-3DC7-F2CF-E50F-EDA8DFBD2B63}"/>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55684312-D85C-32CE-D965-981C66E2E085}"/>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E7DD68A0-4675-10C5-2641-C49C84516067}"/>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84987111-ABFE-B378-DCF2-EB7F09F42C6F}"/>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18502568-46B4-0C83-2116-0DE1E85107D0}"/>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8BC0D9AF-ED81-FECA-E0F4-CC8165ABF021}"/>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0ABF478A-9F86-7E30-ACBF-D41F69BC5309}"/>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BA318736-3397-3FCE-E62D-19672830CFD9}"/>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73373272-4D4C-F6C4-F4E8-8211C8A72962}"/>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7E9D3174-E1A5-78AC-6872-78916DD89718}"/>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386327CC-8424-1FE3-30D2-9CBE7F0A0501}"/>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31E57DCF-EC45-B9DD-A5A1-41A8ECD427F9}"/>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75487BCA-ED14-5A74-9ED7-B7463B920989}"/>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E2878A5C-CE6A-8392-5821-5108EA0C34D3}"/>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228162FC-B286-89D7-3BFB-570575EA7938}"/>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26C9AEB5-776F-B3BA-D16D-AFFACB5C41A0}"/>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F8B08845-7A4D-93E5-44C5-E5EEF6DE9F87}"/>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3E7B8545-638D-931B-308E-FFC1C9F3F87F}"/>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2606464F-F245-A0A5-EA46-168B342E6AA4}"/>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F7BC6FA0-6D10-FA68-7D40-B0BBF9402499}"/>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AA50B621-BEAC-2923-3921-6A72B544482D}"/>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646EA487-4922-3592-BFB0-73F8D4837A74}"/>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C7BBBB1D-041D-8FF1-645F-250BE10536A8}"/>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2BF607B0-1222-EEE2-FB27-E19EE07EEDA0}"/>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86479FF1-7477-4687-2F06-C8613AE7E8CC}"/>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B96EC064-374F-4796-D625-F60D222E9B01}"/>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16365C60-6AEF-408E-F007-00F58B52CE01}"/>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7C162581-2DA3-5D3A-442D-120D327060E7}"/>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AB86D2C7-F157-80DC-7E72-3872641E4F83}"/>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726E96E9-D5A5-9DC5-597A-928E6E991B60}"/>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DF8CA3A4-B2E4-62A6-F0A6-524D2E5857CA}"/>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3051A8BB-BABA-D39A-DA08-CF511122B37F}"/>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5C0BDE77-1D25-620F-09B8-D784845D0DFB}"/>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9A3E3C50-1385-24CE-986F-DFB208270AD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9B4614B4-4EA4-FB18-AECC-95DF4DBF718A}"/>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474B3C89-FEDA-4A8A-145B-75D7D0D590A0}"/>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7DDDA6E1-88D9-6981-9EAF-0489DCE9C372}"/>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84C856-E48D-9F34-1B5E-77807602B9B8}"/>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CFDBAE8D-80C3-B10A-202C-622DCD6BC46E}"/>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BED269AD-EB7E-27A9-50D9-C0F46B151DD3}"/>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8868AAEB-D924-7C17-D334-1A3417033A82}"/>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3B66B199-88D0-E790-3740-3673CB63ACCF}"/>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5DF604DF-E844-52ED-B07B-FF195735F572}"/>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57B0FA0D-75B2-7D70-53BC-0AB827AC1876}"/>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B64E93A7-08D8-2700-C2E2-1433FF55082E}"/>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6C851347-6737-B712-73E1-7AEFD7E97750}"/>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EB1D6B32-1AD3-603B-6222-7DFA655FC476}"/>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F47AFA83-FD33-6D27-0C48-7CA986970D1F}"/>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8C7CC269-9C55-3CC3-D71F-553B389D9978}"/>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BCF9B0E1-F6C1-23CC-DD1D-AF2A19DDF875}"/>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4EA32DAC-361B-3516-3788-760563EA3D38}"/>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3F8AE1D4-397D-454E-E99D-A169FEA34125}"/>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E6FE8606-97AD-B8AC-D364-450F3B265949}"/>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98891C46-2F7A-98CD-A1F2-7430FECBC191}"/>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6CDB93A2-2601-3C98-FC6A-F05C2B10A9C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C818F542-3471-D39B-24E9-ACE34776C06E}"/>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8536C368-3532-EEEE-570F-6C8581C007B4}"/>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6E8F0250-1B1E-BCE1-D715-7614CB0383F4}"/>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4086624E-375A-A269-FE39-16A3783291B4}"/>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98A771EC-9889-49EF-8467-27C348D2525A}"/>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E0939649-F3F9-A34A-9E4C-D18C8BACB34C}"/>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2B36C070-686A-3EBC-32CF-2B449483030F}"/>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73981E8E-6A68-FC73-D431-C8B2D5BD7112}"/>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90509B3D-E358-81E1-E3B9-8A18CBDAEF97}"/>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01EF9805-23E4-7904-C91E-F621D4921D76}"/>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E8E23327-0789-E9A5-DE3C-B2EAD8562E06}"/>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0A52F265-28FE-48B7-C672-89682D1D6EFC}"/>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B109B4AD-695B-5488-5425-2BAB9F96F2AD}"/>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1F7FEB7C-087E-7160-909A-8AA87B311241}"/>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FCF9E3D5-7757-464A-9CC8-394AA6EED005}"/>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98911F0C-3F4C-0885-53D4-1D1A43893EDA}"/>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1293AFA2-82C2-FACE-5C9D-A9076006A64C}"/>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376BB05-F2D0-A76B-DDCF-01D9E45CF0C0}"/>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66B6B70F-B87B-2A40-AB33-2F793190FB2A}"/>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70462592-DA77-B47F-F48F-3E410B2BE829}"/>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7A436A63-8C04-7511-C92F-22A7B9E4B2CA}"/>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DAE5B413-6C07-E914-2E55-A151035815B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0BCAAFF8-A038-58E5-2A28-6E7579809766}"/>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445C5BB1-7F6E-C2D2-5E06-D227D2DD66C8}"/>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55460FA-A2CB-B7E0-104A-B33FFD109E9F}"/>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AEEFBDB9-1EB1-F205-5F43-3CA860222014}"/>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D0FD3812-3736-9219-0515-1120D55C9AA9}"/>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C05AB10-52B8-06D4-3FC1-C76E65FD63F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1151EAE9-A6D2-64C0-3563-4103A60C1E69}"/>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9A2ABA3A-1AFC-092D-8741-FEC7D6CA21B0}"/>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0210DC12-EDA3-80AB-260E-55CA6856F58D}"/>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BAE9048C-817D-3B73-428F-C60F3D43F475}"/>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914B3913-F69B-2F40-A3DF-0D41EE6A7505}"/>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52C677F9-DC3C-42DD-F1AD-1294A5BE8505}"/>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0CB74629-DD46-7B72-E7A5-74E82F063F08}"/>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0E2E0DD7-0A4D-FE53-1D54-15C7EDBC71E7}"/>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0CB28E8-46E4-284D-48BB-1452E2E43C9F}"/>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812B707C-864B-463F-1E7F-A4A30E183D46}"/>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9E39AAE6-A2AA-1A4B-129A-87B3098A7741}"/>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8D5802C6-F33B-D358-A4A6-644C45DB6C94}"/>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490F7443-DF4B-AE47-CC8D-73B98E25741D}"/>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EE388F81-CB0F-524C-A39D-13BD08D888A1}"/>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C8FE6A58-4680-38BF-13E4-5162C1F44170}"/>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46DCE8D2-5956-2E70-AB6C-30CC8676A2AF}"/>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35513BC5-FDBD-1D7C-2E34-B31D662C2541}"/>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2FEF3259-32DB-9753-4C15-86CC391923D4}"/>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08CE5BD4-63DD-CB54-0994-EC58431A4C2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2BFB092-308F-0A1C-404F-A0CE2A9F3BB7}"/>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9F573266-F722-AC8D-B14E-BA54F79BD834}"/>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1DE18359-13E6-80D2-98EC-3410437C8EC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B5CAE3AF-582B-6D49-1B9D-8C048DDAA6B7}"/>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0E46638D-3320-D0FC-6CF6-95B018422A1A}"/>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94B452FD-E6EA-A560-4CE7-1708160B5DFF}"/>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6F48D6A2-0278-D3B2-AAAA-E241428E990A}"/>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9AA678C-B991-3E43-C99A-36539EDD32CA}"/>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477A4BDC-198C-F5DB-1E5E-A808B57E7074}"/>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B5193F63-7317-F3C6-3851-2E3AE1F7FE68}"/>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80FA2486-84D5-D7A1-4061-77BA68689A78}"/>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0C9BE23C-B93E-2C6F-1440-38BC101CC659}"/>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36C19F53-8824-967B-6A88-B811709CB3B7}"/>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3FA4DD4D-D5C1-7934-8E46-7AE209E13ECA}"/>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5AE51A25-EB64-65AA-8539-AB2EE4B69BDC}"/>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F6E3EABE-7FB3-1545-DC9E-699DAB31CAC6}"/>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4D45680B-258B-B263-F157-C17B7B00B8A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64012CFD-4069-F6E1-79A7-E79365D11505}"/>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78208A53-EBD7-B956-05C0-F9990D4D54A0}"/>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B7A32720-685D-EBC3-C49D-C30A373D634A}"/>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5BF71E84-CFEE-92E2-F6D5-A92E2F30867E}"/>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EB5C2766-2A94-73AD-68AF-C28D8421EB30}"/>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BB8C2B49-9EC5-1F86-C1D2-4E0F09FC74E6}"/>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84DD500F-4625-E483-B0BC-B62F25AB2D33}"/>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F0F9B2EE-6E46-1439-5396-11F387BAD2E6}"/>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6613F732-1FFE-04F2-6B4B-DBD988B70E61}"/>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A1219B5F-DAA0-966E-16E4-A9B6B8688C4A}"/>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C84153B5-8E6A-BE1A-D801-7CB0D854F8F1}"/>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F88EEB64-E123-0A33-E392-F38DF27058B3}"/>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9E35D996-A4D4-1B47-9464-12F953454649}"/>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5A214B90-F538-9489-9CD4-5D1EC3A9A0F1}"/>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52E906CF-B483-3436-2542-49340F68508F}"/>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4829811-1D4A-55AB-3579-80B73118F01A}"/>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FEF3E0FD-258D-E80F-40DE-7820CDBB7C6C}"/>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9CDF1209-67F9-0AB2-74BC-D23A1D0CB0CE}"/>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7A30D9D0-5795-A3CA-4ADC-7DC95D977C3A}"/>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60E93030-1674-2778-DE4B-67A213FFD998}"/>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B89FA770-4916-BDA4-B1C2-595DC9FAE260}"/>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F0C81504-64DC-9EAC-F681-3E6598594EAF}"/>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941259F4-2F91-057C-646D-D987F51F474E}"/>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819CC6BC-B676-5D84-74E1-9A963EBA09AC}"/>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0DD08337-4A4A-4BF3-2173-08DB9DFA9A29}"/>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F0B1BC3-83D9-B355-8E13-B8290B517D5D}"/>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89FBF2BB-CF8F-05C7-5EBB-68F272CC5F7E}"/>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7CE171BA-9AD3-A480-85F0-C0D34BA3951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D156D0A4-10A2-0204-0819-F21962A2962E}"/>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E740D35D-50C2-607A-E0F2-77FFAE463F25}"/>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AE9DE094-FA4E-589D-84BB-D7304EB5D9B8}"/>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67107712-BE2F-1B73-998D-773FF2AFB74F}"/>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CBB7ABC8-96FA-A37C-5C6D-6EA40FD56344}"/>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1350B62A-870F-679B-1BCD-983512EE37E3}"/>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8B5C4343-869B-1A88-58D2-4ABF92C79EF0}"/>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289ED38E-AE17-76A4-A998-6F525CA25DB0}"/>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29F00CAE-A3BB-DA69-2F0B-99D25EE1C8F0}"/>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19E19E51-828E-7E90-9255-0A0A2622C091}"/>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02A0C944-6A1F-A405-2284-BFB1920D7A9F}"/>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A4286DCA-F999-5785-3D01-8596B30117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D6849419-73CE-0EDF-4765-285CCB04CF04}"/>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B222D460-39A5-0362-B75D-4321CC6CA895}"/>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2E0E50B9-5020-FB7D-654F-78D1F451325A}"/>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7D1294D9-F502-00FF-F2E0-11897DD31828}"/>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32F961C2-84E1-956E-604D-CA70418D148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A601BB9D-2C68-E232-E3D1-4745442207E3}"/>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46EF8D0C-84FC-91B6-C395-42702A4DC630}"/>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9C70C682-B5BA-671F-E0A7-1DFEBAC521BA}"/>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4BE66012-B192-70E4-BD68-D9EDE780DFEC}"/>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27985175-371A-B3C7-3DEB-E5ACE76D54F1}"/>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A84826DA-DE37-37A2-C01E-D6716A1E8405}"/>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B5834572-0162-562A-D156-396213A4611A}"/>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B5F71093-C4B5-CA6A-F583-34F5BB38A5D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9BEA0DE8-4D4A-E862-5CE9-4548927A39A6}"/>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937E7E22-D83F-8F70-7B32-BB54B74B50B8}"/>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6A592792-70A3-BE12-41F9-DFB02960D11F}"/>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3936572E-80DE-015A-AECE-2E78A849F8D9}"/>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F140862-15EB-47C8-1460-DEED8219D983}"/>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9AB98892-1840-0E64-E400-66988F5E8FB2}"/>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AE7B427C-6144-EF6E-A4DC-8784F35CC7F3}"/>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4551DEA8-E2B4-D7FA-56CD-0FE118E3F31E}"/>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737F717C-286F-8527-14BC-88D6C543301F}"/>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F7F57B89-7B45-2FE8-43F8-75031BAFC81B}"/>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B3285B9E-9875-EB19-E873-FFF6752FA671}"/>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1510C4D8-12BE-8461-1F84-BECAFEBB022B}"/>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91778358-DAB9-D00E-BFA4-D1EF7C832646}"/>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E0D35427-6607-2BF0-9D99-67CE74460F8B}"/>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6DBF199C-6DBC-C904-7C19-ADC9ADD2B3EF}"/>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E8D58D7E-6FAC-218B-E2FD-46292875F2B8}"/>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772FE378-610F-AD9E-42EB-2B68F39BD998}"/>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5A7471AF-9E84-3BFA-30B1-E77A03A30F13}"/>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8C626308-AC6E-1AA7-9462-58B09C7A5AF4}"/>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9BD548AE-DC13-4CFD-9B09-3BBBEFD973CD}"/>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40345F15-B496-26A5-A0EB-C8B5FA43228C}"/>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32E90171-BEC7-346B-978E-54112A8F7E6F}"/>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A2C91789-55DC-5E41-A065-A2BBED5FA2F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ABEA34AC-A153-1C1D-4D08-9412B7C27F90}"/>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6F35FC27-F5A5-CE82-B602-A8B7D28933AD}"/>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C28B50E6-05E0-4D35-D410-3946B3E8E42A}"/>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11E61F41-D318-6C3B-7638-4FE1BFACD59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A0DD4F9A-0EAE-E8B0-F1C3-692A655726FD}"/>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736C2363-BFCD-71ED-5570-AEE1E9F33C8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7E4CD11-4A0F-5F81-2AD0-21B7837ECDF6}"/>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351BCD20-5EEF-66DB-B22A-EC61D013B56F}"/>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E3618C3E-27E3-61F8-4484-3D7378C6F304}"/>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9952E04B-F50D-AD42-0A17-5A998D3DB446}"/>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2613ADB2-8634-E50E-4527-316FEC3182B7}"/>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6CE79D4-CF9B-0787-82B4-1159BF797322}"/>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0A9A61F1-5D1E-4EF4-2E1C-D44BBC5AD500}"/>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19EF7352-0942-9FEA-BE2C-CB2073D59451}"/>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D5B245DC-522C-2CDE-0973-24ED9F989197}"/>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21A0A108-F13F-3AF8-95B5-42602A9A60B4}"/>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A82286EE-3121-96C3-C9C0-DD66A2154927}"/>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8F327C63-BEAB-D1E1-9F7A-0FA1DCB86A21}"/>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B611EFFE-BF45-10FF-3439-BEFACDD7D8B4}"/>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BE550D51-4C32-1F33-965E-0C2062EC6016}"/>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7B186540-D729-45FD-E92B-604476251C89}"/>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5DFBD557-AB44-545B-F19D-A1D1857621F2}"/>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B566B21B-6CCB-9EDB-A6EB-6B9932FCBD5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D895A00C-F8FF-D6A5-799C-51DDB7287A82}"/>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B9082100-DBB5-0028-22AA-F4040349DD5F}"/>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7C494D4C-D22A-6919-AE4F-87F858A59120}"/>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C2699C4D-1EB4-F5CD-6BC8-2A3F169FEEB7}"/>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DBDCB7CF-E8A4-F282-1122-5CFABB1CCA09}"/>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060D5C3A-97E4-D71C-CEE9-2F222F006F65}"/>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372502DE-C0DE-020B-2459-68B1C956A06A}"/>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FBA26E89-87A1-4CCC-A93A-F8A4CE371A79}"/>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169CDDEB-5E8C-419E-0428-6A85D5AEFA94}"/>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EA9DACF9-797E-B0DC-945D-A5E3C8FE4BCF}"/>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91D3A5DF-267B-2E08-5521-0DDD7790007B}"/>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626F1870-C078-1C01-7937-C17FD269B56B}"/>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6AF596AE-4BFD-A4FD-9EBC-1DC0AFFEB9EC}"/>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9EBDAE6A-C6EC-25BC-DEFB-D81ED897D7D7}"/>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E29B697A-A114-35C3-610F-CD91AFF38832}"/>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B64837E5-B1DD-C2C9-00AA-8BBBF42391D0}"/>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3076CDC5-350A-305F-5CDA-6F8EFEBF5209}"/>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17A42282-545E-9D68-8F93-14E626B73DA7}"/>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44039F67-0BB5-B2B7-EEF9-3BCFD7BB3EFA}"/>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9D8F4780-20C3-75CD-E5A7-0F0D091AB580}"/>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2E114F3-079C-CE13-C374-5820BD0CE6E8}"/>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9C666354-7163-3E0B-6F18-615B872FF3C7}"/>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223BC471-CB49-E546-D785-A6290426B55C}"/>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CA2843DC-7491-D44C-D731-88E85F1A57C7}"/>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073907FF-2CB1-3F09-445C-9BB1FAC5B087}"/>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E4629AC8-7286-A1DB-A7E2-F55AA99CCF33}"/>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705D32F0-2404-4DEA-BBE3-6C628C298A02}"/>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2F553F03-1599-D633-D44B-27989FD989FD}"/>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AF83E654-D59E-6837-673F-DE390634E19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CEC30503-7B13-31AF-5CC2-C703AE5D5012}"/>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4A7E6384-E9CB-681C-47B8-F6A1E4853625}"/>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7ACEEA08-1FB9-4580-492F-95AD4FE25D14}"/>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39C702EA-BE12-9086-C4AD-2BF2C77EA75F}"/>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4C8F5450-8357-5694-0BF0-9A3F1CE2C64B}"/>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AE98A773-7049-1DFB-0E5A-F94ACA1CCDBC}"/>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78A25C98-19FD-EF04-60E3-3DECF3D08B70}"/>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EBB10E3D-60C3-6BAD-338C-EE2796FD2241}"/>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7BBF0DB1-A6E9-99D4-750D-00C7C48EA18C}"/>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6B9CC82D-6563-99F2-AAFE-6FD17D3BF24D}"/>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2AF2EA33-6748-E604-3D71-3442B4005827}"/>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605E4D68-E26E-4C1A-1F4E-E35418E890F4}"/>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6AE72D4A-B7B1-1F3C-891D-F5A5B476FCC7}"/>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176A107-877C-5CA6-975E-F4BAF6BD17BC}"/>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D5FA8D96-8716-742C-A3B3-5858A13FD7F9}"/>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4427B889-7C6E-20F5-427B-E6D184F5008A}"/>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886EC8C5-4B9E-A636-A613-0FC0DE0749BD}"/>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961D7F0B-96DE-2D31-4049-6A41A4A5C757}"/>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A133AB8B-36DE-A69D-99CB-090B706C5D95}"/>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EEBA98BF-FB51-A8F0-1095-65C7626860E3}"/>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827A8468-5BB5-39CA-312E-FD102CFB17B5}"/>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6446C01C-4CD0-9398-0174-06235025E467}"/>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CF064A64-2992-6CD0-2269-6DF58CD77377}"/>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E4B5EACF-8CE0-4CB7-79C3-421F2F890A7F}"/>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D1B4F58E-8FDA-1503-E4D2-C9183A0CF042}"/>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CC52BB9D-6984-1D55-F7B8-738A6A4F92BC}"/>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AB657F3A-D1BF-21C4-AFF2-4FD172B4FFE5}"/>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35B4DFD2-DE4B-894C-3FBC-AA9068A1A5DD}"/>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84A9EF6D-496D-C9E5-D092-389496C603E0}"/>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FF893B77-ACF9-7743-F335-B6E99EA3B9CA}"/>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DD3B14F7-D5FE-D31D-7F9B-ADE3E90857E3}"/>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3ACDDA0C-0FBD-2767-3C1C-254F585F29F1}"/>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5AE019E3-723D-D608-1925-B68074714697}"/>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6739AFFA-A714-2903-2AAF-12CCAD0DF401}"/>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D1860575-E703-A834-2EDB-C95C1B2C8B7A}"/>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6800EEF1-9DA9-6DE2-3724-642EBFCA936F}"/>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E6E5423E-9893-BE37-C37B-596042F9444C}"/>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D7265A4B-F559-FD6D-4F5A-AE0BE0C0C4EE}"/>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10138158-12B8-38B9-CF1E-1C0604958FFC}"/>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863200B2-31BF-149C-9CBA-5C5D7EE9CA6C}"/>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EEBB7144-A402-14B0-45F3-EAA94C39DDE0}"/>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BA5E9D28-CADB-6329-3509-B4D31AD31988}"/>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9C1EB7D0-6ED2-2060-A0D6-CC7E9F0C045A}"/>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901A36C6-E65A-4278-E0C6-FBA88EA93251}"/>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B18FB59-0CBF-59D2-B255-9A9CFCA24617}"/>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9A31B903-F8F8-1E20-9452-164CC0F8F689}"/>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49F3C65F-F546-2D10-8CB4-ACC492425060}"/>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473FDD23-CFA9-2A7F-E323-494CD5506A7B}"/>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6929741D-604F-A6F0-9122-F147EDE93F3D}"/>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D02A152B-6685-87ED-1293-7C1DEAE8BF3F}"/>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C553C4F4-D65E-495B-5E69-AD0144794BE9}"/>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E9EECD6E-E5FD-DC8E-F4F5-0EB6A3D49662}"/>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DDD8C9CB-29CE-8316-EF14-B5DBC7BB49A1}"/>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A81CC622-1B1E-0204-B46A-2FD76D906895}"/>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68B5C8A6-54D1-066D-4257-1DF5941491AA}"/>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FA9DF588-F885-5AA9-F5DF-9EA1E8726CE0}"/>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12E9DA42-7E43-D0CF-D8C1-232C97AB5421}"/>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AE1B7C32-DEF2-B3D7-664C-E85325C5ACC6}"/>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6B03C6B3-0678-4F7B-4FF3-7A9F1A84F7E3}"/>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82110929-8775-C70B-C9D8-FD939B14B403}"/>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8FF522E9-5374-2D60-A206-74BD27F1F79C}"/>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76BAECE5-8CE8-154C-1099-50481BA05676}"/>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812D4ED8-8840-4BA8-8D23-9F4D9E9E41CF}"/>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514F6ADC-19D0-DC1F-122A-4C4BB7F08849}"/>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EA97F4E2-117F-69C8-36FD-666369C7D279}"/>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62E7A3D-F44B-E36F-61F7-4ED044BCE253}"/>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F627869F-4053-7950-A733-C51E031CF6BC}"/>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A8C66525-802B-A0CD-A80B-2C632956C04E}"/>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EA8BF603-8877-38E8-4889-64B90595EC2F}"/>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B361F20B-6B69-6178-A053-2CDA260EA4CD}"/>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79978BE1-1AD9-EE17-6092-898BCC0CAEA6}"/>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E30B11C1-DA4A-513D-6C01-1A9C75C4E315}"/>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E0FEF68A-48A7-F33D-24CD-49D07313B576}"/>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91571CEB-5BEC-127C-8321-66867A618942}"/>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6CE75BC8-A837-CA22-1A0F-38640A8846C1}"/>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6187D258-2FBE-07CF-524A-62E43F955F45}"/>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863DC03D-1F04-06EC-AD5E-5E424FC3C625}"/>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F8C3B8A6-41E7-4F59-3090-33E666944F7B}"/>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8B3DADF1-8E02-BC4F-55EF-E45467D6B679}"/>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16BA0D62-35C1-341C-3377-C422F1A9E996}"/>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43EA36D6-905C-3630-C4AA-46D20CA4230B}"/>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7E177ACC-A23E-B96C-6A75-1FEBD7F28440}"/>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50BCEA89-0092-5C84-CDCF-90CDC46EA010}"/>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7DE01419-DC57-112B-9563-2138219D1F55}"/>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13DFEF3C-CC10-7211-380F-7AF95B0DB7EC}"/>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E7BB83B5-FC18-56CF-6693-97126E8E0937}"/>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94769880-20EA-2FF9-9B43-B8B22E7C4CF3}"/>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67539F42-5F48-0936-28AF-F344A2CBF5FA}"/>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9DD328C3-B364-C564-C1C9-58374C220E85}"/>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1635DF03-456A-7F9B-189C-CA09B6129B66}"/>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155BCA3A-4BB5-5D09-B64F-6E642C63E7F4}"/>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2CB97772-9A68-CB68-4FEF-5B3F94FE30CD}"/>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2661FF64-967B-1C93-9FB7-EC70D6B9DC65}"/>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400106D-7D86-DA18-0FA3-23C3B7800751}"/>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9F443C5B-3F4F-71A0-E5D1-53DA27ACC337}"/>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C1FD156D-F853-00F0-9B98-63450E3AE78C}"/>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0BA62075-9E4B-67BB-DCD3-E0392A86B5EE}"/>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28C998C7-2BDB-DE95-4943-C8C50270E0E3}"/>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E072E12A-43B6-14A1-23BD-93D6FFB274AF}"/>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BC4585F3-FA1A-5443-C996-68D07D5AE9F2}"/>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AAE1526C-6B14-BC31-3A12-D891A159DA68}"/>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B0BD1A9-0160-29BF-C616-AE24CD672819}"/>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81CD3CF5-0E08-3286-0847-2675EDFD29CA}"/>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43E56CA8-8638-BAF9-23D1-EE339593B684}"/>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AE33C1B5-0045-84FD-556B-744D5E0D457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5B5AA91F-C3A7-1E47-32BB-D19286FE2401}"/>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A82712ED-259F-C32C-6598-F4191425A53C}"/>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B16C0A2E-31DD-821E-A3E0-09DA644B3FD9}"/>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90DD23E1-AC94-2838-23C2-8B6C2BB388AF}"/>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EA347A6F-D92B-60F9-570D-84CC61138A7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E0FEDD4-7206-12E3-9ABA-D1B3672AF138}"/>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DD214465-BA0C-7452-8EA9-8868ACF031A3}"/>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64DD61C1-0D2F-35D8-07D0-4169C65234F0}"/>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1A464507-25D7-B136-B563-9A6C53345DEF}"/>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003C30AD-969B-A426-DECA-09AAF602C450}"/>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D7B9B369-C02B-3F46-1BFC-F85D6A6DA555}"/>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2517B23A-1494-D3BB-C09D-A3110929D3C7}"/>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6673F821-28A2-B086-90EE-08F8F8C59F71}"/>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F4A72CFA-98B4-8A36-F071-589E2C541C7F}"/>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1D2D6B81-6351-DC23-58F1-3EEB21A47DBB}"/>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FA2B1A81-A7BB-DCC2-A0C1-AED5B00D44F2}"/>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184A154C-5663-70AD-D9AE-9497E696A81D}"/>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2C5E9CBA-DEF7-A166-AAC3-CD64A6F653C6}"/>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BED51B05-6FF7-E8F0-F9C0-DFDF6AE9B584}"/>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8493DACC-8934-3384-64AB-657E322AE561}"/>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23D6812E-F1F3-EA97-CCAD-A8491286A19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DC8ED785-4E23-5542-3BC5-5CFEFB01E25F}"/>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718E73D1-4086-2EC8-4E6A-8FAB599BE4CD}"/>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89C4313A-AE0A-9F91-5212-FE8FF8E21C3F}"/>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1FD0B7CE-4B12-3DB0-911C-60F3A36DE668}"/>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AAA0E118-44BE-841B-322D-B9E71BE627B0}"/>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2FE63ADA-269F-2E2D-8BA3-A7F8B27A0EE7}"/>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53AC46A2-6E76-A245-A1BD-7CFB570066E0}"/>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C1B771D1-4232-17AD-1A04-6C22A61BC59B}"/>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576A80B1-7F05-CB28-DAC7-BCB6EB204534}"/>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2103E57D-DA30-A7BA-083C-5D2B69B61DA5}"/>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5F7A1439-CC32-2DA1-47F9-531838D0DBF9}"/>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6453E275-7C9F-431A-AB62-DED49C7B19F9}"/>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5B38AE9F-D8A1-404E-B0F0-6BCF40586BD0}"/>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45DAD2-02EC-3C93-0337-99F4277A76E0}"/>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A38B37E4-7535-9270-ECB3-6D655FBE9FF2}"/>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88C2B362-F28B-D82F-AF69-72B4CF8C8CBF}"/>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F652532F-CEB3-BF27-C1A9-0612C589AD09}"/>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B072EA0F-599A-530D-F668-FBE59636671C}"/>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FAC1D903-5043-5213-DC07-00F7D82398F1}"/>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382D9D70-9985-3A7E-6BB4-5A32FF4AB93B}"/>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DA88CD41-BFB3-5612-5DD8-FB3B9649814B}"/>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CA3189F3-F6E1-2261-581D-D0575DABC06D}"/>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4ABCB9C9-5859-71AB-E6DD-13C6F92B4510}"/>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E0A1D605-E868-0EBA-DC33-1F3AA895508F}"/>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11C4B907-972B-0CB5-9532-4A39A43BAC83}"/>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D28B710E-8E68-2014-1BC9-D3C2C2ACFA51}"/>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F5312961-5FF8-4365-F4EE-53F82D4D8629}"/>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74E8943D-A664-8F2F-8CBF-25C3124218CC}"/>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F67B6D95-7BFD-85FC-4CE1-92B83649128B}"/>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8FC6C7E7-7CBF-1518-8C7B-902F84B7F1E9}"/>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7E19812A-D49E-AA25-93D1-7939A711672A}"/>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F778CC26-F8FD-62F2-F1D6-1548020DB4F5}"/>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97C273CE-A1FC-783C-2669-377785DDB4D7}"/>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C806B1B9-C6A8-DBE7-D65C-2AEEFFED03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655AF6EC-9590-06CB-9ED7-39A4CB34786C}"/>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CB357FCD-CF6D-2FFE-0D4F-C6CD64F1236B}"/>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ACF97E6B-0054-8C01-674A-7B2EFCC883CD}"/>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44340061-FD96-76EB-5513-3F65B165BB57}"/>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6D4559DC-3FD7-0F3E-E398-AF4B14E5F9BD}"/>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F3422FEC-DC07-0616-4234-2EEE16BD2857}"/>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C4FA1A6F-79AC-4953-42FF-375F16439F4E}"/>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EF63B75F-59C7-67C9-218E-D85669DE5788}"/>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DB424BE-02DC-5011-D8AA-B55B090D6EED}"/>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DC231B4A-862C-FA70-F698-3A477A6F8478}"/>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053063E5-9CD5-A852-243A-4C7C7D65438A}"/>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DC312CD7-FA74-3330-A45A-84F41A6FEBB8}"/>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47DD3479-0B14-B1F4-427B-8C5551955B1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22C879A0-11AC-A861-103B-40AC87BAB2AE}"/>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C47F63A2-328D-F86B-B48C-CF8282485B30}"/>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26E7CA0D-9444-ED91-0541-63226A701D85}"/>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759F60CD-B50D-11A8-70C6-3A5A62BF27A4}"/>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AC03D1DB-0982-C1B2-DB87-7CE3FCD6B80B}"/>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AABBE541-BB62-5E8D-7251-A739CE7B82D3}"/>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84F2C898-9385-1D28-4A09-1336979526E3}"/>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FC9349B1-888F-39D7-2BA1-937AD83C954A}"/>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EAC1B3EC-AF36-A52A-AE44-BFEFB22996EA}"/>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3290C6B4-B1C2-7799-4B5D-AC514744A622}"/>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D0830527-C063-7A34-9519-92F84A3A2419}"/>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07562ED5-8C84-BF70-20D1-5991B42F23D6}"/>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FEBF6706-9819-9423-94E5-2889546D7CB2}"/>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3CED49CD-8B75-25FC-BC55-F64C740FF482}"/>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77FDD541-6FC8-BC3D-8800-82E761395E68}"/>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B101B797-0BCE-63D4-1B37-D7089142F738}"/>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6CB2A187-D918-8113-DB34-1789AD1E9374}"/>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C23BF1FB-154C-7AC2-4CB2-F415C56D3F0F}"/>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6A7C1840-EFC4-7C69-3D43-303E050BC365}"/>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3A428E38-1091-842A-D2BD-548578166414}"/>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D2698300-7622-B322-CB54-92B76E1798D1}"/>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F2C71CF7-4383-2FC4-D6C2-5C31C0F2A914}"/>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BA59BAFE-AE5A-B7ED-E00C-DD60B83BCD8D}"/>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AC425D24-6AE3-02B6-9D14-8C5A18633A46}"/>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B6B81DD3-04AE-B682-65C3-1512F5743AA4}"/>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3285B6F9-2742-8E19-C1F3-67C394303146}"/>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529E62BF-7814-E82D-249B-F70E58FC30E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D7B4815E-DF4C-FDFD-DA2A-6747412FD58A}"/>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6679201F-DB89-90C6-DDC3-8E370F4B2D84}"/>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1D0E412D-DFCD-688C-7A49-B41DBD7893E7}"/>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017D4AA8-DF10-A2C5-251A-93EC3329BA83}"/>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A36BC7E3-0925-2080-1EB3-D1B602F422F1}"/>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3DC1E338-CF13-F00A-94D1-6450CA4810EE}"/>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3686324D-7557-FBF6-6CCE-4FFA39EC7E85}"/>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CEA0575A-BADF-582C-FD8C-3D7C66A1B138}"/>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CD2D98E8-4290-A192-EC71-2DB07754968B}"/>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A80A6A90-E6DA-3738-0ACF-2164C7A036A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AE7B77D9-67E1-4479-9A98-2022DF5F7BFF}"/>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7684BAC9-6041-F002-784F-E523AF2E4A48}"/>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DC49D22B-0B2D-9353-CE82-58DB92E40643}"/>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A652D13F-79DE-A655-00D9-EA548A79D41E}"/>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173F5F58-F8C5-E2A3-6E33-AF62D7E2F61D}"/>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DA998985-B73B-4914-6081-331A3CFE6ABA}"/>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14BBDB15-0F41-3F07-9721-019C1CDC117B}"/>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95B8E676-58C9-7D59-8203-1E01FF1E8A66}"/>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0DCC270E-9CF2-C9A6-5DAF-54FE23814FCA}"/>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5EB6033-3A1B-5386-27DE-8B55E314A5F6}"/>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25219F86-5A21-A479-4E6A-14F7D47F713F}"/>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A875CD6E-A2BE-3B58-98F3-6E1ED509E282}"/>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45099894-BFA3-8C2F-407B-9ADE8E2E29FC}"/>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F3FEC414-3109-0DD1-4E68-2DFCB58A677C}"/>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AD73F8CE-7071-3DDE-511B-523DD5A46C6A}"/>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B87BF9CE-D075-CAF8-D64D-ECB699C8EA4D}"/>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A061E555-116C-6CC2-79B6-00F84F625D5F}"/>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E6B0E558-3CF2-2452-FAEC-9BF05BBE5CB6}"/>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0650A512-EE7B-12F3-033A-A6D6620D0004}"/>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7B367F3F-DD3C-C812-1402-7C2C8DCCD199}"/>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26C1ED5E-E5A5-0C35-6D01-BA822D8BAF63}"/>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DD6AF2DD-04F5-FEBD-B98E-59F0BEF7A76C}"/>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BAAD398E-3B34-EDBB-160A-ADBD5E3D908B}"/>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E4F0FE13-3F21-29FB-483C-AEC89E8D322E}"/>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40575C88-7EB1-BA54-7B86-F1F7246827FD}"/>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3728211-6124-34A7-E4C9-70E27F7AE22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3D940208-60C5-9DCA-1934-CE98DC5427D8}"/>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BDF412B3-9394-B109-57F6-355EE0BC90D1}"/>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1C8660A7-58EE-3C80-0D17-7F26293F42B6}"/>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74A4B782-3776-D801-361D-868BBBFC97E5}"/>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E94F4BBE-7362-AC8C-864E-C2723488E0B3}"/>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1FE56F5E-E0FE-D92E-31E2-16C820957F5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D7354D3B-96A3-A92A-5F9B-33D079A1D62B}"/>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1B0F8FF1-91B4-F5D4-133F-B31FBB3D3D0C}"/>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2301A899-45EE-F8A6-F463-708CC92BD0E5}"/>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FF299938-6D8F-D9F8-CE62-7401F02C038E}"/>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9059ACBB-7E67-3EED-5BB2-816C3C9A003F}"/>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9E17B43F-305E-8218-A1A9-0778F2C5BB8B}"/>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293B04D3-C0D0-90B4-9055-197C2CB7DE1B}"/>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F03BBC7B-30BC-1158-57D6-4C21FF2481FC}"/>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0E7D96BE-C428-C3FD-41F5-1EEB9D714A47}"/>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087C1460-3879-FCE8-9B76-31A862879700}"/>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82FE07E-9A26-7640-0712-B0605F136D13}"/>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12B9CFD8-D49E-E7F6-8154-3905A459260F}"/>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EB051896-06AC-6BBF-3B49-BE28E2717983}"/>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DCD83C41-BDBD-A83F-F903-4C1F28C040E9}"/>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DE92B801-B35B-9110-2225-41E108AD03BC}"/>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1395601D-B20C-6826-6B4E-2421C9999611}"/>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3C02A128-3574-4AEE-4A03-381952BFADA6}"/>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EFB3232C-282B-17DD-562D-85BDC5CB221A}"/>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CAB0E677-0D61-C256-38A6-3381C05B7EF4}"/>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F35A7B68-2047-4463-6923-09B30A2B0194}"/>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953D9355-5B3C-6A89-ADBB-64D45960D20F}"/>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142FF03E-9D8A-89DC-C77F-DBFB9CEBA137}"/>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90D280C2-11AD-7091-033E-92E7B3C3FC49}"/>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25155EE1-C81A-C2AD-8D68-B34169DFEE48}"/>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EA84E8D9-BEF4-8201-E406-2EE72EBDEC43}"/>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97B4E91A-3ADD-D87E-E8DE-870497359B26}"/>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2EEDBD6F-528C-5ABD-7B3C-0F4CCD59DE03}"/>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1FA34591-2012-485E-3B1E-B739312241E8}"/>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5258D0D0-2DF3-0DCC-3E4F-73CA208EEC40}"/>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FC3392A7-EB99-A20A-A368-A04A1A95B06C}"/>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15752338-2E80-0A3C-A3D6-29E40C5B447A}"/>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0DB63541-F12D-B521-F3ED-CD939104330F}"/>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8F32CF1E-BECE-AD96-DA9B-86C916BC5647}"/>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92C5EA8F-F88B-200F-F638-C3FE10B81F5A}"/>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1B902296-462E-3BEA-CBFF-57F3F0314B8E}"/>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07E216BB-7944-2623-6217-0024F181ADE0}"/>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575CF79F-0043-A9E7-DF68-5F1411BDF0EE}"/>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4F5966D5-21C2-31D1-D0C7-E72FD174DE5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B3856456-3EFA-09A5-B338-5B2684D7F14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C0AF5FAF-AE8C-A2E8-27DA-AD72B03FDCE9}"/>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02EE1BF1-E3A5-3BE2-85AF-19F97E73319E}"/>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62287C56-7A42-57B8-06C3-47C85F6B33C8}"/>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7B7B5BE-8FEA-6611-3F11-5FD3C2913D08}"/>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E36CF306-97CE-65E8-0E23-5A4ECF1FA7E0}"/>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DC8DB07E-54F3-8B51-58B9-571F69AF1FBA}"/>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6B4E7A97-B5BA-6D79-DB3E-932560955846}"/>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387AD9AA-533F-234A-E84C-481A362EDBF3}"/>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3979F046-22BE-D68C-F12D-32E357F1F269}"/>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51274693-6C43-34D0-AB66-67B264FEE1B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D391D2AB-F86B-C1F1-11CC-14E96860A6F7}"/>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97CADE0E-E6AE-A64B-3355-366347AE5194}"/>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AB6A179F-8E17-F094-6F2D-4E0C261D1F35}"/>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36AB5448-098E-5195-1603-8390558B426B}"/>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4062100D-0B35-0BD4-C80E-8291788980F3}"/>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5926B2C-DADB-65F8-27EC-348A984D241D}"/>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7F56DCF3-7B5E-5D25-D98C-D4328B0BC051}"/>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90FBA6AD-F075-7A85-53D5-3D52E426112C}"/>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E25590DD-6816-F337-F4FD-FE6DE7368518}"/>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DAFE2BEE-D5AF-263C-7B7B-05EA6FBDC6FE}"/>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6CC3CF9B-F050-C408-DEC4-2524169CFA05}"/>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7DFF36DD-14CA-C5BC-6435-5D5CDBF2919C}"/>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EBE0F3E-2903-6818-3656-0E38E1CB0148}"/>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3549721C-5484-62EC-337C-BF2176D6D5CD}"/>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1280A381-36EF-1AE1-FF94-4E7434E32B36}"/>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739681A6-1AE2-96AA-F43A-288EA765AA3D}"/>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A3D31F3B-D5DD-121F-7DB9-DCDCF66DD653}"/>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8ECAD697-F48A-2EED-34D5-048DC5A8D952}"/>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EC0E5C76-D39C-46C1-7CB4-E11359253091}"/>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E66C7812-168A-C843-CF11-30D1EC824F64}"/>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B3FFB4C8-657A-4858-2978-DB6A0D29110D}"/>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7EEDEBD8-8A9A-2FBF-A75A-D0C5CA91DE99}"/>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AB80482C-9EF6-532E-B761-AEB416AD3C55}"/>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5E96837-87F1-A1C6-B820-0EBB65CB7A64}"/>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5792D075-51D2-090C-12B7-C53344EC449D}"/>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1793D72D-9887-CCE0-EADA-54A26D455C7D}"/>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9162D278-6D51-64C1-0968-526B39C74025}"/>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B60012ED-5A42-E66C-F672-33E68CB1E9C8}"/>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B1255F71-8CDE-9C35-8B1E-3367989F2437}"/>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48A76BD2-62EB-647E-F518-2EF9177B5DEA}"/>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ED2CF8ED-1E24-69FD-9CA7-6E733C58108F}"/>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8C18BA93-B029-5F6A-2D07-46E7ADB68AD6}"/>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BE533D2E-ACAF-1FB9-957F-99A07467BCE2}"/>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DFFD3A08-C35E-96F5-CA08-14FC5637F476}"/>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4D0EC0C1-8D4F-CEC4-9ACB-FB77F44E4672}"/>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11D7FA45-0FAF-E01A-EA0E-1037D96024DF}"/>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7082A5C9-C7BD-1141-D241-034C6121A00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ED1C0670-5404-9DF0-3394-C9966999516C}"/>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C843AF53-1C2B-F40C-8AC7-E9D23621DC07}"/>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528EA4AF-BEA0-D17B-D613-DFB528573D30}"/>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DBB2213-5E95-5912-765E-52FC9347A21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D838EBDE-B7B0-1F17-2366-277B6DA499F2}"/>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79D7274-8782-E393-0CE0-960623D7EF9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51B54315-256E-42B5-F499-805764B48DE7}"/>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2A37D0FC-FBF9-A4F7-91A2-3A28D18CB58B}"/>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5CCC452A-C7EE-BB06-706F-0FFBA41A308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FBAB6242-1863-9BFB-392A-60C83775111E}"/>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70330F48-8292-2723-B485-CCB01F7973DA}"/>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754676F6-F959-4E79-7E19-52291FA80E24}"/>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147B0B3B-8B15-BA6A-ECC0-CC143D75EEF3}"/>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F6F96905-45EF-951D-64FC-C4F75F1EF61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2C063888-5A1F-F383-F46A-8B87625A9BEF}"/>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D93E5950-A240-0230-C204-1F3AAB6251D8}"/>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C2ABA24C-34C3-B96E-2072-A45441551393}"/>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2E44F36-1DE9-A9D9-3677-5229A925A22D}"/>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4D603D07-D42A-F4C6-3559-1ACEE4F6A2B8}"/>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8BE37EF1-A6E7-CC32-2C57-24011C9CB11A}"/>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DBD9BDA0-0507-C376-C50B-32455379DAFC}"/>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765BDE79-747F-E4B3-C9EB-7E3DA754DC6B}"/>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E5C12EDD-2FB0-5EEF-69BC-A097D368DEE5}"/>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DDAD15F1-D4B3-4CFD-5E07-49884DFCB313}"/>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FA631DB4-BECB-2770-240A-B3E9CDB04B56}"/>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3511CF2-173E-A14F-CDDB-D537F1DB4EDB}"/>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733B1403-8D8E-E792-8509-552D39844593}"/>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DE555F70-52F1-2660-532B-3DAC20723EE2}"/>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BFB858B5-A46E-6947-8583-CD6B87A44F8B}"/>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8B8C5349-C21B-99D6-36E9-00C3547A94AA}"/>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9ADB08CE-2F09-0C6E-6B2D-E8FE03556C14}"/>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9B1A2E4C-A904-DFAE-E30E-4D91E0975EDE}"/>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11FE36AC-B042-E271-69D3-DED106B4DBAC}"/>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421B288D-5E4E-4A46-0B76-B0249767F647}"/>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E411A6EA-D4F3-44E2-4DB6-1B8DB3CF54C1}"/>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9CD0F869-C721-C1C7-7DE5-257392BFD547}"/>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24A40760-401A-78F7-8553-0ED0DF6A0CFE}"/>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EC46DD7D-95C3-43FC-BDCF-F13D36B55D4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4EF98A0C-8EBB-F75C-4882-AE2B55C20A05}"/>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D94B37BA-22BB-44EA-D056-8BD922F02E1B}"/>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AB96B3ED-7A6C-E933-2937-F9F83D11C5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57E6DC6B-E1F3-BC9C-7DFE-36C99FC8B15E}"/>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BF5D7402-0642-9086-489D-B37FF5E6039C}"/>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9D0C2C22-970F-B3E9-E001-C70345F22C23}"/>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F6A0F2A7-EDC0-0570-E2CA-C665257815A6}"/>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4739EDD3-357C-E3A2-AF05-862B491C1831}"/>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C61A959A-56C5-78FE-386C-422AF3EE9AEB}"/>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8B5B049D-262D-A9D3-F455-B098B2217E27}"/>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28B549DB-95EE-66C6-8BB2-280482C08D4A}"/>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7AB3C967-2B2B-AEEF-E537-B38B1A075F23}"/>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7DEE17BE-E8F7-77DB-BF90-840AD15C7B96}"/>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866B07A1-E429-E045-187E-C4F33F314D1F}"/>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1171D9CE-C353-6C7B-DF3B-8B843E43480E}"/>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3EB5DA64-378A-4E2B-EC24-58BE3B6B8A84}"/>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FBF96A5A-D646-EE20-FF06-57060A4C9208}"/>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6032401E-1FD8-A392-3CDF-293432E2A416}"/>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D083C4D8-5112-B119-95DC-6C15FA749737}"/>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4BDB9FEA-DE9C-662F-5EF1-E790349210BC}"/>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35EBD2BC-3D79-C5B2-F785-547CE3F75727}"/>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8CA7E17C-AC1E-16D9-E099-D68724F55A34}"/>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29B86639-5BDF-1F96-EF3E-8C88C0C2B77A}"/>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ADBE14C0-C640-1091-F99F-ACB40D2A086A}"/>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85E90C5B-416A-145E-41F1-A1A9EF55E9A5}"/>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AC0B64DA-875B-57E0-C4D7-A276CDA19763}"/>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CD5BF84D-5DBD-0862-59F1-7B7841FBE9C4}"/>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2C60DCAE-5C0F-C534-1E25-A1A3692E7669}"/>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DAA810B3-0F5B-8AD7-DE18-4B3E2E0225ED}"/>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7565C027-8DD8-02EA-1648-8F24F3DF68E9}"/>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37DB29D8-444E-A296-6808-F764773716F4}"/>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9815AB5A-7B00-6134-15B6-33D19AF95EAA}"/>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CA4B6A63-268F-05AB-240C-7611D8BA0CA2}"/>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817FAEF0-CB1D-68C0-CC1F-19CA4E9D59AB}"/>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BF4CFED5-0BDC-316B-EDD2-C7D47A9529F2}"/>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34C0F01E-BB1D-CAB8-2635-2C379D1F6F44}"/>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E4F2C1A4-3230-C194-0F3B-CA818469DD22}"/>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2B27C227-5B2D-8E2B-DDC7-021CED119853}"/>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BF35DBD2-CCB6-914C-E3DF-18B3E703A274}"/>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73CF9C77-0621-661A-BFBF-242C58759E81}"/>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402D3E0E-00C9-A7A6-A1CE-F10A7983F049}"/>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9B1C9D31-3BE9-F3A1-9982-61E63704C6D8}"/>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8D5F8648-C589-360F-2D47-A45C523BF854}"/>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B02B6D2A-EF2C-B507-F433-F3C50EDCC33D}"/>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C02D4376-1BBF-C3FD-2B0A-9EB67A0F37BD}"/>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D6C71801-4A19-5411-6748-DFEDAEF072C5}"/>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68C14C43-7347-C3EC-D16E-BCC1C0A1EB34}"/>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DC03193E-85C8-12B3-3027-3FCC2C65984F}"/>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DC929972-A24E-2B89-A505-CD15BC9B10D4}"/>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16249CF1-EAB5-E02A-E39B-FF557078698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3F98AC9E-3B7F-6052-1AC1-83FC94CCFEAD}"/>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07A1B918-6C40-2866-9ED4-76773E3AF2E9}"/>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BF475AC0-1329-486A-353E-CC18230957C9}"/>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952AC399-5709-264E-DCBF-25D0D353EC40}"/>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E5CBB82B-BC21-C13B-07B1-F4FE50BCD27F}"/>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8839299-3394-86BB-0ECA-1451EDBBC771}"/>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91988139-EE06-0B44-5624-D4F624C38A77}"/>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36011117-7CF8-AF66-F0B9-B284B2DBB390}"/>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42CA930E-59E8-E588-D318-46AA21E54CCB}"/>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3C68F5EC-F18F-4E7C-1D3A-DED8E956FE01}"/>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1B4E6522-33C9-973B-DC7C-A0D160D8F697}"/>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5DFA66F-73A6-BD09-7A85-5C252DC8F8BF}"/>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E2D6DC00-5137-4554-C6AE-9E67C9F5169E}"/>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07262F83-48B8-080B-AC5F-5A2BF28DFA31}"/>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CF875710-4CB8-21EC-92C0-43AF2567D8DA}"/>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5ACDF6B8-5F21-6AD4-4293-FCF2561E537B}"/>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5956A4D1-ED00-06EE-2223-3610017B8E12}"/>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2331A292-A95B-E3BD-6CBE-A9C241350A92}"/>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DA5F115C-D50F-8A5A-AA80-DCC25F463A9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F98616F0-B14C-5355-D7DD-D7CF927FE740}"/>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DC2A7D8C-AC8D-81CC-ADFB-A142EE48A5D3}"/>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86407F68-EA81-3854-A0AE-FE94503B0696}"/>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308A167C-C092-364C-F84D-3291320BC0EF}"/>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F9C194D2-9A0C-BB62-6C42-A414B3F41384}"/>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CCF6D4D4-9430-0595-C0D9-A50BA6DA18B8}"/>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8C5AC657-1025-1C55-F35D-C99CBFE8239E}"/>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FB861BE2-C6E4-F796-4E6A-34C1BBE5940A}"/>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F4B38FC4-82A4-693F-E972-D35BD7CF0E6A}"/>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CB9DFA57-FC18-593D-DAE4-8B862F7D3341}"/>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54B1960-858E-B4C4-A9BF-EA6588D11B8C}"/>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0F3CF95C-0FCB-45C3-9A1D-AE095AFAE5EA}"/>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168EBABC-3742-F7A0-6C30-CA00C6F2377D}"/>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E839189F-BF44-DB42-EEF7-BF8080B94481}"/>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8A541F17-7581-B4AD-B6AE-91810E965AED}"/>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15D3AB5C-5A95-FB30-C4A8-C7D126CD05AC}"/>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49DC0E47-A32E-784A-6857-86290A3BFA69}"/>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7324120-3498-5267-C809-1EA81A3E54AC}"/>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3040CDBD-DE71-7B07-470D-FB73D481E39B}"/>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6F1C0281-5BCC-B99F-8967-C885BF6A0810}"/>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BA1A83EE-553D-1D0D-867D-45310D260034}"/>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A959F1-054F-6D83-5F82-7F4785086CF4}"/>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FB8455E0-591F-C036-E063-057E4FA4FDBD}"/>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E1565FA-DD81-BFA4-5739-0B85947F66FE}"/>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D1323031-E346-BC8C-0654-2D197CB97685}"/>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EDE17BE4-1271-C5C5-CD8D-95DAE663A97B}"/>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DA93D61F-A31A-B5AC-4C9C-60B85CB7CA86}"/>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2F2281A4-6835-83D4-1AA4-B6FC51ABF292}"/>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30468B08-A7DB-90D7-9516-BD1288B2B397}"/>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CB49C68F-CD26-8887-3C06-359DD4EB610D}"/>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480AC52A-C266-81EE-F3FA-58F5E273AD68}"/>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3F2CE5A-7791-8E5D-D578-3CF3B95E9109}"/>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950D19D1-4856-2184-4804-2CA3703B36EB}"/>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93FE493A-E32D-84A4-1D6B-869A1DB0FD47}"/>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47CFA846-9366-673D-5EF0-4D4E4849017E}"/>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A2FA3160-333F-C3A7-341F-15C28463FAB3}"/>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82416D66-C92F-523A-5897-29DCF69A302D}"/>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5952129B-683A-6952-8FFD-C68DAE078B13}"/>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D97F1611-07A0-778B-50A8-9B1F5B7A6B31}"/>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928EA39B-2DC5-F03F-D5F7-4DF05B5EC08E}"/>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8F5A7A67-744D-344F-11F0-1464FC7B7A34}"/>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38D844AB-B343-FA58-C7B2-ED0733B23DCE}"/>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F258EBF7-7730-3DA7-AC27-E43D9D1CD710}"/>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5CE8783A-113D-ADD0-C2D2-E0191180A706}"/>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7A782D20-6D97-3E58-4A32-F6164D338429}"/>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6B1E679B-3177-4EE7-5B60-3418CB3B455C}"/>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26B66B34-B862-F147-1770-114310FE87BC}"/>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B49B0A40-B2B5-EF44-9530-69DA7B4EC14C}"/>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F4A2F074-5116-4EFA-89BA-9E48BA3E629C}"/>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9B9A1653-F3E2-7618-9C98-7D8A8EF1911C}"/>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16F03976-742E-421C-09C4-A33F8198200D}"/>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563B259-E5FE-41FE-1A35-8E2D615AF5A3}"/>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F34185C-4498-7E0F-A467-13A3F2BDE5B2}"/>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A4CD3A3D-381A-3DFC-11C2-97E5508E49FA}"/>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49671AE9-2FC6-FDA3-0643-4250BA4E2FB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05F77BAD-696D-E8E3-F6D2-C9401B234F74}"/>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1D375A10-05C3-8856-48AD-2173F20CE2FF}"/>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9F52DCFC-F58A-D1CD-24FB-353299185CC7}"/>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30973F6B-8F80-C4B4-1FA1-189A66AB4BDF}"/>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1BAC564-49E3-4B0C-49AF-FEBE5C1B1E6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D81436C2-DEE7-DC0A-F7E8-F5CFC481483B}"/>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516C3E4F-5E18-AEA9-19BB-91897A5A3E72}"/>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BF1196BE-207E-A3C2-055D-31EE1BE8D058}"/>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2BEFD27B-9036-0CCF-BF9A-BFB4FE30EC9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CAFF85D9-9C0D-5255-1583-21118E27B093}"/>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4C698E1B-A88D-64EB-DF0B-D15E93F496BC}"/>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8509C7A4-4580-298C-A9BD-9BE7AE092AB6}"/>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E0C42778-5D9C-36B1-68F4-833A464FE8E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26955519-41B7-4C71-569D-020204D280CF}"/>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03D4BF90-F667-4EED-A63D-4891B49A9423}"/>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3D3898CC-3CD0-46E7-C626-F2B381CDB888}"/>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6DA70E76-F941-B2D0-13BE-E700F7A1A12E}"/>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68C5EEF0-AD02-6663-B2E3-3B7B7D617711}"/>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D9F0481A-6A9A-9AF6-D9A7-A92D881E9709}"/>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F317ECE5-DF62-DD62-9F3D-326B086E8C2D}"/>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48DD719D-4379-FA76-DBDF-60A4C6F7F80A}"/>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AC818E53-0784-6397-AAAC-A371396238C1}"/>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A24D8A8A-BA72-9EC2-E525-6C8189A69E6F}"/>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1FA6F3FB-B27B-A2E7-B394-2010CD35098E}"/>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E989D75E-ECFE-0AC4-71DA-682002982AE1}"/>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94F593E5-6620-07E8-9801-5EBDE623FFF6}"/>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B400A288-91B0-BFF8-8B81-70EF86DDDCA4}"/>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39360D0D-939B-B51A-C406-CF71B4780422}"/>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4488C8FE-6700-9D0E-160C-583A2DA4E651}"/>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E39DC712-E7C3-9BE3-5B2C-3D382918938D}"/>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CD3645AF-CF49-8539-B304-9DBF4B708E6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37DFBB07-38CE-7531-03B1-566107AE9800}"/>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7FE9CD14-152C-8CC6-9B5B-5D5419ABC0C0}"/>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2AEBC352-84D6-BC29-6828-DD67B7787027}"/>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C779C58B-146D-6649-8517-F0E94A921EDF}"/>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F3EFC118-1C9C-F200-B1BE-A1A4936E9587}"/>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24739ECF-FD6A-AA13-8BB5-B341A0C058AA}"/>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D6BE9E02-48C3-4717-7858-29C92752BDB6}"/>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B6524475-52DD-AEFF-D3A2-BA13AB99ED04}"/>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71A7E7F4-C5F8-1956-C4A5-FE4B8B32E531}"/>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24164FFE-593A-F261-0E40-D89BC9402810}"/>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B148DDB3-D1B6-2240-D770-43565712BA24}"/>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45242174-66D2-DF5B-1D92-4B2A8DE04D35}"/>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6844AF99-4C44-23AF-EC65-AD4AEF015FD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6BBE9BC9-64F0-C89F-4091-DBE1051242D1}"/>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41266367-0C38-1D83-32E9-757FB2CD8936}"/>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4CC3D45F-1E8D-4344-7E62-76DAD18F7651}"/>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B3F85974-FD23-6CE0-D0C9-7895167DE5B5}"/>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4D684156-3145-D463-4DB1-45F3D45ED63C}"/>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1F5DC37C-756D-8F30-C76D-D35DBB518A21}"/>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757AFFB4-5925-E32A-214B-F57D9BBBD9E3}"/>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3EC8CAAE-A17A-FED3-BFA4-20AA6667745E}"/>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514CF28F-F006-8064-CBBC-DD28FADCCFB3}"/>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D598B1A7-0C91-F874-5577-DAAC941AE4E8}"/>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A30C255E-6BC5-E5A8-6833-61BAFAF0E213}"/>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80D94F6D-4C84-6D92-8D0E-20004E41C3B9}"/>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04BCFD25-08D0-B6D0-AC7D-1653EDD5EBA1}"/>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94346AA3-87A3-AF00-4112-9A8C0EF63BDB}"/>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31568D38-5251-0B92-FCB5-233173E68E01}"/>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D3A6D341-88CE-A34E-D0EA-F00008C32AE8}"/>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8148C40E-F172-D0FF-BCE7-0F54977E8140}"/>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3DE07005-7406-4F89-8302-B5443B6C766A}"/>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2D2D229-6DE7-CD6B-8393-54BF72AFD91E}"/>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C2389E33-07F8-08C3-38B5-5A76B4FD62E2}"/>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E1725A5B-6892-2C93-94B6-DFB8F076B5BE}"/>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43B867C7-D479-19EE-CEE0-E00C264D5AB0}"/>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AEC7193A-CE05-26A6-76E8-2802C4E66977}"/>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A8E5BBB4-A460-E1FE-D953-B4E321EDCCE2}"/>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27C8405D-2ED4-AEEE-7F3A-579DF1BDFCA5}"/>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5A3FDAC8-E886-C81F-D482-8467151E1007}"/>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A91B6794-E002-8127-ABCA-5DF9E88A1B4B}"/>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91B9D168-D4D7-80D9-5928-7B96D7CEE845}"/>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E2AFE146-5BF2-1FAE-6949-60AA73E4007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370CF3BF-6C34-9429-B169-7A2F20BD2041}"/>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405FE999-5D12-8DFC-54A9-BBE0A539B0F6}"/>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C7A1429A-ED5C-7C86-37C7-E578D6C7F494}"/>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27BB8FFE-4D6F-594A-F7F1-D20958BA1C89}"/>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BC800475-26E2-F8F5-52C6-3C2A42061BAB}"/>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FEA822D3-295D-1D4C-F047-0C01BD3FD5BF}"/>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EE48D03F-6F1A-0859-3632-708BECD9B218}"/>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0D4D6697-1F37-C12D-7C6C-9F53F62D1D58}"/>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3B6F62D7-B589-9079-1D14-1570A5239F34}"/>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890030F9-5B14-9097-7379-316D419E55C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BD572798-D4CE-62EC-C0CB-35A508DD3FDB}"/>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D175A5FD-5695-EC1D-9CF0-453F224BA674}"/>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E696C91C-EBA2-710D-8422-2A9A6CD84F6A}"/>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23E72BDD-3772-EB80-8FB9-2E6A82F103BF}"/>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2FFA39CA-E66F-55AA-073F-1085B0763E59}"/>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BC7314B6-F28F-8553-7495-EA11C69E69CE}"/>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70998AB4-A939-8559-7672-F398F1B963CC}"/>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F9E0C5B2-D8B7-737D-4A11-B86AAC34440D}"/>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03807252-3C7B-309B-07AA-7CAC984D8B6B}"/>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2D0EEF23-B9DC-1CDF-145D-7BBFB3718127}"/>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3D2C49E0-7ECB-A73C-3AED-F828F16291A6}"/>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E3B7B5DD-3B67-2290-F5CA-D5935E8F5061}"/>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8070E031-7E24-2C3E-F4E9-13A11415B188}"/>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142593BA-D49D-0CCC-462D-D790AB8FE448}"/>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14F95233-537D-9D9D-1220-C91F917542D5}"/>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90E2E4DD-A86C-7383-B6D3-56D0CA6F241D}"/>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E7C20793-2B2F-575F-E4F6-A6DE6A4669B3}"/>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600BB12C-AA85-3EEF-8C09-A74B846887B3}"/>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E3718944-6D56-D4F2-7C9D-CE92BC8D9ED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9EDCDB43-2A79-EBF9-CCC8-D72E7EE9558C}"/>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30D07A67-A3C4-140E-9B99-85A72530B7F5}"/>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ADA84F9E-1036-3AE2-22FC-A77245828D91}"/>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EA678820-6A75-2016-1ED4-EABEC45D5BCF}"/>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377338AC-3E0D-4412-DF3C-1A43BD83B4A2}"/>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BA3DAEFD-DBB4-6CAD-BB8C-4025A2C513ED}"/>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4753C82E-7700-2165-19AF-5CDDA0998838}"/>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379DBF2C-EDCF-CFC4-3722-23488BDD9979}"/>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79BB4858-81A0-B478-35DC-8335BD40BEB8}"/>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97AE120C-7C6B-3443-5DFA-7C41E1DFD0A5}"/>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E3272631-0DCC-0569-209C-525BC5CD92A0}"/>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D48E05E4-D03A-421B-0A9C-DBCE5FD4468D}"/>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553559F7-680D-AF6E-FC6F-064B107A8169}"/>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F904ED93-D8C9-74B2-5444-EC30339DC1C8}"/>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99D67069-EC15-4AD1-78C6-7C3B0BD55FE6}"/>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88956099-1A71-231D-3AFB-35FED60C932D}"/>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1020E18-424F-50ED-F9C1-475007FE6712}"/>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43CD05B8-8C40-83DA-18E6-0FD9374B823B}"/>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1B2B3ADB-5F72-267D-038F-919BE358D8A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1385F1E6-943F-E206-0184-5052C466664D}"/>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AFE985C6-5816-E89A-2DBF-7BB5A17861B7}"/>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04F84637-F2A1-F97D-DE56-A37C13C594F1}"/>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A76E6054-1349-8637-86D5-64627B9CCFDF}"/>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362C3789-756C-C7A6-3575-DDD34E3A639E}"/>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6460B5E6-21BC-3205-A700-D5277492D567}"/>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2EAA312D-6650-EEC4-D4AB-C3AD8A0E120C}"/>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5B31EEE6-BCC8-51AE-717C-C5C3643CAC18}"/>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987C6328-3209-7A1B-B0CD-F90C20FEE8E0}"/>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A2AC1E66-81FA-3122-B95E-6666118548BD}"/>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322C4BB4-5192-7FA5-E528-4BD793412799}"/>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116CC4A1-763B-D66C-1B99-D91A1923D2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997061BB-946B-A9EB-3A3A-069B6228449E}"/>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A184EF07-8BC7-A25F-9C06-63DD501E2232}"/>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F7E481AF-CF9A-EC40-16D1-3B45C404FD13}"/>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695B05DC-222F-2E48-2E86-76DBDA2DF05C}"/>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49384480-5E1B-5EB4-5369-A1FD2ECFB6D8}"/>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4AEF9E7C-158E-CA3B-76EE-5DC0E4368B18}"/>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D0E2AF76-B44F-EBCE-8AD2-EA2AF0835954}"/>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34DF97CA-D169-652B-B4C8-5EC40BA9E998}"/>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CF40E6E4-6DB6-692B-599D-D883AE4762E0}"/>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20E64BD9-2D4D-5E52-77D4-661A4614EECC}"/>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B7359C87-96EC-0DE8-3FD7-621B663E4E3E}"/>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54FCA5E9-1053-E74F-BFC1-8C9B622A0575}"/>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8EF6C017-2B71-3434-7735-0746D0100C31}"/>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1BD7CD1B-EFEF-E29D-FB1E-EF418204EDEB}"/>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73D0CC17-8B2E-11AC-43A2-76D57815A73B}"/>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BCE34EEA-8094-5853-6694-5A90FFE850BE}"/>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B3EFF8AA-18E1-3AED-0113-29F5515E6509}"/>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098EDD84-A9F3-6B55-E258-86642A2EDDDC}"/>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2F14085D-CBAD-756E-FF19-61361C5E7D40}"/>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1A45860D-2289-98A8-CE46-677173986193}"/>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17C10026-8956-AF5B-9721-63141D08425A}"/>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E5CCC651-C80E-5BD7-54CB-207F39AA0770}"/>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4507FF7C-2924-AB5E-057E-9D7E20FE97A1}"/>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650FC13E-8C27-661B-0468-A32317F5BEE4}"/>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5D2F1692-DB7F-9EAD-F825-CF19CA80CB62}"/>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F1BF1103-ED8E-2214-8B68-FE6D40828BE4}"/>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922897C5-A976-9C8B-161D-E6F9ACC255A1}"/>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0619AA17-1A69-98DF-FFDE-AFEB7A58C8FA}"/>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3C3C9BCD-999D-B154-FCC3-3F38168E445E}"/>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D104120B-607D-1437-3643-1C61E81267D1}"/>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CA02DD9A-AF31-5A5C-875B-6931CF162834}"/>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6D3DCF85-386F-99F9-FB3B-AC8247FDB1BA}"/>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01A82DF-79DD-0BA8-1D56-AB9052B75FD9}"/>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9DE48C69-3610-C0BD-AB2C-5BF7CEEAEFFC}"/>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A42A595B-1031-60D4-AC86-ACC9BA8274CF}"/>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3624F14A-3896-5700-6E04-BE532BFE8FCF}"/>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6AB91B22-4FDC-426D-8B2F-497769A68545}"/>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7D1C662B-7117-D54B-853E-902FAC50239A}"/>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58C4236E-689D-9358-984D-10CE96356206}"/>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E6351742-87CA-264D-F588-2777BD215187}"/>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BC55956E-FE4F-D8F1-B2E1-03417B2B95B0}"/>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271FF722-0912-EEB7-F598-1A2C7940875B}"/>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72166754-9592-D196-C1FF-E12CB090EA18}"/>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0CD3662C-E770-B5A5-DA1E-FDB4D8C8C0B6}"/>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4E5BDBA9-B162-FCAA-70ED-9A9310923507}"/>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E997BCF-58F1-6C67-586E-23C03BA6D33B}"/>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073F830E-09EF-DDCF-F3FC-39102C0A3000}"/>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7C33E07D-FF26-BEE6-8036-BDCEA253922B}"/>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E9338B19-F291-A701-B0F6-CA629A490664}"/>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F4E27E6D-2041-DFAD-A07D-7EEF47E65412}"/>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DEE5187B-BD8E-F52A-4013-C4C82C57F161}"/>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0D58163D-186F-3C42-D8D4-C70740E605EF}"/>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BE04CFF1-2C9B-2E5E-BDEA-A98DC867E7A0}"/>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C75E9ED3-C5AA-45FD-B1BC-5D897C5B5D9C}"/>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00FA9EA1-9DBF-407C-4872-295F3E91D119}"/>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1C53FC8D-7A2E-2224-B06E-E7EF7D1243AC}"/>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B4FFBB67-98BA-DABF-6E10-A42B4B5AD7E4}"/>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D2193CD-E4B9-914E-4196-30B47B83E66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658D0922-AA65-9A9B-E884-85CACBB1C69C}"/>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14F2540E-F790-8042-5857-640AB530D24C}"/>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F4293CC1-941F-9A0E-C0D2-2EFF75DB9C3D}"/>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0AB3B747-DCF8-CAEC-1380-CD33641532C6}"/>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25F70FEF-DFB5-D866-84A6-7E0390C22037}"/>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111C0FF2-57F9-77D0-F063-939DC707E9C6}"/>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87992645-288E-334A-CC14-F770F45E02F9}"/>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C15680A6-F7C8-01D1-4F56-7989CACDC644}"/>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DD05A632-4F32-430F-D694-E4C01D301510}"/>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6005E3FF-24DA-0E6A-F236-E1D7DA38A803}"/>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C30B6CFC-69C3-79DA-0A49-1B0F3AB171F4}"/>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A015D8D5-FEE0-BCB0-3A47-2DA152C17E56}"/>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95A74799-6363-CB38-FAAA-6E5F841D64F9}"/>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8CD963B3-26EF-630F-28AF-BFE31D4B293D}"/>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D5458A3B-CC0B-657F-054C-9CE94111E55B}"/>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FDE2E768-5AC3-63FB-C804-D411C3AEE841}"/>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8ACF0F3A-7FF4-F80F-A5E5-67B3E9636520}"/>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E7071B9-449E-ADD2-7CA2-4B717A533BC8}"/>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097E3B4D-0CFB-37B7-B9A0-4753C391743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BF2077D1-8575-1710-AEBD-9D0B459E876D}"/>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4D44805C-789E-C1FE-9A6B-108AAE0FFDD3}"/>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C25A8EDF-6FCA-01D0-4D80-317640BE7713}"/>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42C74211-5D52-D853-26CC-8C27F553CF18}"/>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D1AD86F2-BC45-1AD5-ACC7-F832EF75FBA2}"/>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C2198C6B-E0C5-CB3B-3210-E20442866266}"/>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E296980A-CC25-DCCB-9561-F740FF83C421}"/>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267368C0-ABFC-5DB4-D16C-1E8D04789303}"/>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CAE88691-7382-4B88-B171-AF652C5E6033}"/>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6D8240D2-08DF-23AF-AF9A-1A68661F0271}"/>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498AEAE6-21E9-ACA6-D1E0-EBED0D71BB34}"/>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02196EBC-3DE4-1BD0-F35F-974EC09F4981}"/>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14D6D62A-99DC-38C5-C520-9BDA2C41C66C}"/>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9F9CBBB4-ADC7-5886-9E1D-C582B116D376}"/>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E179A8B8-0658-3BCB-BBE8-CF69153E47B1}"/>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775D1BF9-8CA5-42C5-D83F-F8C203791DCF}"/>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843458D7-DE0C-9C38-9A68-26CFDE77206C}"/>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300B84A3-4FB4-8641-0809-8B33E13E49C3}"/>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B64EE0B0-07C2-283A-7280-A8BB5BC9787B}"/>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0D0E4CF9-C75C-D014-AC58-9C86D9607D92}"/>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BBE228AE-A133-77BD-9829-522069CD4E0D}"/>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0C002985-96A7-98B7-E370-84967C2EAEE5}"/>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2D31B031-990E-119E-709A-122C884C5255}"/>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94F7F6F8-A047-99CF-F2E7-46EA19C0D1E7}"/>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FE0B2683-7C46-CC69-63D7-1C4986C49198}"/>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E724048F-7C53-A18F-4FF3-B75E2402B5AA}"/>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F93E14D-2E17-F807-CDF9-C31D2D33C877}"/>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EA4524B4-B90B-D40D-486A-02278676E436}"/>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4A0A9891-FAD6-094E-9995-0AC18D0E1A2B}"/>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044B0276-B8B5-94FF-D0D6-0417DD27B0F3}"/>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56EC5EDC-1A1D-17BF-8A8E-3DFE18888B96}"/>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776CEC10-9A4E-15A4-7B1B-4E41ADED7490}"/>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4678D37E-F1FE-ECF4-D82C-6A68CFA153D8}"/>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822E4A57-D2BB-0CC7-DAB0-0991454C7984}"/>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376F7EA2-7C46-7AE2-C6CF-13EE5966E4CC}"/>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2FAA8375-EB2B-1584-6C0B-EF57547ADB61}"/>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2145DBA1-E744-EFB6-39B6-7CE7BFED860E}"/>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8EC4ABAD-6414-F546-27C5-543ECD6CF479}"/>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D6280146-5B8C-4847-7B3F-5C60E91CCBAF}"/>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82D7184E-2566-F273-8504-9FF703549D24}"/>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2351976B-D940-BA84-B6CC-4B8E3E0CC00F}"/>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A147BD48-373B-788D-E95C-02A579D694D3}"/>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1B3412CC-7DFF-6D46-D818-BD0CA33FB5F6}"/>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D87731A-F165-FD69-EFC7-23D63A5763B9}"/>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FE7DCB98-A181-AF76-7640-204CBDE02719}"/>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1BA3C591-1C30-EA7D-2E99-DA896958E3EC}"/>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D2564E38-F87B-F89A-96CB-56F0EF8E9B99}"/>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DEEAF3AB-DB51-1AB7-C7EC-DFA6C029EE5B}"/>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3E452226-8754-1559-0882-479C65257749}"/>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40754C59-6817-C5D9-BFE6-719716AC347E}"/>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07F53029-2688-8EEA-126F-7CFA7CAF8777}"/>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34599CF6-9B0A-5942-9549-851FB5830498}"/>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16C22F08-C8CC-F7AF-67E0-7769819E78CE}"/>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3A334838-8828-9D7E-DA54-57EFA075A263}"/>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E8D3466A-FEB0-7F86-C9E2-AC676853339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8E3F2FAE-577B-4058-294F-4771DFC66FC1}"/>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5866BD69-F75E-F3EE-1A30-067EA4476D20}"/>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692936A3-7EBA-72D1-D027-0A79E6F4734D}"/>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0224243A-3468-8C3B-6D6C-F79C29D03965}"/>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463532E3-DCD8-12C6-B105-A4B27E6E6B4D}"/>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51C05E91-F9B5-CEDF-AAED-BA9626AA0A80}"/>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550821EA-0C58-62CB-E79E-771A4FBDBAF2}"/>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23DC352B-783A-D76F-0A15-2CDAC5E0CA6C}"/>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269B902B-E62D-7B41-6FCC-3CEDD4B36330}"/>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1283E791-3566-0147-6B7D-0879F8D519B1}"/>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E6A63588-D4B0-6041-64D5-86DF4C3AECD6}"/>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6FF0C53B-7E19-1BD6-8D3F-413C8B17E837}"/>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5646A6E6-CE35-9177-FB6E-C241F3A1D540}"/>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11CC102C-A9C5-5B44-E3D9-79492CA75C33}"/>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815C7D20-8E96-56A9-E5A5-8D67DA36617A}"/>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62B86729-1E08-20F8-A41D-12CE7810B795}"/>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0445C3E3-53AE-08D9-1A72-F01ED21437D3}"/>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E680EFC8-BDD9-7196-1585-1B09C9A1D55A}"/>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19FB1AE-252E-E981-6714-824B08EA832E}"/>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A1CD61F8-2B0B-F469-62AD-D29B6BD99E2D}"/>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58CE7B2E-52DE-BEF2-EFD7-E252E0A3B138}"/>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C62113C8-D956-7D92-CF6B-43B83131205B}"/>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DE5A8BA5-6793-B482-2876-7D59FDD41071}"/>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E83501EF-1C3A-1CEE-4D0B-07A12749C845}"/>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80A80735-C2E8-2FB9-1E3E-FF1647CED58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EF582395-D726-632E-B83E-1772180E8364}"/>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F4F8765C-5CED-5839-864A-9CEE3566C9FA}"/>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E411BE94-0BCD-D936-A623-4D0582D6C80F}"/>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0DC6AD36-D244-70EA-CEB0-C14A788CB38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1C980CC5-F190-CE20-8329-7D2847957C81}"/>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720D34A3-F8D9-A171-1B54-D403EA490B2E}"/>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CBCF85B4-B308-0AC8-47C0-9F203C31C594}"/>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5D60732B-6D60-50DD-3092-B7B9AD627C4A}"/>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FCFAAB73-9357-F9C2-BC34-D4254D757DAB}"/>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2B3C22E7-3675-3EFC-3606-599E1D8A7BF6}"/>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2E09CF79-9A1F-DA18-FD4C-A84294D902A1}"/>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C14765E3-7D48-F1D5-616F-E284FD017108}"/>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E51DF93A-F3AF-340F-F6C8-05E7C922AFE4}"/>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C7C4BA61-43B3-72EE-2243-27CC9885098D}"/>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9D725F61-188C-C930-0F00-5C7B9F3B54D9}"/>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5945C4DA-A366-7B78-4F95-1165178F6845}"/>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2E34A878-C95F-E26A-4557-F5B8DD28330A}"/>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92EF81BD-799A-4453-03B7-8DC5169BAAB0}"/>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F6437427-BD87-F8F2-8092-7D152E4A9B81}"/>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1BB4F18B-B637-52B8-DBC9-0E14B55E4248}"/>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1885352A-5EAE-E168-EA08-42447981D34A}"/>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3A1EBA2D-02D9-98F5-B2F4-74F6B905025A}"/>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D848715D-F31A-17CD-A721-F10BE370F0D4}"/>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91568E83-2DD8-0870-CA38-7692E6EC5C51}"/>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037AC99F-A3DC-FC8B-F8E1-2021863D7C48}"/>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8AA425DB-0FF4-0192-BFDE-6A710D9CD4D5}"/>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97E879FF-8955-4B4C-2AB9-4891F94134B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AFA40F04-E6D4-D927-DCD4-B9C6CF8C815E}"/>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A3AB79E6-C11B-F564-0A84-16BDBDA8137A}"/>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AF29023-69C3-E322-8B52-65AB3B5144F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28915595-9CB6-1FF6-64D2-D2F8A2656726}"/>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3732F495-2B0F-92A3-8CB4-EFDBB31BC7F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D01908EC-7217-4FAD-3689-1EDBE1F0347D}"/>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C6EB0C9A-EE23-5636-C296-113F16A9593A}"/>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62E43934-917A-9798-326F-195363727134}"/>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FA664D94-84D7-D4B5-5EF7-F91A7A36E403}"/>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639A313A-9E9F-C30A-0163-451D350270C5}"/>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3B78EB55-BCE2-A83D-3043-15C94F487D67}"/>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9E98C3D3-9949-207E-33D1-5E0DD075E521}"/>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947F566B-EEA2-B023-C488-21AA41E0504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4A0BB261-27B5-508C-2714-6B60CE2FA7F8}"/>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109EEE08-CD36-FBD6-5DF1-BBB3B269F27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B700A824-1B36-4B9E-FDD5-A903B9DCED1D}"/>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BFD23E9-24CE-03DD-E593-FB6E3DB86536}"/>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C52182A6-1484-D02A-C80B-E0DCBE0209FE}"/>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14E53399-21A1-282C-1BF6-586777781D94}"/>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23BDEAC6-1342-DF6A-794F-5337917332D5}"/>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D27115E4-6653-1709-E717-95E913A11294}"/>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0B28C17-3C17-46E4-8CE5-FE9541EFE8A7}"/>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D64B914F-878D-3063-6A81-C139C2EDE895}"/>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C3834F29-44E4-445A-675A-CB0844C695E5}"/>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91EAECD1-CE11-3686-D19F-3116F96E8AAF}"/>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C48105AD-CC17-6855-59E7-FD99BC6AA945}"/>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2578CFDD-A4F6-011B-B47C-B9B514509B9A}"/>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C8572AC5-846B-A12C-3EF7-0DA38CE905CF}"/>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A391D666-6CBB-2B7C-4EF3-8941AEF74563}"/>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3B56E93-05F0-79FA-7F60-F7BB92A58328}"/>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EC659A2F-DE3C-BB51-AC17-23370CFD2299}"/>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663DE024-E2B4-A6F1-1293-9017F45C43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0284F292-21D5-06FA-9224-6082F29426EB}"/>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E69A5105-AFDD-C124-DFCC-A1C2F0E7518E}"/>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133420A1-78F6-D045-BC73-CE0753AE2D54}"/>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5D97CCD-A6EB-D75A-A50D-D6510C4FF88E}"/>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800624F-0979-F6AB-D693-55B66537A9A9}"/>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9104E3B3-35FF-8316-9F13-E7B6636F23D5}"/>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453988D3-FFDC-0EB1-B225-AB4981D22D62}"/>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50CDF655-7049-88D3-C60A-173EBC0B47A8}"/>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06A00C7D-982B-6566-9C3D-2E98DE3EA687}"/>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A5FE122B-01A6-38BC-62B8-EADBF405DF66}"/>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21CF3CF-AECE-511C-E697-2938EFFB03F3}"/>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2E545F1E-5419-0BC2-38E0-63FAEB48C147}"/>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949EB686-CB06-A0FD-E138-36E3F3A9883F}"/>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64C74054-EB71-ECE9-411B-A95534B85BF8}"/>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E08ADFAA-28CF-64C4-1E80-14058C779496}"/>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08E495A9-8F8C-C330-3ED1-5233DEADC0B4}"/>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E0FA9325-640B-4FA6-1143-8FB4A4275807}"/>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49312818-02E7-ACF6-2101-FC1538FD0B0B}"/>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3986C3A0-3450-ABB7-04E3-09195F8D446F}"/>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A8F379AE-BFF9-F174-BBB0-E0BF974FCAE5}"/>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82EDB513-3ED1-F691-37E5-D536895BAEF9}"/>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07692037-3589-5CA3-4FCB-5DA19FF80AA2}"/>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CB610844-B15A-2F59-7CF7-4010C4D09E94}"/>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EB374968-EDF0-9E8D-EADE-200129875C05}"/>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976750C8-80D6-280B-76C2-EFD0943B983A}"/>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BD27A6EA-079B-E453-CC9F-1C17B5BDAB59}"/>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821F4966-614F-C06B-A4E2-18EB6225977C}"/>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38B9DABE-9118-CDA0-01FC-A5A3BCC5ADE1}"/>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F69C3AF1-C116-25EA-E0A4-EB88F150C8F1}"/>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3F82851-ABCF-A174-3AFC-F30BD6E11B4C}"/>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B3DEBAEA-89B6-1BB1-45AC-BF333CAC15D3}"/>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87745F8E-1693-DD88-3C55-F03C3684B032}"/>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D15EA8EA-902B-B8C2-570F-1F72B1720EDF}"/>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E67A2CE9-B0AB-5ECC-F25C-832366191A8D}"/>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BDF090EE-5F91-35D2-8F93-F0985F6B0DCD}"/>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2A98AE5F-5CFD-8148-72C7-880C9CC7C83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89A7F7BD-944C-3ACA-BC11-CA7DC9DA7817}"/>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A419BDB6-1CF6-C6E1-8407-F0580C9B1BE0}"/>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9B4AC354-03CE-CD8D-9767-6C2A45A999C5}"/>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82386EDA-DE48-77D2-492B-1584EC277943}"/>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A1C2DB68-B6C5-606E-88CB-A416A619F32E}"/>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48B0E92E-932D-B3FD-8461-BA88523EE85C}"/>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EB14F11B-7FFE-F51B-1DDC-64E174EE953A}"/>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843E5E3A-BFE1-3240-2DE3-9AEE8F5F1E69}"/>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C2613B17-3398-A116-BD1C-4A3728EAB08E}"/>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F74C6541-AD44-9F10-B9D5-392E4448F219}"/>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C4C0C221-4C05-703A-B202-EC6702DCCB12}"/>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8B05FE49-68FC-5F15-3FE4-933F389174AE}"/>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60E22179-6D15-5B14-7AF2-AD45F930A72C}"/>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849789B-7C89-241F-3DED-B404F70B7DFE}"/>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DD14109A-07EB-1BE9-9B74-64E30C706C91}"/>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F41A8C2B-0605-9816-BD5F-77CA0784C3EB}"/>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8F4722B1-AADB-ABCA-7A1F-1C1E00659F00}"/>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D0CFFB0D-7476-1489-C2D6-0F1F14A36BE7}"/>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0ADF1363-64DF-AAD0-EB1E-1FA8A26D84B3}"/>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1A574567-2D67-1247-F1B1-3B5F72CB6CF6}"/>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7920CB1B-99B2-B977-77AE-BC3C980129D0}"/>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049943CF-CB36-C94A-8C45-BFAAE1BAEBAC}"/>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3B19170E-EC1D-FE1A-52ED-02F42F902CAC}"/>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741E4D77-3066-E21F-1958-E27ADCCC5C8D}"/>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5C43E121-2506-AC20-0BC8-C4046C677F3E}"/>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4FC6796E-E207-3E9A-5FBA-B808726DC116}"/>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E8D17D2D-EE82-AAD7-D158-48940406689D}"/>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DE1FC172-C133-5AAB-B817-1358EFAFD7A8}"/>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D389D7B3-959C-D54A-A83A-DEF8086836F0}"/>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A24DDBB5-6DEB-3B65-0D73-056E3F80F27A}"/>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9D22963F-1B29-C62F-72CF-2DE4E42DB49B}"/>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40FE05-8ACD-682A-56E7-FF07EDAAEDBD}"/>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94A5B179-A79D-B3E6-7B0E-B94F21A5E504}"/>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F8A235D4-AD8F-DC9F-86A9-CAC902A23706}"/>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F8EEE0C8-0FC6-831D-300C-92D3D87878B4}"/>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51E6AAC7-0FED-710D-B9F8-6356402E87A6}"/>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2C627875-92A2-7DCF-C11D-3B62427106B7}"/>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AEB6A683-226F-4CE1-AB7A-D0E8B280AF9C}"/>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9725CAB1-11EA-CF45-5AAF-D78683451855}"/>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012B36E2-4A16-5B02-6977-EA119FB4328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FD72765F-0AFC-76E8-9E98-5E425357181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FE6D5064-19E5-1352-718C-6E93FA3A9060}"/>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AE584D3D-9295-0231-7FE8-317BA8EDE3C4}"/>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01E45E25-9F86-54C9-6788-83C7B5FD2E62}"/>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0D236D7D-323D-AB0F-2EA8-F90BA20716A4}"/>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BEB615EB-68D6-AC8D-2E97-9616F81773A3}"/>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1B2E502D-DE28-5FFC-B0A5-B94B7D9E01DF}"/>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AA5ACB13-8FBB-2538-18DF-D045ADC0D24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A4A4AE8A-05EB-4153-5048-133BF467D6A6}"/>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067E29D4-2056-8E6F-A398-44B443CE8179}"/>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E1032141-75AB-50ED-FDC7-A54F3D705BED}"/>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AD852185-0FF7-E32B-5440-D36369AF3B14}"/>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4664009-F2CB-8D61-C026-1B42AD6B201A}"/>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32BF8721-D9CF-C090-229C-A668E5F7654C}"/>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6C067A7E-D3E2-3FBB-14C4-CC1C5C8FB63B}"/>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7DB6ACEC-ADAA-F9EB-C49D-FA4A584F811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9F8A1EE8-8FA3-BB91-FF76-0797A608923A}"/>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29555BBC-0D7C-B0C7-70F4-9B8D8BC3CE62}"/>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D24F0745-39A4-3115-8FFB-34712EB86B8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76971F13-A8F9-E157-9F90-D6C28A9D4A42}"/>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654E5ADB-F5DE-6774-8B17-78E1A1A9221D}"/>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BC209D55-666A-50DB-F58D-1D2A89D1C1D5}"/>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7316A8E8-CFB8-E25C-4619-F2863477078C}"/>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9B317885-95A1-C46C-2877-7FD8ECDBD4F4}"/>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3D3BF5E9-CDE0-3B02-8F21-C9ADF5554D24}"/>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4B029724-5DE8-3D37-E861-030EA4580D62}"/>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053F38B5-E8AB-3CD8-74DD-E5E9A1BE2078}"/>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311623D2-A8D9-8F3F-2183-ED494429B964}"/>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208B78B6-8BD1-E553-131B-144E8AFBD06E}"/>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80C582C7-A544-169A-D10F-DD3732F4CCBE}"/>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F205F4C2-84BF-C4B6-0DFD-ABD754192F90}"/>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A1B00C32-899E-A0DB-5FFB-2DFADB35AD00}"/>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83F080FE-C3DD-E5CB-7094-DC281F535353}"/>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2AA07D67-3FE4-2B40-D3F5-8F4CEF5C6361}"/>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7E147AF2-B645-34EE-4AFD-A67FFDA7431E}"/>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7B961F1D-5788-A331-B3E5-22FFE95D7451}"/>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1229CB3C-D723-82B0-B0C4-B04BBFCC2099}"/>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AF5FAC83-7EC1-F802-C0A1-C5009A8E56E0}"/>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FC310D69-34A5-EFA0-4F3B-1102A33EF3E8}"/>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EE128600-1E68-2D70-6ABC-FDF55A3AF135}"/>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8E4CD086-2BC1-A550-9315-E302233ACDE1}"/>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E9BF7BD8-58C9-E676-9CA0-966D984209FC}"/>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8C6BF5AF-D914-3374-96C3-FEDADF0501D6}"/>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44739E16-7CF1-FDB0-0800-C0B75A5DBBF5}"/>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85267445-E712-BFCA-C0CA-74D8A1DE1918}"/>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8A232C86-B636-BD21-4D25-DAD47E9ACFC8}"/>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5CBAAC4-3030-5E1A-AE56-979944101DD3}"/>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7B87F066-C763-B7E1-73BC-DB4E7930F47E}"/>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9CA882B2-C849-421D-3EDE-0AA55F3D17AE}"/>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BB1DAECB-9ADF-BDC3-888D-24D40E033DF7}"/>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B032BEC8-AA79-9DA0-2B20-4A7F35003162}"/>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BAF9EB2F-F019-31B5-0583-E4147F92B2EA}"/>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16A92218-9CBB-283C-43E4-D0C9C0EC21A1}"/>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5FE61B1B-BE52-E87F-DD5E-24BEF43DD903}"/>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FC24DAB2-849A-7318-9C7F-816020EC6CC5}"/>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3C1C3B50-D8BA-2974-27FA-F8F1A2ECE9C8}"/>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5CA2A820-B337-107E-C9E1-6573528B220A}"/>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7903EFB5-016B-7A12-3576-7A80F64F2DF2}"/>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0314600A-6A89-2B92-9ABB-849ED25BB32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273758C3-EB76-2570-6A65-5CDC34C24B4C}"/>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C2014FE5-2DE5-A16E-47A4-131721F7092F}"/>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81B91096-6A08-2E71-B117-3F54A25C836E}"/>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F7A10BD1-EA4C-F0CF-193D-5DCD57006582}"/>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5DFFF4F2-AEEB-3062-B327-42E361F02937}"/>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7656C845-886B-9DA3-9985-32C4337A87B9}"/>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A89C8901-BEC5-89F8-49F8-32B4996245E2}"/>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75CCA771-CFEC-784B-7124-670E58D126AB}"/>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6919ACC0-EF09-13D1-E4AA-4501982005B9}"/>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270B4D10-58FB-40B5-B7AA-E6E3BF10E8C2}"/>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78967B6-D001-E994-1434-679E44DB0CD5}"/>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E83D5F7B-2948-6D41-E60C-9395E4F040A9}"/>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2688C0E2-77B6-4AEC-01A5-883670DEB105}"/>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D71C0B3B-D1F1-C2AB-7A21-CBE0FAFBAF1B}"/>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6FF93145-FA01-C0F9-D80A-E6129B8FD229}"/>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1BC7710-C4AC-06BB-8A4B-C039A8FB606E}"/>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DCE37541-CA32-FD74-744A-8A36156A7FDD}"/>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E97B6E7F-A1A8-3635-627F-A8CCB7C2582B}"/>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4F7DD487-3E91-1BB4-5E07-588FA09E3B4A}"/>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C9ACD291-9147-B268-122C-95CE6FB29695}"/>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C4689061-68C1-8D6A-A69B-C8EE31B01265}"/>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1649F57C-052A-5E32-C774-09AD3D829F04}"/>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57247082-408D-DEF8-6D3A-CF9184373B45}"/>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92B54654-2421-B62A-6CAA-17561B8B19AB}"/>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F1C9D5ED-9427-A502-0741-B9488D0F02E0}"/>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9CF76820-8153-AA14-0F82-2D0EC2F49ACD}"/>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A8740CFA-317C-58CB-4A95-9CD825322638}"/>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EF1B512D-2E86-391F-7363-7EE938FC0DE8}"/>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DD61A5EB-98E9-67B5-03CD-0C9677FBE756}"/>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7ACF3B4B-0587-FD73-6A35-13A399F2EBD6}"/>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3EDB0596-5634-4932-90D2-F84926DB7467}"/>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CEFA441F-5DC3-D11D-F58C-5A8621863B8B}"/>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CF57E0EF-6CD9-F766-B615-428C7358DB07}"/>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E1CA0757-4B9B-D32C-733F-9AFC6384132A}"/>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382CFA55-972D-BB93-F50A-CEF9178E8754}"/>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DD8E7CC1-A9C3-551A-F8BA-57C1050E51A7}"/>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20E5A8A0-A812-D7C0-F6EB-BCFD8C77CC3A}"/>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91F6A6F4-2ECF-F75A-CDC4-0BEDA9E2704D}"/>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F36CB67C-2A88-13FA-605A-C7553C9780BC}"/>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E143342A-71E9-E07A-CB50-FC1A88CDC1B8}"/>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5B27B651-FFD9-D265-5DAF-CACF054247EE}"/>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0C98FE6B-7F63-59D1-FF96-2FF7C8BE2E57}"/>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45B0896D-78EB-C6EB-59BF-B75639A11943}"/>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AE121E71-70BE-71C4-A94A-D32CAB6D7134}"/>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67828625-D44D-9589-8680-BD400A3AB741}"/>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FFD22088-1C3E-0248-D2E7-7F7CBCBB9365}"/>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7948F0FE-741B-DCC2-8C44-1AD5D11DC6F2}"/>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0CD10319-4BDA-D07A-21FD-DA881B0772D9}"/>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4CBC4AB7-B9E1-8A28-4A08-0B95C86D9D18}"/>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4FA6CFE2-78D3-F027-0862-4A8251E460A4}"/>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30F28B20-726E-FB69-C73A-5E98B1B020EE}"/>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C8E40134-86C5-7415-8490-6397EC7E7FF5}"/>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0BAF04C-8F1E-A72D-FB48-B859E7754C8F}"/>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640E124D-D365-0329-FA13-BD9FB94067A1}"/>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52531143-6090-568F-0EFF-F7A353BFBB82}"/>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A3C6B6BD-0448-0E4E-BC4A-48C44DCCC3FF}"/>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81927A67-A9EE-899E-E548-C0BBC70456CB}"/>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5C716361-547C-EECF-5F04-66CFAEDD3AE7}"/>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6B338D28-D46D-736B-4C6F-2FF02F1C9C8E}"/>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3CB96C51-8BE3-9C90-26AA-355C9DDD7188}"/>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0E3FF721-9C5A-C954-D237-D86C0D0CE5F3}"/>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08A976CD-8918-7B1C-D003-FC8A14C86252}"/>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58F08EBE-0429-B848-3D2A-DC8D7AA302D4}"/>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2E1A3C1A-DFA5-D5C0-1CEF-80B2F23B8EC2}"/>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110CF15B-56DC-92DC-F6DE-E62D2E98388A}"/>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C8383563-6D60-D8BE-08CD-C79C9263BBD5}"/>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424E2984-79AE-C9CB-5DC7-D7FE8757524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10BC41C6-E431-BA34-EA48-DAEC6814D923}"/>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3EA6D08-0FEA-2366-A2A6-9A708BE9889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962CB3C3-57CA-7CD6-BE21-F20FB806D43A}"/>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C51E9755-5193-BA11-E42E-B8EDA7452550}"/>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775BF82C-EAAD-B53C-2CC1-23FAA799CFEF}"/>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977A86A5-59B1-5F1A-A53F-B50DBC44EBF6}"/>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23B1F1-454E-EBCB-EDD7-2010B2E43C26}"/>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70192310-8E5F-6912-4886-08B10F7D4CFF}"/>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42C54C62-5FCA-A2E0-D758-EBF9FB53DB1E}"/>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03122C9E-A5F7-51D7-9264-6ECC07554683}"/>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C6D6CEB0-296F-4899-2BC5-B23D5A785D28}"/>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6973F4A1-26C9-B721-0E1B-3CDF21DBDE6B}"/>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63B6E05F-1E95-B2E9-8B72-DD31CF7BD67B}"/>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D3CC98A1-0BEC-0BAE-79A7-E7FA55F89E68}"/>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9C7D1EFA-A2EA-0009-DBF2-ECEECEE0DD0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42383655-921F-CAF5-EC10-5F65CC08C6D2}"/>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983EF1B9-F75F-B51E-5199-AD171A8C013F}"/>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B9CBA665-260E-D847-D24A-35A0BC42AF4B}"/>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D157E227-4027-6445-7F68-BF72040C8FA0}"/>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4FCDF1FB-D782-0593-E00D-0A480A90D23C}"/>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CA7F616-596C-81F8-ACFB-DDF543366D32}"/>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7B78593F-CEA3-8462-BD1D-451AA9014B59}"/>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5C7CFAEF-885A-5111-6AF9-16FB811C9BF4}"/>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6105A157-CF61-36DC-9EED-9F5DDBB9F601}"/>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F4704FA3-8839-8360-59DB-81CF6678D89E}"/>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B039AF-C92A-260D-10C1-D43E415EAF23}"/>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8AF3BFC9-F5AF-8419-CA77-5AF8111EB0F5}"/>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B420AC81-7311-E897-4D1D-50E1584A65FF}"/>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04F36119-22ED-C061-58E8-3858A3F216BE}"/>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8E51FFD6-7F1A-ED1C-6D68-91BD39DCD35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BDA9B9E5-C121-8B30-AE35-2E5EABB7A5C1}"/>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90ADA8B0-8F1E-8E89-F972-0208F7F0372D}"/>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62462E64-D18A-C124-2D90-CB3C4CDA64AB}"/>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BC947371-9505-E7E0-7F38-9E894EE7EBA7}"/>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F2318D96-AA77-7E22-3787-8B328C88C8F3}"/>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893B29F0-0702-0A95-FFFA-DB1405784CBC}"/>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8E7B9F23-E6A8-DF08-2AEA-6961A57A418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C5A1391A-C368-482F-5609-4ADBF67ABB15}"/>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7BD1E527-9C5F-B17F-82AB-416EF076FDD8}"/>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5E053E24-B546-B913-DEA0-3BB3E13B76EC}"/>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6F13C41E-110F-A256-7E00-B94675253FE1}"/>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44389BFD-3718-C96F-BDFE-80285F7E43A0}"/>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8155E6BD-5959-F6CA-45CD-2A70529CA7A6}"/>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3547EB53-6F3C-9184-57F1-EED1C36856DA}"/>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4630D04C-7F77-8837-A0FC-F4C2C5D6C5BF}"/>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86970BC5-3F25-BE73-A58D-B72007A7F3EA}"/>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4BD05D2A-B852-6B36-5940-59C4697DA686}"/>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97DDB94B-38D6-7E35-9CBF-10126305A186}"/>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BFD11FA-48A4-3309-5836-0D0E0221FB64}"/>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10CA7BC6-FDC2-2D5F-EE18-39901C2AE14A}"/>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1C3DF0D2-E2E2-CBC1-FC97-E7B1398F8B96}"/>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91E5BDCA-5501-DE29-2CE6-0B60DC658D36}"/>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E26D6595-4525-44BD-C880-7013FC703760}"/>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81B9FDC9-2181-5CFE-47C3-6B8962955704}"/>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94E0FD26-1193-F2CA-9056-85A4C8BB9E96}"/>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364C107-4F41-435B-0C9B-2F39AD644397}"/>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D0E2E83-8A64-97F2-BFE0-4593285C2365}"/>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10CE3520-E141-9E3D-EB80-DD120262348F}"/>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7398B5D6-5988-AC12-D64A-72E8F39684AE}"/>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1A6C5B36-8CE5-95EB-57D5-CC9E990E967E}"/>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7936C0CF-8D2F-879D-E6F3-27A772189441}"/>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3737DC95-3AA0-55A3-8931-5070996DA110}"/>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8655D57C-B5C4-44D6-297D-273478041C74}"/>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F57AB12-72B9-BDAE-F3B1-E733A52C26AC}"/>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EC23C23C-CC76-48BE-777D-37B2BEA2715B}"/>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978B6525-CCE6-E763-55D9-B9E6D3C6B5DA}"/>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5D9CFA34-8BB4-4522-0533-F0571D3EFC10}"/>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F09F94AA-C76E-970A-CC91-C40B736AF6DC}"/>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F9CC456D-2E33-1164-6BC4-FABDDB8CEC0E}"/>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D05756C-2FE1-67D4-BFF7-0EE4C09D26AC}"/>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ED97C9DD-E1AB-F045-24B8-69CD721767C3}"/>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82544FEC-5338-5CF7-EACE-FAEB4D664DCA}"/>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8E1AAB80-38D7-7945-BBE5-AC75BE863056}"/>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01CE8DD9-8EA8-EC22-A49A-CC52531158D8}"/>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68ADF223-9853-8659-71D5-7C4079ECB7D2}"/>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3E7A7E05-B9E7-AE10-1D79-86224C89B4A3}"/>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3C53972A-4886-7076-6922-8E8574FAB428}"/>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B118D321-F52D-97BE-F769-7AC308240581}"/>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18FB6FE3-8EF5-DF33-8D24-E6449B085374}"/>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85C8B9B8-7883-F554-6E1F-17D672B71482}"/>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24731FEC-D4EE-E6E3-0F7C-C8718DB59264}"/>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E8F222F7-AC63-D85A-F487-5615E23790D1}"/>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3462EF0D-AC8E-28F1-B941-E15619A49BC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A02068CA-3995-06AF-14C1-DC4A9216D3CB}"/>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090540A3-95EF-E797-77F7-6B1A4D8F539F}"/>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1EF70BDC-6D22-660A-FFCB-A341019E36DC}"/>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BE4DC5C9-8F2F-2CFC-9C7E-CEB0D4F6A19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37B7881A-67ED-246A-8DBB-C5AC45C3747F}"/>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388124B5-4DC3-E6CD-510C-4EB8D80B3C7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947E46D4-F0AF-8F1D-C9FE-7FF587024719}"/>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00B90F40-C668-3FB1-555B-0F2FDA3E757B}"/>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CCD5D29B-8001-56E7-3ACF-3532A8050D9A}"/>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5BC4CAAA-E98B-DC65-6BD7-2E2DB91D8492}"/>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6D13BB58-34E2-308F-A762-DF82965A076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8FEF85F6-E678-BE9F-0125-20D9DFF3BF3A}"/>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EFBD7C56-0D69-E53D-7A0A-B6D77380AC3A}"/>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F7A31093-6C9A-5997-1F2A-EDCAC489BC88}"/>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63FDCFD5-AFB2-65F4-7B3B-EF71B8F33AD2}"/>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216A0324-87A6-4CE4-6CAA-64BF8DDE25FD}"/>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9A4AAEB2-9FA1-0673-3645-BFAE0A58F5F9}"/>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0912605-0DD7-4C3A-4968-726C3D353C14}"/>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89F940F1-ED70-338B-A0EB-AFB5273A9B2B}"/>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6CB15C46-889F-E8FC-0863-31D8D4A54737}"/>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1A7B0D41-1B23-8B7F-F92C-ADEDCD76148A}"/>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BDB22E4A-ADEB-A277-2696-DDB628290A0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9EA4A1FC-5FB2-79AD-34D1-6690FEDEB763}"/>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E8D68DCE-BD12-5F11-A52E-361BA720B45C}"/>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5A6CB25E-A17C-6E78-ECAA-5888E207F029}"/>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5E57EFA2-F8AB-FB4B-F37E-F01DC34CCF18}"/>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2183DECF-EE0C-C2DF-DF30-5870493D9AB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B6EDBD77-6CDC-6A30-FAB6-20B8622D6811}"/>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17B8FD60-5F5C-3411-C862-1B64FD73F113}"/>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82128D86-CD6E-CC89-01CF-137E1B077122}"/>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829DB3CE-E93C-4DC8-533C-5F71A43739F1}"/>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EC0194E2-A2A9-EA9B-575F-45FA0D2922E2}"/>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CD7966CD-BB9F-96CC-8714-73A89701EB09}"/>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A36855AD-5AFC-B7E3-6D7C-B7A7EC9D49EE}"/>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D3EDF4B8-E4DF-DA49-EACD-A58F4E3F134C}"/>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07AFC1A2-20CF-10ED-05AA-5D492D652527}"/>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3FDC6319-FD7E-D392-FE69-3A0344A912C7}"/>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10CEC577-9DA7-0318-D79C-2F145D184834}"/>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797766F-A969-21EE-0299-2FEA0D952A7B}"/>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934110C9-606F-6462-EB4A-AE1ACE0FB1A2}"/>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62B043A9-9924-BF3A-01F7-D6F6FF291AF6}"/>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0610D2F4-F10F-9EB6-1122-47245A3810DD}"/>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29BC4B6C-CEEF-0308-75F2-8205391F0526}"/>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661FE689-8FCE-B73E-E76B-D655B904C490}"/>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6BF834E7-4252-49B3-9458-46F7FB5C2A69}"/>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0A4D88DA-9DDD-B238-A8B9-E320C55295BC}"/>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F9648B77-26B6-C413-EEC1-F5E48FC0D8A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150FB51D-BBE9-B0A5-3DBB-24A76BE7047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F13786AC-404C-E9B9-FFB7-75F5B726A99A}"/>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7CC12700-5117-18CF-1468-F35AF95031BC}"/>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3695FC1F-B6F3-580F-5EE2-694483430D7A}"/>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28705D81-4803-7AAF-46F4-0C81AB37940F}"/>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B382525F-C954-8FD1-F3D0-37BFB9E8E8E5}"/>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01071ACA-7286-595C-6996-C14D62861CC2}"/>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B5E1FF59-2B54-8B73-687D-847B4541085B}"/>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0AC58112-2E17-4B01-C187-225FBFA47885}"/>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5A0633D1-0E8C-746D-CAC4-8FBD059F43D6}"/>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1171DE12-78E8-5078-EC4B-49B005098D56}"/>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CD12BF66-CD79-A82F-31CE-11E20A18AADB}"/>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17DC88F-C9DD-6917-DAA8-CF1C3002DD3B}"/>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0FF561B9-C064-C737-489E-28E8BE4AC6E0}"/>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4CB18948-7EEA-6D48-0C17-9DBE387A358D}"/>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24D9A054-0D50-BA70-A172-098D35624F5E}"/>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83CD62CC-AC06-E0A6-5C97-824F07F2D088}"/>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BF99F660-3F66-A526-28FF-8035F3884331}"/>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12904A05-6841-0A3B-F67F-045CD7698048}"/>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44C293C7-8A2A-B753-C7DF-7F10676BD99B}"/>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12B00E4E-91EB-4590-0E7B-DB30779A2EAD}"/>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5D883C5C-5321-D50E-75C5-7C181B67270C}"/>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54464CF4-CF33-9083-A911-E9FE87ADD0C0}"/>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3D7F0412-DC0A-A648-113F-6EC95BE29CB2}"/>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5F16E17F-A431-5CF0-B88C-FCB70E6CA4C4}"/>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82CED4D6-569A-B2B1-EC17-BC7C576A321A}"/>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54168220-7F51-D87A-B60F-A304B45DE83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6E6AA5A-67A8-F274-BDAC-CCB63DA59704}"/>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4798A1FB-5515-13A9-49D9-BF358303DAF5}"/>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72C431B0-A7A2-99AC-BBE9-C0649ED2501C}"/>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5773C401-5C5B-E607-2F49-0DC79B1E2D48}"/>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44817FC4-1E8C-5434-629B-BB4C703BA51E}"/>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1839C4A5-89C3-C2F6-05B5-A65785CE655B}"/>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B66C8DA3-78E3-3663-221C-0B8325D55F21}"/>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80A42DA1-A575-FBD8-7495-8A64D226130A}"/>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4DF4045C-EFEB-5803-6087-F51418507F44}"/>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32B663DA-0268-5DA2-7ABD-D10A0E301ABF}"/>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FFFCC0D2-EF8E-BBCC-25A4-F39BFE466801}"/>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BB7E863C-6E19-7C08-CB53-7AD4A9710050}"/>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F7E7576F-DB3B-5FA6-B79E-D4B3091A2416}"/>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10AC7837-1F74-0AD1-2048-409F347FCCF6}"/>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BF7525F-B072-DC72-C0CA-5DB407CCB2C6}"/>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BB41B335-9470-4DC8-EC0F-5D2AB68AB2D6}"/>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03B0A257-D18D-BA8C-15CE-2FE29E99880B}"/>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C5222F22-0736-A829-8FEC-F0F4535AB525}"/>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0B2CBF3B-E98D-6FC7-B4DC-EF7939D8B960}"/>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622A0F8F-34FD-6592-0B47-C93C7E5B3493}"/>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86221B94-6404-34EA-2F7A-A23C475DDEB6}"/>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A3F23D5A-D749-F140-C0A3-A58EA7D193A2}"/>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3885872E-17A0-8F73-3E2F-5172E96ACD55}"/>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19E272BE-76A7-88CF-3F13-1971FFC4A4E3}"/>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D4FECB58-A678-A0E6-CA0D-53CBF8F61C51}"/>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35E781AE-AE10-2B30-ED1C-802A5A3E86C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3B040454-0891-C991-B1CB-BE67B9446699}"/>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D39C7339-2676-EEC9-B0B6-5818BB126F45}"/>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C5737410-1541-3AEC-B20C-A1FE8B30093E}"/>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596C0892-9216-D8B7-F468-FA0EE445DA53}"/>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72F1EDF-502A-20CC-2F1A-E10220662321}"/>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751A4736-7BFE-2563-2EF6-9F0C14BB9A8F}"/>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6E1331F0-BA6F-123A-9C5D-7B0A1B916614}"/>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4900340C-B6D4-8BDB-E723-11F4AF99201C}"/>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0F801042-8DFB-C14B-7C55-C03737BBE6B9}"/>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B1734D62-E696-E269-C518-4628BFC82BE8}"/>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941C6A4A-33DC-32DE-7F00-EEC9B617C3A4}"/>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31F4284E-775A-7B1A-B690-4AA44712C092}"/>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6413C9D4-DA1B-3DE0-4BA5-47F556903B61}"/>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5F54BC9D-1907-66ED-279B-E7951D071B86}"/>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024B2169-0B0F-D3B4-0D9B-22AE9538B9F1}"/>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0CCE5756-CB0D-5A25-EE5F-F48532660221}"/>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3B07FC6C-779E-A5FC-4F24-1E36A6024AB2}"/>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7818F5D8-28B6-0BEF-E215-E044DEFF90D8}"/>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02C227E3-B20C-91E3-CFF9-E6AD93CFD9F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2D568C81-2CC1-ED30-9E51-AC68036CCD3A}"/>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49A8A44D-371E-9B83-0142-F55ECED27260}"/>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07979B5F-7720-5CA9-A5AA-F5B3674BFED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B607E555-DD63-FEC8-DE58-A87D38E2421A}"/>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E32F56E1-65EE-BEE2-A7B3-0E8B92275DCD}"/>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8A65B53B-2A70-DE8D-7EBC-77EC70840704}"/>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E8C3E179-C920-4860-01A9-71409945D666}"/>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EB6EBC15-9CED-8CF9-4040-300579E95A36}"/>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5E913965-5324-C098-6B33-83C7FF59952E}"/>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4538F06E-829B-8323-3ACD-4AEB50C9F41F}"/>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68160374-BBC6-F14A-8291-41F8AFC85DDF}"/>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EB7AC140-0B18-A182-CD96-B54D3F6E786F}"/>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A53E539B-440A-7762-B8A0-2D8D5EE5E6FF}"/>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A3FD21C0-BBA7-4B09-FA9B-359A4412FF6F}"/>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371A7768-4733-4907-6E64-840F45A7EEE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51B542BC-9B1C-8E34-606F-71132D41854B}"/>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A219042E-5B7B-BFD2-0B41-2530B4E2710F}"/>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508F46F8-5164-7261-08BC-50358A65BD8B}"/>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8A125F29-801D-E15B-B289-C3B1F4D0689A}"/>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5CEA599C-F321-11A8-C8A0-4291A8768539}"/>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4A0C2A1A-FE98-C028-4FCE-01EECD1609F4}"/>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7BA7E0DF-4C56-D7A7-7068-906BEF7354A1}"/>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A3A4A430-90AB-F59E-F6CB-ADEB9C5F7083}"/>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0D40A9FA-D4DE-05A8-D639-768E0BE8BAA8}"/>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CC6287DE-3C03-F793-57C5-264C37F03185}"/>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4077204E-2469-6E59-8988-B3E7998556CA}"/>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753E45A0-9513-2B15-9E86-101CC88C01F8}"/>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FCF82342-64A1-54D4-CC0B-10A07A16BB8B}"/>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213DD75A-872D-49B3-DA99-EB7A582DCB28}"/>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DB92CEE-95F9-C1D3-EF05-B1891F5A0A30}"/>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7582F153-08B2-1DEF-AA74-E47E6A18FD65}"/>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5259FF34-54A1-1B67-EB9C-156ECF7C2406}"/>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BBF49A81-6ED5-CE84-F4B0-DF8200A18ED6}"/>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064DE8AC-BE75-9619-A511-BC166847AC41}"/>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B4087400-E813-EC19-AB83-7D12BF63BE2B}"/>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DE27058E-3A3E-A55D-F835-52A60BC64BDA}"/>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19D48F6A-D140-EEF0-0894-FAD5C1A9E295}"/>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455647F7-5520-1D73-EFC0-D3A7C30EC3D4}"/>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7038266E-D67A-34FF-48C3-0E72813C501F}"/>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2EDDA340-9119-5BB1-D0CC-A3CCE4B07003}"/>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CE544D27-1DF9-8F14-1A2A-20B4127B6DB5}"/>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9FE0E49A-E751-827C-52F6-8F6E18706C98}"/>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C0054CDE-C052-E3E9-7EF3-F2C123C5FE9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29066EE2-3DD9-CCD4-873A-D60F0F6A1633}"/>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2DAA9FE3-C124-625D-F362-698FE20F7628}"/>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919CD950-C5FC-F1E1-2FBE-325C1E1C475F}"/>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E5857094-7046-8C4B-647E-6809DE344C15}"/>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966A9CAC-7977-F482-5EE8-AFE80A9D6FF8}"/>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ECC10764-D212-3EB7-3F84-28F3A7A3806D}"/>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3210E676-828B-2DBE-E5C7-A5F728187A83}"/>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1437422B-6D42-3251-82A1-07BA494054A0}"/>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EC38FFD6-78E8-99D1-8425-49BE6157AA37}"/>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F83E1646-0AF0-3E12-BD94-9501F25756AB}"/>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6B13002D-320C-F2EF-C847-7702FD5DFD1B}"/>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50DA2AFB-8090-5D93-B38C-837C3E4F0100}"/>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66133102-C47A-7BDA-4E4C-2677B078FCA4}"/>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46D6FEDA-86EB-6471-A259-A5C53626291D}"/>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E84E8681-EFA3-AA0D-7FF4-9A8C4987EC5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A40FAE9C-89C4-D772-24F9-B8283E5CFCA4}"/>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E3002BF-80F8-9826-28C3-FE9F95F5C712}"/>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298C35D5-40A8-4E7B-0597-9053EE367EC7}"/>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6ED23E15-7D15-2A84-862E-93EDCFF7759B}"/>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FB5EDF6B-CFB6-1BE9-A5AA-1C22F764AD26}"/>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3AED4B94-A843-887C-4C40-BB5395648196}"/>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D9DC0003-D83F-5F7E-1FA0-DEE1DBC6431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10ADB910-A7FA-76F0-6D89-EF80A123FAFF}"/>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B037B89A-0EEF-07D2-268E-EE3718F45251}"/>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F17A499A-7D17-B7CA-970F-1C2A3F4E8AE8}"/>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F091D7E-12D1-8694-077B-B9004D441119}"/>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0DF26301-1A3B-A394-314B-DC2E9DB06287}"/>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07FA3777-CF30-D066-D0DF-E3B2EF2C5A82}"/>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DED35C95-9944-F870-3FE7-4797D4EA30B2}"/>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05D0C4C4-B62B-886D-DF47-9CB5772357F6}"/>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046BF846-B465-A74D-52A4-CBE5D05AA905}"/>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8B317009-02A2-9219-C881-0222A35B7A70}"/>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697DB79-2746-25C2-3A85-7F7AECC5F075}"/>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C422BAC3-3E83-4046-0CE4-2CAA7421C08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8BBDB7FC-6F12-5D3E-0BCF-21E5EA5B9C8E}"/>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A21E18B0-F4AF-4DDF-9017-0630DD22F08C}"/>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F1D40570-8764-A43E-1252-C4F278AEE766}"/>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A0B2225F-F285-94E8-F568-1AA52D98C4E1}"/>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F05591D3-5B8E-1BD3-28C7-90F60303E570}"/>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9BB60B3-3028-60F1-81A0-E4387C830592}"/>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00AC1BDF-906B-1168-5A93-D767D870EBFD}"/>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6AF6C0C3-6210-582C-19FE-12F1BC9E1C49}"/>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C8CE656C-122B-0C5C-4C8D-16C73D90545B}"/>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BC5F576-BF19-CAB5-5EDC-E0A2C27854F3}"/>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28F72F58-0DD5-A35A-6FE7-F94A42E4E317}"/>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60816C4A-CF41-0598-364C-8D4395ADA4BD}"/>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BC60B59C-FB45-1418-918C-19F813A2A17D}"/>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F639F243-61F0-B685-B321-33807FDC2DE2}"/>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B8E91988-9905-C370-C565-40A474DFF699}"/>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7D1B508-6C76-23F3-1450-E3A3EF851268}"/>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5BE44629-387E-E79E-6FC4-00045D2D5971}"/>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D6C2FA6-CD07-B78C-2C9C-D1A5A8F8E433}"/>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26C4DDF9-A6A2-58C5-CA07-341C070286BB}"/>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2496FECC-962C-7FC5-D5F0-169C4A3A1E20}"/>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C33F2EA2-1070-3D58-EC05-1543181005F1}"/>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E7943490-EF7B-FC6A-63A4-71877CBA45B4}"/>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5C7EE827-8C4C-E84A-E9DE-0866E6AEB820}"/>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87D7EC9-6D15-BC90-7C85-DBBD04B3F23C}"/>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A11D74C1-EAF2-16DE-D9ED-F371916177A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BAFC7DB1-5CD7-1C2D-71AE-E97D7598371E}"/>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7D0532A3-A8E0-83F2-B847-F58F2E3B867E}"/>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C13B2D8A-F4F1-6989-29DA-6993D1FBC1B8}"/>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974EE53E-78D4-434D-C78E-32E7E2915000}"/>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58BD683E-EEB2-F596-6D29-344016C4BF57}"/>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F338C97A-403E-0598-D3EA-02906C2A96EF}"/>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866541DC-5E97-72EC-F1AE-6871722E2A66}"/>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650B17DA-40ED-CD02-A54E-50590E73A479}"/>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7464DBE2-F89E-F80D-1B4E-1723588E175D}"/>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5F1FC46-03B3-DFD3-B30C-AF2EDCCF4E85}"/>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93959461-5F22-201F-F366-7FA9766B55A1}"/>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E83CBCD9-F087-9A6D-FFC4-D0186E623119}"/>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39EE44C-4D87-51B6-104F-62B91D1678F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5E253D06-33B0-09B3-7B8C-A6430782FD1F}"/>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9987FFE9-15CD-77D9-844C-185222D4F2EC}"/>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945F64C7-DE82-7500-4D64-FCF52CD1E01D}"/>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19186913-B1AB-8D9C-02AA-799CA0D510BB}"/>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AA7EF82B-69C2-BEA6-91EC-DEF48DD5BCCB}"/>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0B8CC5D3-B855-2F90-A3C7-28D9E682D5FC}"/>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F2D6410A-9911-7630-257D-FC8CE3F42D36}"/>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1E76386-F5D7-639C-92C6-71555AAD9BC8}"/>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758C4EA2-CEAF-A47A-7134-B2F1ADDF0B5E}"/>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714DB88B-E4C9-B2E8-6BC2-46E1E9DD09A3}"/>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8F99B8EB-DF0C-D791-14C7-231681633D7B}"/>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CBA15EFA-DCAC-2544-5CF9-E9217E0DCA7E}"/>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83ECEAE6-ABD5-6511-1003-9BB956894E8F}"/>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C9A2D27A-EFC8-A8CA-225A-E24C76BF9F2B}"/>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562B1DD5-88A5-0537-3C5F-66B9B7B047B6}"/>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E8FB02E2-CDD6-A2DD-37B3-40FA31E4E71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C526A7DC-99C8-BFD1-AB48-15542B00573F}"/>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8EC405D4-50A6-8B08-D1A2-D83D733B70FC}"/>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AFAF81FF-3182-FBCE-D63F-9B9C83CCACC0}"/>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8A538998-76F4-747E-6EE9-31912AADB466}"/>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9DC88BDD-3E70-8A68-3735-4A55FEFFD304}"/>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F40EC02F-98AE-92AE-7364-732C58ADAFD2}"/>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250DA953-B9E6-5889-3060-09D62807CF85}"/>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CA232ED5-8AFB-ABA1-7930-8841C56D9A27}"/>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0A9ADB2E-FAAE-B897-7C70-C7DD17F75976}"/>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20B5E793-28E0-87BA-48EF-DC01D586133B}"/>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28D55AE6-2C27-E01B-8A0B-55BA1402B5B4}"/>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9E554E39-4379-D667-41AF-95652E69F2CB}"/>
              </a:ext>
            </a:extLst>
          </p:cNvPr>
          <p:cNvSpPr>
            <a:spLocks noGrp="1"/>
          </p:cNvSpPr>
          <p:nvPr/>
        </p:nvSpPr>
        <p:spPr>
          <a:xfrm>
            <a:off x="3564865" y="2985798"/>
            <a:ext cx="621256" cy="74221"/>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520" dirty="0">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8AE98C2A-30A0-04D9-ADC6-8DAF7A468046}"/>
              </a:ext>
            </a:extLst>
          </p:cNvPr>
          <p:cNvGrpSpPr/>
          <p:nvPr/>
        </p:nvGrpSpPr>
        <p:grpSpPr>
          <a:xfrm>
            <a:off x="4111350" y="2277753"/>
            <a:ext cx="230909" cy="32987"/>
            <a:chOff x="2305050" y="3209925"/>
            <a:chExt cx="800100" cy="114300"/>
          </a:xfrm>
        </p:grpSpPr>
        <p:sp>
          <p:nvSpPr>
            <p:cNvPr id="1974" name="flow_Find__1973">
              <a:extLst>
                <a:ext uri="{FF2B5EF4-FFF2-40B4-BE49-F238E27FC236}">
                  <a16:creationId xmlns:a16="http://schemas.microsoft.com/office/drawing/2014/main" id="{831E8689-46A6-BE3A-9916-2A73BF9C47C6}"/>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9BDF4946-726F-1471-2430-D39DE1500ED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4B8EDAA0-187B-CE73-4DAE-C453197EB72D}"/>
              </a:ext>
            </a:extLst>
          </p:cNvPr>
          <p:cNvSpPr>
            <a:spLocks noGrp="1"/>
          </p:cNvSpPr>
          <p:nvPr/>
        </p:nvSpPr>
        <p:spPr>
          <a:xfrm>
            <a:off x="4083862" y="2176044"/>
            <a:ext cx="285887"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36381739-59B1-BA22-14A3-6D5EBB035BFE}"/>
              </a:ext>
            </a:extLst>
          </p:cNvPr>
          <p:cNvGrpSpPr/>
          <p:nvPr/>
        </p:nvGrpSpPr>
        <p:grpSpPr>
          <a:xfrm>
            <a:off x="4363743" y="1782948"/>
            <a:ext cx="982303" cy="1168290"/>
            <a:chOff x="3470234" y="1495425"/>
            <a:chExt cx="3403682" cy="4048125"/>
          </a:xfrm>
        </p:grpSpPr>
        <p:sp>
          <p:nvSpPr>
            <p:cNvPr id="1977" name="Candidate_density__1976">
              <a:extLst>
                <a:ext uri="{FF2B5EF4-FFF2-40B4-BE49-F238E27FC236}">
                  <a16:creationId xmlns:a16="http://schemas.microsoft.com/office/drawing/2014/main" id="{9FFA63BE-0235-D1EE-D077-AD51B99B6935}"/>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FDED2264-A71E-D768-9ED3-EC844BF8067B}"/>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0329F32C-7026-60FC-E0FC-43E64F266C3F}"/>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6C18D0C5-7746-632B-235C-92160192D198}"/>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53981229-2E01-A40A-9433-A45CD777F25D}"/>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E1769D43-53B2-37AC-2B57-FAF6C27E092C}"/>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03105E88-BD41-0E29-CD83-5FBE25007691}"/>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A5792F6E-1CB7-0D00-2B8D-DBA15F60B323}"/>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637B043-093A-9E4B-15E3-78C9E04AD704}"/>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754D33D8-4224-9749-5D50-ACC278B2AFFF}"/>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2307AE6C-8449-0BF2-178F-61DE09EFA456}"/>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6D277F4A-32BD-00B8-6B40-4BDE320BD5F2}"/>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BF691225-E874-3D9F-CC47-C05AF8927BDF}"/>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59D509FC-5303-2AF2-7E45-3633B24FDA55}"/>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21AF397B-08C0-8073-F76F-A5D5354073C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0B37F47C-D7A7-736D-2274-6027A25E2C0C}"/>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2D93D031-9F3B-0927-9299-3C6C0669AB97}"/>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E4C14CA9-03E9-F4C9-0F43-F29CBCAB5B7B}"/>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374761BA-D12B-F223-0144-0286B43CF0DE}"/>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764F3A6D-6069-9F1D-66E6-078F0CD2C80F}"/>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1CB52224-7A44-9590-19B4-D85C8659889E}"/>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4CBD1A74-753A-A101-3A5A-4E8E3529BD8F}"/>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90E69E59-6AA7-3733-A356-ADCB7FD4D619}"/>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4C8B7EF8-F004-005C-9ED4-94B66D1A54C9}"/>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BA496813-E675-0F4C-EA62-702C2F397DA9}"/>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754E5703-31AA-F4FB-E694-6ED449011ABB}"/>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85F1AFB2-C2F1-8522-86D8-DA7B4ED6E92F}"/>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024CFE19-448D-4C97-55D0-F4F31AB7C534}"/>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CF03D9AE-57BC-5852-921C-6E798181BEEC}"/>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E4C1BF85-312D-8068-B24C-6E9F511B7E3E}"/>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D6AAF2C0-D58B-35AC-0F13-636E2BE796FA}"/>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EEFF2C7C-334C-4A80-1559-607B91B42455}"/>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00235678-861F-1253-06C9-E7C1637C166B}"/>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21B45837-EE85-B221-4D85-82379FABD4A0}"/>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7C315BC4-111E-4AD2-B426-817FB819AF4B}"/>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D4E3F061-3C85-E322-AF70-7A280CABC84E}"/>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E080415A-9D83-6023-D833-B87E6D0C4A77}"/>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58672969-F7AC-C906-7946-5D381F3F86D6}"/>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3736D9D2-DC2D-7C7B-FA3C-B03BD633EAAC}"/>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66399B22-506A-4FF6-EC4A-E49BFB4E8839}"/>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A27929E8-4812-F4ED-27DF-6D561E749484}"/>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C8670805-0BBA-A903-F11C-D687AEADD122}"/>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09E4CA4A-4B7D-2BD2-8E98-8A0D82E66E83}"/>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90EEF87D-9F9B-9F55-4AC1-208E25853F58}"/>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F0521743-78BF-D364-337B-D61A08327D44}"/>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2E7AADC5-095B-5BC4-65AE-3CCE04D49769}"/>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170F14E5-9BDE-CCAB-AE5D-43BD735DC29D}"/>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432D03B4-E4C0-4A77-97D3-3AEA00F9ACAE}"/>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A8D437E6-F115-E94D-14C8-8477E13ADB7A}"/>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6313EEB2-028D-C6DE-F9D3-4D118B3763B4}"/>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70FFDE26-4F81-0862-7D69-101A4392A992}"/>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73B289B0-355A-8850-C82E-A9233E751B31}"/>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883D48DF-D100-7422-3C48-FDEB2127D463}"/>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EF7F8244-1244-CAC4-3EA2-1266F031D7CF}"/>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ABEF00E0-DC31-50BF-B95B-E264F97AC9EC}"/>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E1368B1F-D87E-54BF-1313-5E3973C27FC0}"/>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5B7EC320-F6DD-A4B9-F5F2-AFBBCD3E2A70}"/>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91691ADD-638E-A2F3-C6E2-0D5A6D1AD3DD}"/>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ECB92D51-8E2A-026C-5861-D3574EF32BB0}"/>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5272DD84-470C-26C5-DEDA-0C9B4A788E17}"/>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56D26F9D-71E0-74F5-48B7-B3D89498B55D}"/>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0AB42DD4-5057-B799-2D34-51A50844E9FC}"/>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52A83CB3-31B3-66D0-E5FD-28883FFC5BE1}"/>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E8C959BB-3974-225B-48AF-654D71905837}"/>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1FE9D832-CCBF-42FA-DA60-0C372DE8F112}"/>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DD463922-1856-19ED-702B-FC386BEC6F2D}"/>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1A8B39F0-2738-9352-3ACE-DC023C67D1F1}"/>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1DA9820E-3CC6-EF10-68BC-6D1D6E29A7B9}"/>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A867E632-2E1E-8A3A-903D-1C8C579359E6}"/>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1E0B63B9-8735-F812-7412-9F56EB4FC0EB}"/>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776CAD83-2CA4-7B09-1295-31694E78995E}"/>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2B979D9E-E795-2A52-AF29-4E322775DBC2}"/>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C2F6AB56-3999-7016-8D69-655CD32AC365}"/>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66BFF943-D9C6-B01C-EE3F-A788E06CED5C}"/>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22E31575-D36C-8AF8-AEED-97313CB4DF46}"/>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78F6C62C-468A-66C0-74B9-215C94C90389}"/>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70454C5A-2285-D82E-ADCA-7E8C56B74799}"/>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F768E113-0DB2-18AE-D773-BE7FE77909F0}"/>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619FDFC0-8255-F61A-ADAF-16005652E265}"/>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CA2D4753-3C02-373C-3D60-14C86E11BFE0}"/>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ECACDC0E-7450-163F-437D-7E728D067806}"/>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EDFC9FA1-1064-B4C6-A6F2-093B80F5DB5B}"/>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C756407E-DF74-D922-5D85-F9EF6F625574}"/>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1ECBC57C-B326-8013-27C9-DAE05B5491D9}"/>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32598540-B182-5A0C-4BBF-C4E0C4CBE2A1}"/>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0043EBB1-E62A-6500-5FE8-9F47401682B7}"/>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7887E582-8E94-14DB-E61B-F90C4CF5F765}"/>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D94ED9F9-3662-B95B-9F4C-8B6F41ECE247}"/>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B43AECB-8729-2A02-60C5-93EE3D5E7306}"/>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A736F57F-313D-F52D-C9FD-5B084A9143DC}"/>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50C542FC-1B0A-75C3-25F6-08052F5B7646}"/>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D56BE9C9-9667-8D48-66C9-BCB7DB020BEB}"/>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2E6A66D4-6A20-E291-E0B1-B4CC51C7EDCA}"/>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B5E9DA63-C5B1-9364-1EB5-F7A88849A3EA}"/>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D86CEAE-4BE4-FEA6-9990-CC838ADC7C9C}"/>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83FC869A-5AB3-74DA-CB6C-C8E4FBA4C777}"/>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5ABA7346-ABD3-FE4C-1FB0-6F3A3992C2D2}"/>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CC692F8B-7EBF-9932-87CF-95A048D9A85F}"/>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D3CB9607-59C6-34F2-F6A6-40D6C6754C2E}"/>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B305893A-1006-4C02-E7A9-5FE0E56B0A24}"/>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CEF7CE9C-80F4-D81E-B147-423D4BBD613D}"/>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BEAD59CA-2616-A135-6CCF-990C332D612F}"/>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AD44634B-01E7-48D9-59A5-F25DE6873354}"/>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D27D1E49-2511-B10E-A959-CBB5128F95EE}"/>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17F66D04-E231-3BB7-3055-B436E265C31B}"/>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50E9838E-20E1-A910-9530-0E70B355A0A5}"/>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9650394B-D246-57F7-6C89-4ED79FC9F736}"/>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83091A2A-F5C6-8F38-5B71-FC30D665063D}"/>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6663A53E-AE71-DFD2-C709-0CC117FB9A2D}"/>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8AFEB768-FA2A-1F0D-7B06-0323B6077A2F}"/>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CB1C80A5-6651-949F-5BC8-D20A3AC7D8CF}"/>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18149FA2-E3BA-7065-623F-0347110143EB}"/>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56562BED-A8CB-945C-B0E5-0EAF3EB97BDE}"/>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953F21B8-BC9F-3590-E359-A7E3F97B75EA}"/>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CDBE5177-F576-3D7A-CE6E-247D3E247BC1}"/>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695C3306-A225-FD76-84A2-00595FD38581}"/>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2FF1F64A-BF29-19BD-32AD-CC1849D2377F}"/>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A279CCD0-E6F2-E8DA-C0F7-6CF9EB0FE864}"/>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48DA60EE-987A-10D8-52E8-F162AB4D572F}"/>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68B4A79D-AD15-92A2-BB15-FA437FD72498}"/>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FD46F1B3-4C44-79FF-880D-255518ED8F45}"/>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6172D336-2B93-ABD5-B50E-CE54D456F85E}"/>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C9002E6A-65CB-A4F6-83B2-C32C8EDEFFC4}"/>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F3305260-D97B-2204-33A8-48E6D3D3962C}"/>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7D0450B3-990A-587B-9EBA-0F6F1C54417F}"/>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98119E17-12D5-C19F-7F1A-4184517DC02B}"/>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C42AEDAA-028A-0F77-9C9E-A90A1613B6C0}"/>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C2686708-4126-CF49-8E0F-B1AF5CFAE26B}"/>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F07D7213-DE7D-0141-7E56-51E934CE759A}"/>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1BA320E-8F00-BF3C-6B24-AF61E906186E}"/>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C290249D-FF23-D71D-8FBE-F49F282F1770}"/>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5CE5C02A-83D9-0B0D-F38D-31115143B40D}"/>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B4ED03DA-476E-ADAC-66EC-64805E3579B6}"/>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40626F27-438F-0932-EA98-39DA7A8E0FBE}"/>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1B9D8D1B-8670-0787-C069-A51FF5E6302C}"/>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70C72CBE-FBBB-5ECA-8885-B423FAE7FBF2}"/>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E3989F66-136B-1F28-C783-BA7CF362CBFC}"/>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882DA8D1-94BF-14B5-A422-C61ABA2C6D6B}"/>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172497F2-39BE-B789-EDE4-60399C047214}"/>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A9C081CA-D674-AC4E-48B0-6E676C76AB56}"/>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C245C8AE-BDA1-D877-A013-EBFB948BFF87}"/>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594FE9A9-907E-7892-AAE3-B78439210DB0}"/>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BC1FE1D-27A4-776E-3A69-91230DDA8C91}"/>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965A6C2A-2778-8E62-F10B-DD630AF9A706}"/>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466802E4-EB4A-07EF-F1A5-976B0426E29A}"/>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2AC103CA-4D1E-C37A-91DE-0B8FF4260A0D}"/>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1DDB60BA-4288-6A11-D6A6-B9490F627A59}"/>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76F2E2B2-8A33-635D-EDF6-E9F95638CE3F}"/>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5744584A-C40F-D005-6B85-B7756A21B0CD}"/>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E604F1A1-69DF-602C-19E7-6301268D097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6DDD5702-E941-E0BF-629B-7118900B7132}"/>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BBE54698-ED51-F8DA-6A53-F9668A12BB5D}"/>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6F51080B-B5E8-1AA0-7AB4-DF53BD37B0CF}"/>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B0CA7E22-C0EB-6E81-751F-3612EB3D2ACD}"/>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8C058F68-A933-9B96-5257-5B2FAE6EE077}"/>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BDB3D75A-4D83-321B-F4A1-138D35947557}"/>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D09EAAA3-DCC0-7C2F-6FAE-3E56199324D2}"/>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90D8C203-0AB8-9160-11B8-34FEA36301CA}"/>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342D48DB-F600-E618-CBA4-D5722F6A2314}"/>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374869B6-5545-CA49-0036-3FDE449DA024}"/>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7712CFB7-3C73-5D16-E189-0BE896C2B8CA}"/>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6CC77B74-B347-FED2-2DAB-C2C91CB3EB75}"/>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2BB716EC-52CB-98E1-FE75-B5965F01469D}"/>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8C8E17FE-93FC-3518-6E34-27C0A9E59364}"/>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F7DE7AEE-475C-79DE-6493-1203240B3450}"/>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47136663-0BCE-17A1-E43F-46214745F1C7}"/>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A1C58E3D-4430-BA57-0365-FC1B4CC4BD50}"/>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6F06C180-764D-55A1-1AC5-FCDC3AD6205A}"/>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702AD6A1-FEB1-FA7F-AA34-BA117971EE61}"/>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119AF80F-7CD9-54C2-4FFF-79B92548AC15}"/>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8EB16CC2-458A-4FAA-3B6C-677A7F333B28}"/>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EB2031DC-D508-4619-1B39-167EE5F1C2BF}"/>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8C233DB1-746B-4E04-4F66-4C987BABA453}"/>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04969EE5-7E8D-CD0A-466C-A9985B37006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5FA3CAFF-77C6-B5E6-AAA5-CF35460ABE6A}"/>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1CE67D5-4DE5-AC39-4F3A-17121B7C3219}"/>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04C6DD6-4EEE-E667-9962-76E6FD115EE4}"/>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22AC62D-6C44-BCD9-4E54-A71353EE9ADE}"/>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D8A436F2-F89F-5F0F-F25C-FDB6AAC5F5FF}"/>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88F48DD9-9E3F-4087-3D2A-701E43EFAB1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9F37CBD-DCF8-18A3-171C-A76BD7637DA6}"/>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3D50A30F-AC7F-515D-F59B-1ADD2B292391}"/>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5B561421-44E5-F8F2-3476-F489E3970557}"/>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ABC0E5B1-E2F7-BF4B-CF63-7BEAC0F12B02}"/>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4D1CD0B8-131E-5B46-F058-AA418B8F212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CD78DE9C-0C3C-FA73-8CBF-5CC9D23379C7}"/>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ABAA1935-A419-2176-DB46-6B64361FC356}"/>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7B29410C-426A-FE55-8575-0B7C1E318B48}"/>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861B5F70-4555-0394-3B35-A5539CDBA253}"/>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3B0F4E52-D70E-3AF8-F435-F2BCDD3703FB}"/>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27AA4C2F-5BC8-76DE-64FE-7879E2271B97}"/>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0C7B9F89-FE61-1352-EDE8-EE8CEE417FA3}"/>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6F9323F2-7BFE-88F4-B198-503524768C40}"/>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20BC6642-9637-6908-68D3-C022AF09E62A}"/>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D774BD6A-0180-A204-D136-924C94A7F9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9B961B0F-9450-F8FB-A658-374B9897C237}"/>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7972C2A8-DDA9-ECF1-C36A-E714B3CA752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3ED3DDEF-E38C-337F-EA75-BCDFF6C19DFF}"/>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413FE0CD-B402-3A43-656E-C29238F44FA4}"/>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975655F7-2CFB-5EB4-FC27-C0098A7AC4C8}"/>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644B506F-7AFF-8604-1EE0-337B29F630A6}"/>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9143617C-A955-256F-59BE-3FE083E25EC6}"/>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D1456A9A-BECF-CCC6-04BD-139ADD7ADC1F}"/>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9C370893-2093-052E-2534-19E39642BF87}"/>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B4489652-6F14-BEF3-41D9-D35066B4DDB0}"/>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125BE32E-91A8-AE99-CA29-5C8A0394A9ED}"/>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A4EBAD2C-362A-3A8A-8B60-F659B3BFD9B5}"/>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591F837D-7084-BD9B-9A66-3452C40A28B7}"/>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0BECFE34-BECB-458F-D43F-F76EDFF83E31}"/>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DFB79E37-6AD8-E297-4396-F694C5D0A026}"/>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567A433-EC57-EE78-C5CF-7AE886BD18B0}"/>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F07C1FB-371B-D52E-8577-34C1AA525915}"/>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D66F9DFB-A8AB-37C5-45F8-CBC7CF8FD0AD}"/>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97B8A303-4F6C-45E6-7D09-666AD6A9FFA0}"/>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4C960195-5C9C-163F-E3EC-CA6F6EC13907}"/>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C4C2DC6B-3FAA-BB0E-8225-C5FC5F586AA1}"/>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F36141B3-7C37-CC8D-613F-70E948AA8DE2}"/>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1A84A870-6E5E-B7BE-7F91-EB3CB6E12691}"/>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9A43E8B9-A27D-45F2-D5D0-7C1C49AB251E}"/>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8C6C0589-0D5B-32DC-854C-529AB8D6C85D}"/>
              </a:ext>
            </a:extLst>
          </p:cNvPr>
          <p:cNvGrpSpPr/>
          <p:nvPr/>
        </p:nvGrpSpPr>
        <p:grpSpPr>
          <a:xfrm>
            <a:off x="4401604" y="1793455"/>
            <a:ext cx="929623" cy="1152063"/>
            <a:chOff x="3601423" y="1531829"/>
            <a:chExt cx="3221145" cy="3991899"/>
          </a:xfrm>
        </p:grpSpPr>
        <p:sp>
          <p:nvSpPr>
            <p:cNvPr id="2196" name="Candidate_receptor__2195">
              <a:extLst>
                <a:ext uri="{FF2B5EF4-FFF2-40B4-BE49-F238E27FC236}">
                  <a16:creationId xmlns:a16="http://schemas.microsoft.com/office/drawing/2014/main" id="{BECD77B1-71F2-4B43-CACC-124B41DB298B}"/>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7E2F03B7-3E92-44A4-12F7-0534CD9E0DFC}"/>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4935A8FA-1A4B-2C22-5CCE-B77C63CE5748}"/>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03FFF4CE-1564-9BEA-B9BE-81DF4B53DA54}"/>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D20E9B45-CB34-1032-A17E-66D9F84EA121}"/>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EEF45C1A-E562-9BA0-4B5C-4A42938A4EAE}"/>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5608E48C-89BE-C58C-FA6F-3331AC2D95FE}"/>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AEA27284-0D40-94E2-806E-B7199570A17C}"/>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B5367B92-1416-9445-8499-440FAF206EB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784E30D1-5BD6-CC06-9FA6-B0F81C9F16CC}"/>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7C9521A0-AE74-EDDC-6C7D-B7E1280788FA}"/>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740CFEC4-D895-0700-A907-4AD25CB314C1}"/>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7CE73CA2-2943-B2D0-81C1-165C65F24EAC}"/>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DCCAA38F-D15F-F595-A849-C2A78FB7C3EF}"/>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273CAAD3-AA2A-DEB9-1440-82E7A7867394}"/>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129BF720-B403-A3D6-A0BF-9A2C1384B7FF}"/>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D26ACFFF-BFC0-F64A-F52D-F895DD6A3D3F}"/>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44783D72-62C7-7B51-9150-EA7121763F23}"/>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56B31BE-5BB1-516D-F4FD-D0A0185AF096}"/>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E21C141A-5A96-749D-E8AF-F1B38D9CAA32}"/>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38215685-FD36-C82C-7A82-A250E6CC6493}"/>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2A51C00A-9AF8-4386-1984-BBD6BF62FC3E}"/>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3BD51A70-5957-D1C6-380E-ABF18A298615}"/>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9C0FC26D-F3AB-1A11-3F4C-DE2FF9EFAA6C}"/>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51A7D9DF-8863-1240-A02E-9A54A6860E00}"/>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A6F22793-170C-66CF-9561-74CEA2406AB3}"/>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48EDC4A5-D9E0-D78C-75F5-DBECF79127EB}"/>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857E9B56-D429-97F7-6812-F9909C8B01F5}"/>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2BE997FA-39F9-3E8A-042D-BDEB44667519}"/>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4EE5D050-6945-437D-2715-A68B3E4342A1}"/>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D212C22E-D4B4-0BDD-1AD4-93CB7DEF88C9}"/>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D1A2819C-217C-AE13-12EC-E974DF3AA921}"/>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91C018B3-BD4D-FA86-108E-BAF7E94DF7C4}"/>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B7938593-581D-F321-470C-0804B1E5A835}"/>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B2AB95EF-F8CB-F60F-0427-BB75D706F65F}"/>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C6F8C0F7-7A1E-A3EC-1963-32A1C5144EB3}"/>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A35C56A0-E873-2D2B-1B63-8476FB7A992E}"/>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CCF84242-DA24-6464-4B54-01245F1D49F6}"/>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F7AF738D-CB61-968A-D20D-DB58C43A5206}"/>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7B2581F1-78A9-D9D2-1551-7E3658E8FBD0}"/>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E7276A89-FC6A-83D4-5038-361703DB22FD}"/>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50B1C024-254C-EE2C-24A9-60D9CE24FE2F}"/>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97776F58-C134-F59D-3A4D-C33698A852D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E2A78E31-106A-4C65-5EC6-C0BEB556E673}"/>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DC33EB91-4D85-629F-5C40-317EA5998E84}"/>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71D38A6F-3E7C-3BD1-133A-0908C76C04AD}"/>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2EEF7058-BDBB-79F8-BF65-297322BC702D}"/>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4EBC055C-45D2-2C2E-C2CC-DC0013B06404}"/>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D8E0CBA4-B098-7FF5-FA58-7FE82C6B97CF}"/>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C8E5D5C1-5DC7-02E1-E22A-A90D0758ED8F}"/>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71B519BE-5F24-1CFF-F1F2-7643A0BB3B42}"/>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C723A0C-F89B-3DCF-806B-F2FCC07F7A8E}"/>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5CF6FEB-D12A-F739-48A5-CA0B326E423A}"/>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7F56D61A-2954-8ECE-0932-0D0A10DED55F}"/>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A5CB7F46-CE7F-88B4-F3E9-F423D0EF9A23}"/>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E1D171C-E004-418B-ED1C-23C4E592702C}"/>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4ABE4E9C-6237-04E4-1C6D-63EEF588CE18}"/>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3D69BF1D-3A4B-1EB2-284C-5DC0ADB87941}"/>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1A4CDBBD-59A6-507A-A7C4-DABEFE99A3E1}"/>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E5D898CC-E9A9-269C-8AB3-CC1607122F85}"/>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F55366E-A154-ACB6-AF34-9ECC5C888364}"/>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FCC2865F-FB50-5C11-1B9F-CA3214282C6E}"/>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EE2AC0ED-28AC-1B69-34A9-5954BFF3873E}"/>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734E87DC-5BB0-157A-6F2C-2CCB2FCD3951}"/>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555BEAD0-9147-FBF2-F6A0-E31022E7BE18}"/>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6CE6059A-9661-C9AD-0740-8F48EF067F70}"/>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6E2D5BBF-DD0C-FB2B-068E-DE433EA53664}"/>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4EAF4CD2-ED77-3AA7-2943-C933EB5984A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37C15003-28EF-4618-7D3A-76D633837400}"/>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CC368939-3A94-F0E0-1BFA-E0E635DE6394}"/>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ADB47E3A-E543-E2B9-C224-2B5AE8F1E3B6}"/>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0D65ADCD-FFE9-2539-E10B-51698106A0F3}"/>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4FCC0D5E-5E68-171E-BA9C-9B7CBAA45DC4}"/>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40AA7AC4-296E-6A44-FE02-4B290CCD9871}"/>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70836E0A-4FF8-DC11-9901-B2319289EF27}"/>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14701C88-ECDC-69C7-0104-7F1BD4A68529}"/>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C204DFA6-7317-45A9-AC1E-5B5714748A2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A79B8123-D19B-01FA-9F98-C56AB6DA9326}"/>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4CAB524B-B20D-8838-ECEB-C3C47D7D4BD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D3876F6F-681A-F71B-3260-14AD858BEE18}"/>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4FC6C5F5-613B-BDBB-2119-782288E74CB5}"/>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9782CC22-9264-D5D9-9A65-3950E149EE62}"/>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55ABF27C-6252-796F-0D92-E33D9C93C213}"/>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7AF3A97F-75E5-1B29-2FA8-18F0849863BC}"/>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00CC160E-33D6-8411-AF12-F471EBB6E075}"/>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6375FD44-9EAD-AC5A-40ED-689CAACCFF4F}"/>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4EE664E9-44D8-8431-D0E4-F84DAEA9BB7C}"/>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7DB29672-72E3-0A06-9096-34374DD9BCCA}"/>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6975C4E-9A56-CC4D-3968-E449A3CACBC2}"/>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C195B4DD-C398-A302-8AC4-00A30B3A92C0}"/>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D05A2F8A-E4A1-0343-3E76-1827B81A5114}"/>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E2922B9F-AEA7-B41C-F0BC-3933C3A9996D}"/>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8D68CD99-6BC0-238E-A00A-B9617C296A2C}"/>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86BCACDF-306F-4A41-45A8-DA1C431DE353}"/>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2CB9CE8-42E7-4788-00B8-974E07A506B9}"/>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3776512-2682-C77E-6245-AA2594B4D638}"/>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94413BA3-B50C-2A6C-28C4-B41D7985C48E}"/>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9B72003F-7D11-751E-E950-D164BD3A32CC}"/>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CB9E8D83-8EBE-F205-6960-1A3D320FD238}"/>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A458BCC3-FC6F-E31A-5A87-C10001E8859B}"/>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1EB26B8A-0541-3D6D-1C10-666729170389}"/>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B5F3688D-3466-6561-920D-FA0736589EDA}"/>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B0357ABF-F557-AC40-5071-5322E2BE19D1}"/>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109D6100-807E-7487-4841-6A25B015561B}"/>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4248CA1B-1803-4005-1433-7C729C110BC0}"/>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4AE6506-86FF-C16F-EA91-8D9A15E89DCD}"/>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77864276-5F8E-3F7C-B7AE-E800B8795DE1}"/>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671C0298-6F70-F1D3-CC33-90593BE44979}"/>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ECEAE40E-FB8D-A8BF-949F-5EB10F2A6CE8}"/>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DF5CAD69-C9C9-5C25-FFB9-0D9CB6533376}"/>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9293FD82-E04B-5FCE-BA10-24C96C6A3441}"/>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BFBDB5F2-7516-5C5A-9B24-3C4F1E188EE7}"/>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A06CCD3D-9AB8-B586-45FE-92D655D7E650}"/>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4E652396-2E2C-38C8-0C56-A288B8DE530E}"/>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F30BAD09-11B1-ADFC-A957-7B79A91FF65E}"/>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B0457ED8-7147-0483-BDDB-6E8AC4A9B3DE}"/>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159FE828-74CA-6EBA-C49D-ABEAA8FC0991}"/>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0BB4D39F-1CDD-17FE-706D-8DDFBBEFBE8D}"/>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C21959-A390-24A0-2A44-17E95B5A5370}"/>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210AAD0B-B946-9CFE-79A7-B5EB88EC0F0D}"/>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C661F2E4-B952-F93B-3C36-A19E5D50BC60}"/>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88F09229-CD7A-DB0F-082D-6F32CA09C82D}"/>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B10EA3C9-C0F8-36FD-39B5-4106297A23B1}"/>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D96AB3CF-8E6E-FD0B-FA21-E45830A1448A}"/>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DD136C85-7EA8-C9EB-B0CA-425E49C94842}"/>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1D81508B-D0F5-17F7-AD14-B301F3D30835}"/>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10E93C41-0436-09A2-2527-F26414BB79A0}"/>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E9145C72-35CD-4A75-F721-16B945742238}"/>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F1E6FB4B-01C1-6099-5C36-BB0CE67C692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23F8951C-B355-4765-ECFD-04C00A302EC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AFF30D77-8F43-0B0E-65DD-B54593A8E3D1}"/>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6BA9D012-88C3-6C0A-EF3A-9322C2149EB2}"/>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AE30A4EF-E7EC-0CA7-CA4D-8549636D3B0F}"/>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BD23F2E9-81A4-1943-DF4E-67FF1EC314E9}"/>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618C0B2C-9A18-6B95-1978-E3F44C7B97F4}"/>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1CD3AFAB-554C-5122-43E7-3EEEDBD8F4AC}"/>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408BC2CA-4E1A-0FF7-E975-6E2071E0939F}"/>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33FEBFEB-FF9F-8D8F-11F7-D2C4C8EA8A3E}"/>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E66F029F-C424-D3B2-6646-D6F515CA1C90}"/>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7A4B1B6A-0527-91C3-6B47-8A86C08AC545}"/>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79DC38CD-1F07-901A-6824-53ACC58D39E8}"/>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CE7D88D6-3F8D-DB28-8436-4A52E7EC335E}"/>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30940707-7A34-DE98-9C5C-9857F5FF92D0}"/>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0F5F8F66-134E-2236-0E61-3A3048F5B5BC}"/>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EE9D6E04-7157-F6B5-D968-17DC053090E7}"/>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0545D9F1-2430-2443-E9D4-7A91EB466EDF}"/>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982A6806-3225-A4E5-1A0E-D9AF255B24C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1B2CBA3B-509A-BC5B-E088-FA3157C7C3B7}"/>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CF4B8484-8DBF-A9B9-3F03-F0782AFF4F65}"/>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A093ECF4-F7FB-7195-B5A9-3D688C977B11}"/>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04D949D7-8F51-0161-C1C8-98C3D8BDCEE6}"/>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8F59CB4F-A2ED-3414-EC24-5ED2DB06B29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2E167652-5EEE-86E2-E525-B8B0858B763C}"/>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0FF44249-595C-C34C-E73C-FF059984BC2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4DBA29D1-CC19-361D-B815-A2BAA28008CC}"/>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ADC7E1AE-E68E-4B3E-1D99-531DDE6C0454}"/>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D98B2D3E-A7C3-070E-DE4B-7FEB37049BA7}"/>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885EB2D3-CAEB-7C0F-E736-EB4013645D8D}"/>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6AE1AC4C-E267-1A61-60F5-6AD2F9992426}"/>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F44737FE-EE77-149F-A30A-8CB824C8A0FB}"/>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D850EDC5-DDE9-C1BA-23AF-92217AFA6563}"/>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881220EF-494A-0EDB-C416-425B7D924C3B}"/>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A5338E08-1D4E-3A39-B3D5-C34458F39C11}"/>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0879BD98-930C-1CD7-9E9B-285CB651FD51}"/>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5BAEE199-282F-5CB1-1D2C-A3712C0D0CA8}"/>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2106E36C-A9CA-B99E-8394-64561078F5F3}"/>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61FCDA20-675B-6FFB-4FF9-FFAB40FB7E67}"/>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79DA66BE-1A73-8AD9-18BC-11635FC36EE7}"/>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F00B02A2-66C3-B194-FF74-59B34374090A}"/>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ABD162EB-2F43-B83E-F68F-ADD643235F23}"/>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5882D54A-FDA6-99A2-8FBA-0F978C0B5407}"/>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6D663503-8216-D132-FEC2-AE6DB83FC3BA}"/>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BFCA421C-D811-DC81-B7D8-5E302E780D04}"/>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5230425-D85D-B3EC-2824-FF915D51DA2C}"/>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A4E3D7B4-AA58-15A6-9529-C4A6B34DA17D}"/>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D3CFD8DF-2E03-27B4-6996-104A11BE5341}"/>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4A5EF6EA-2B5C-2C6D-0059-68527E0B9C14}"/>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762AECD5-826D-D3B9-E736-FC4A571E3A88}"/>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60FB8938-6C2A-BA76-5AC1-C984D268F5E1}"/>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D3612360-413D-C64D-DD1C-2DC4F2FDD3AD}"/>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99B6CBEB-1562-3372-1B2F-1954B7CBB3B4}"/>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FC2313EE-03DA-701E-1004-524592F24FC2}"/>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C37D36BC-9AD8-FB23-EDE1-4D851D8323C5}"/>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4B0BF532-3E19-054C-4373-920BD43ECB66}"/>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DF17622-8552-9F2B-5A58-525133108091}"/>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8511D6AD-FE8E-EC30-47BF-A804DB671ADB}"/>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0EEC9E7B-C290-3167-C8A1-013059D3A07E}"/>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D3AF86ED-B04D-B3E5-CEA9-954BCCE29E82}"/>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53B4DBD6-A89D-31BE-F699-F1319F2CE1F6}"/>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15AF1CFC-6829-207E-E27E-C9F7536E91AB}"/>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5C2D1F4-EAA6-28FC-B58E-FA62DF44910D}"/>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7C5444C-EBE1-AD1C-8C36-5E378CB3D68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878AA5D2-C6D1-7572-E049-99B4D8E11D44}"/>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6B00689F-2277-6D05-401F-DC0176275F9C}"/>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A82F5DA2-1481-8435-FA03-9D09830D69B4}"/>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4EA81370-094C-D95C-3C33-BBD5883ED0DF}"/>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182175D9-4843-1665-F505-636CE1654F40}"/>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052A2988-EDBE-956C-4EB8-3CD19577F91D}"/>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A89E9FB-67D4-D1D8-C36F-86BD2F73A002}"/>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B9F73ED-8DA4-CDB9-F5B6-DA86A93D0EFF}"/>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C0AB4910-63F2-A339-57FF-0D3973B36D37}"/>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804353AA-4D96-47BF-AB43-42F33DDD1274}"/>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466A2885-E408-DC93-BC87-4A818CB90843}"/>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3FB984D2-2EFF-E15B-B999-CECD31029274}"/>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CE73AFAB-39A9-AA1C-32C1-3995CDD9C407}"/>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2E2C01F3-AB0E-CA27-6690-C6ED44F82484}"/>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E9921510-C10B-9D00-A053-075CD325C3CD}"/>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0D906B92-E5A4-F043-DEE6-097CA4785949}"/>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0EDB72FC-CB4A-43AC-DFFF-841394722DA0}"/>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7EC45817-4EC1-E2D3-00C1-A0F99C65E477}"/>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F12AAB92-CAFE-614E-927C-5120A76B2281}"/>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A2E87FF4-7798-42E8-34CB-D328584E2DEE}"/>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215A981C-121E-0C02-3CC5-ED87367BC5EE}"/>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BF2A5766-9DC8-9ED6-8911-AC04662BDA12}"/>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65469EA1-31C9-3430-3AF9-766005F226C7}"/>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D22B1EDB-AFA9-24BD-B8BC-0AD26506DDDB}"/>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B49FC66A-C5CC-0C54-5106-814A9CDF0561}"/>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156A08A9-D1A9-A854-6EE6-70872E40BCD6}"/>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AF153A2-37B0-2A3D-897D-9B31CDEA7579}"/>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E253864C-C1BB-EB42-98AD-49582A7EE6A4}"/>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26A3E1DB-45B3-322E-F6AF-705EC26EE2F2}"/>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E67C0833-9E65-F016-38C7-1A8F83193691}"/>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20C82F60-5129-C206-62BA-0A6F28111E17}"/>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C86CE6CA-799B-38BF-E022-651FDEAC1C64}"/>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2236B153-D50C-5214-87D3-732FC94892DF}"/>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F9844466-9BBA-2B07-DB1D-98843D32039F}"/>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A85B7D33-0DF4-940D-E7C6-A24B7E1C8C2B}"/>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23B64A52-C971-41B7-2ACF-5EB54D619DC0}"/>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0DE5C294-3F2C-0E67-FEA3-9789F8DFED6D}"/>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A0EA244C-8F1F-CE79-3BCE-BB79AC5103C8}"/>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683A61CB-A004-6285-D021-FDD22C096C3B}"/>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C0C1FC1E-5C3B-E062-929A-941DB1C58AF9}"/>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95B0338-00C0-8297-F2D0-710B2C84DB31}"/>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EBCCB879-6D96-59E1-D52F-141ED28CF8D0}"/>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6EC461E9-8A33-01D6-9ABA-27A6646DDFDA}"/>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ADA328FF-B57B-57ED-00D8-3054BB39331B}"/>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12B6A5F1-501B-1703-2EC5-8E62C4FB39C6}"/>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7F6E16C6-E08C-4B27-6DDC-1402CB7C90CC}"/>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565AA751-73A0-CD5B-2920-0F523479FB52}"/>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ECDBDB50-5206-9BDF-B215-D6318DC5DC4D}"/>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FB0F0B4C-DC18-5C00-0B0E-0F37C7AEA386}"/>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388E91D1-24CD-191D-39DA-49B3D0901095}"/>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E7587E16-BF69-2E51-67A4-B6F7E2BA5F71}"/>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607FE332-5047-00B8-C4AE-42BA82881CA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86B7B3D-B1F9-2FE8-F34B-F4B0C11E9C9A}"/>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D7EFEF3B-A53D-C3D0-E579-7BF3B8F066D3}"/>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5819B784-990E-C74F-DA65-F15B4B40460B}"/>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F797D4AB-D8E7-48B4-0A57-36071D3FB100}"/>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F884DC1E-B86A-B5C0-464E-2261DB4A8F78}"/>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EFCD30BC-2EAB-83D8-43A8-DC32CBD56965}"/>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E543B07-5B6F-00D9-FDF5-FCCCB78FF396}"/>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0FDB9C17-FFDE-E187-029E-01949B77C22B}"/>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FCE81455-A036-217E-9887-C4550E19AA85}"/>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F5D55D64-AB27-2E97-3B9D-79954A9F149D}"/>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A322C17C-454A-6017-ADE4-1C5EAF799541}"/>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B6087D98-219B-1DB2-D11C-4618640EAC84}"/>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B02CDB89-B72F-9158-BF8A-A894E1AC99FB}"/>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7EB8BF1D-669D-BDF8-A939-EF918DE502BE}"/>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C3F7B22A-5D5A-B984-647B-AB18CF114E89}"/>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6BF7FF76-AA9C-52A3-0346-A88F7BAC0B21}"/>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59789334-079E-250B-D6C7-FCA55C6B2A62}"/>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D9B2E705-CF02-1AFC-DF91-B05A47723259}"/>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6BCEC90A-9C73-4342-5DE2-2F6E0923650A}"/>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EC725E7F-B630-7EFF-691D-5BDBBED1651C}"/>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4F54F326-259E-5248-EAA5-8AA9912F5DD9}"/>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D77875B7-CF5C-B239-F2DD-F86750C9BE6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909F92C4-B413-C1CA-15A4-E5B2301E6C47}"/>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BF841CCA-E682-2756-9B93-7A037332ED67}"/>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E0D9E95E-8DAB-820D-8B50-1BF156B2B816}"/>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24E2B8E5-6DBA-D5F5-24BF-BE772EAADA8F}"/>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8E32280F-B641-7DCF-80F2-281681AEEE82}"/>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34011018-CCCB-F4FF-744A-1FC06BDCC856}"/>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DADA4426-D70B-8E5E-6A4C-9BB4C883B8F0}"/>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DC05DFE-448D-00F2-F8C7-5B66D5D65EED}"/>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7FE5EE96-C764-AB75-41A3-37A5B3F6B0EA}"/>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316E5A55-DCD1-6E58-77A9-1CDF20FCFA08}"/>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0109463D-8E81-CEC2-DF2F-6A62D5DB6CAD}"/>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1EF91EA7-449F-D230-95A7-348AC530DFF9}"/>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D48DD8EC-2B7F-C922-A82A-0FA14927739A}"/>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771337D6-D118-6E7F-F18E-619A32659630}"/>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3B7856E-0DC2-C564-85DB-DE7B89D546A9}"/>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A1BBD4D8-BCA1-2D16-D683-87BCFAFA64EE}"/>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6623FA3B-F39D-5521-B874-621935E918C1}"/>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DBDEE9C1-05BB-C8BE-940E-FB549251AE8D}"/>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A2447CD-6004-89F0-E6C3-4EA745C8FB6F}"/>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DAE668FB-6538-D747-8AEE-40E3C4C2967D}"/>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B9AE6E94-8F56-6B24-352B-33C1E92D523D}"/>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81A42795-7695-269D-6D4D-243DC083F74C}"/>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9AC8FCDC-E307-B1AD-0CE8-9BD5267E36AF}"/>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29190C7A-2F1E-69B9-FD00-210870DC958C}"/>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8469B607-ABD8-1C03-DB3A-E252163850AD}"/>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3B6E79AE-3ECD-9766-53F2-1AB766312F59}"/>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CB8AFD95-AF79-D17C-46E9-11807C6B063C}"/>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32491A53-91DE-34AA-F3A5-7C84C775086B}"/>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3938CAE7-5F50-B6A1-F267-AFA689246A08}"/>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B9029611-9ACB-6237-DA92-E1290DD21B9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49C234EE-68BB-D911-BFAB-E710AD23B360}"/>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64C4729A-677F-5E2E-EB89-006188CF1D6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A2AFE379-C0A5-A8A0-A25D-B0B8533E556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51AFF81B-CA7F-CB97-7D84-8882EAFABB69}"/>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02D7CF8E-8E5E-D68D-3CBD-9086AB5CF343}"/>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99A2065D-0BFC-8E10-FC14-B78F4BAC5373}"/>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71235A0B-95A8-4014-5A9D-BBEA35AC623E}"/>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BE2A6C07-ECE2-D16A-896A-C30191AB0054}"/>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47697B0A-5DF0-1C91-4AAA-056231E99F09}"/>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68665280-97CD-1739-3905-3511C0352A5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953E910B-5A79-857F-E504-E0AFD5E83488}"/>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45C560D4-C92B-CFCB-81D9-6CE86EA51C4A}"/>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75218E6A-EC98-722D-06A2-185130F77918}"/>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6F31FFF-0DE3-FF75-DEEF-E859712B5740}"/>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CB859C0F-9F89-14E0-E898-300F8BCAD752}"/>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17364775-408F-D2F9-6673-695DCD2DAD44}"/>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1BEFA37D-5699-D392-EE3A-21787DEC52EE}"/>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54539483-A954-A32E-61D4-DE2F515E34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A8C84EF4-F5A3-E34C-08E3-C1D85A563001}"/>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0833C921-A9D1-A733-5407-59904616E7B8}"/>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0A2CF4F-3D09-D074-9707-648EFC55ED5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A0E41CCB-AAFB-44E0-63A6-18D8A3E4FA8D}"/>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3FBAFD84-5199-D53E-9382-A5E0325A8A2B}"/>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9CA2D933-AECE-870F-9B9A-E5527F6689B5}"/>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14673EA8-596A-932D-BA45-994C97D11F86}"/>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9017790E-9241-0B1E-67AC-7A93A05D588D}"/>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A26C012D-A065-EF0F-4A8D-F0B8A2A5BEFB}"/>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5708119C-EC78-4181-816D-86E02AEF7B41}"/>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486BACDF-F26D-1814-D5FB-D19E6C4A6C9B}"/>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380CA22C-CE94-8A8B-DC62-6CE04B201781}"/>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A82D8AC6-11FC-4F78-0557-7D502CE1DDE7}"/>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D7E68434-7C81-24C6-CDA0-F0A88B24EAA2}"/>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24365FBA-7CF8-3994-110B-A994AC25DC4F}"/>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191BBF6F-BA13-BCA0-0587-4D9E185255B1}"/>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A3217707-8535-3A43-73A3-2FE21C0B4494}"/>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BAFC1563-C3F3-1EBD-D9AA-D77EDFF7590A}"/>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02464B7D-6041-20DC-44FA-3A26505F528F}"/>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B9F3531C-DF75-C6C4-B104-91277F928558}"/>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B2F7AD9-90E0-0BB8-594D-C6AC038CDCAE}"/>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FB9374BB-BCC0-DDF4-8716-220B7C2FCB2F}"/>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80069DEC-E938-0400-E480-14AC9F03F160}"/>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F183055D-DA3C-742D-5F1B-F82489E5E0A9}"/>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A532BD82-E265-BF33-7988-B32CB80650E5}"/>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D5D80989-214C-8145-8BFB-D9EA9341C1F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D07D49D3-31BC-309E-2275-D62A7CF4C420}"/>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06FCE1B9-D1B6-2FF8-B3AB-058233E2FA72}"/>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755250D7-01BB-D73E-C9B4-04C156C74EF9}"/>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BB04CB86-16DD-2021-A2E7-63C8CF1ABE85}"/>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3EB19989-7FAC-C6D3-A3D5-EE1FB6BA46E2}"/>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70A03ACF-28F5-7BC8-FC1C-3E9AC807D114}"/>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E610D283-53B7-0555-135A-083395F23D65}"/>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12BF5FFF-E7E7-42F1-DDDB-F48000D78C11}"/>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A8AEDE72-B199-B289-0753-799B0C20292A}"/>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0F2B2EFB-100C-DEC7-7955-96F7B8051EAC}"/>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94DC7259-9AA0-BAA7-A337-18CBCBFD5AE3}"/>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789562A-0029-AD60-A79F-D7135B4B700F}"/>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6406DC6D-F8A7-B21C-1122-66E309F5FF52}"/>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ABE43DEF-95E1-FDF5-9ECE-561BAB0ACA98}"/>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BAA2A8C9-B404-C4EA-BD82-DEB019AE94AB}"/>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A3575AA0-FA2A-38E9-4615-D34FA3CDE392}"/>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64ACCAC7-5270-A7A1-B392-47D501D1D143}"/>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CB4C9D8F-4AC8-AFD5-8EE2-989487D8F861}"/>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A8F21EDB-A071-A4C8-12C7-69E27531D59A}"/>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32F74939-B620-8D50-B28D-1D1E11B97C5C}"/>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FD3DF89A-DA1A-5DF2-C69F-610B9CEEA38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D9938DA3-E163-693A-F5F1-CC25040AEE94}"/>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331E9C8A-4A70-B009-38BB-37C4F4254DAA}"/>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BBCA52D3-9CBC-EC06-253A-646C8A084FA6}"/>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A967154E-C23C-24D1-F0F7-4B69EA68F578}"/>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2D03D755-05A0-41F3-4A81-9D4A0D7C2F6B}"/>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BF06A58C-92E1-0784-4C0A-13F61591088B}"/>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671E0CE1-94A5-3AA4-BB51-9D3544549A20}"/>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D9B60AED-EB2E-CC28-AF80-D33E9C942516}"/>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F3C0D833-5752-553C-03DF-A4CD4D87BFCD}"/>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A621711D-675F-EE0A-5FF4-C7556F2E34AA}"/>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0D0983A6-77EC-6CC8-86BB-0757DAA24F4A}"/>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5561C48B-94B4-3699-3B38-9C4C2DF23E13}"/>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BED46A82-FA34-2B5B-0EAE-2DB696B1F56F}"/>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3A1379BF-A66F-B39A-B399-20BEE7B9F26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B4444A72-C9D3-528E-24C0-EC5787F1FFE3}"/>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AD81868C-CBFF-2DE6-429E-0C2CC752B7F1}"/>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598C41A0-5C31-1A4D-A180-327941919D5F}"/>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ED3947B0-BA4E-356B-A2E2-F10AC0B820FD}"/>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F2D50F1D-189F-84DB-3568-36449FEDFA84}"/>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13A492A7-DD9F-DAE0-1BD9-FF55F7E7BC81}"/>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50F37E77-F438-FC9C-8C1E-7CD67B491067}"/>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3A233993-513F-22F9-AE77-5DD56DF26DFD}"/>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B2B3532A-5369-53F2-9889-BEB7ACEB948C}"/>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DF63F728-59D6-3CD4-C65B-75B27DE42E97}"/>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51CF1090-3796-8318-52F1-8857752A3B17}"/>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D431D53B-B17C-8AF2-2620-AA23376FBE93}"/>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EA55CE6-88D0-6877-1662-0E897E82F65B}"/>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9A4E2F7D-5AD8-B7DB-1CDE-DB2B74C29CB8}"/>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C62168AA-76CF-F4FD-440D-F7FE3BCEE46E}"/>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315EFF8-1B68-9423-378B-663167DF95CD}"/>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E448B7CA-CB05-9C31-3B70-884367B20E71}"/>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9EB2FC75-B1BC-30E6-6116-28DA3B0722A1}"/>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7048CC06-2AD1-91BD-FD98-9C39A505EEFE}"/>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3ECE69ED-8480-1F3B-F576-D0B22FE80A8A}"/>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B801173-86F7-1D50-438F-7D87C9C6CA99}"/>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BE8C81DD-0A49-80D0-D706-E23B88CC6438}"/>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6AE53D7F-DADD-614B-8D78-8146A11E25AE}"/>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5E694E3B-61F6-12DC-9146-502244080AA3}"/>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16EC718F-9EE1-FC56-6982-867584B55F14}"/>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BE89DEDE-73AE-4EAC-999A-66AE2225ACA8}"/>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FAF0F014-8F89-EA7D-F8C9-21C18430B254}"/>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5C51EFF1-C44A-C675-5754-A2AD2AAFC4E9}"/>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06476D5-1F21-3574-E6FE-C52F1E44069D}"/>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E954F44C-99EC-A8B7-FBA5-61937526E585}"/>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EE26C6AB-3B4A-55BF-A4F9-ACAF45CB6CAB}"/>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29FC67AA-BE98-8A9B-6C2E-8CA27A2E374B}"/>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88028476-EDDB-80D1-6BF6-2241F3FD9B9F}"/>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EF8A2A8-E0ED-F082-C63B-1F5C88BBC90C}"/>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AB0A9F67-A129-3C31-E13D-0F2DB1E2855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1EC5E5FC-22A3-5AE1-F3D5-19E19C56A27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283C8705-6F78-F72A-23E2-D94487DFC4F6}"/>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1DD1EE10-ECB5-8A74-604B-FB7D4AA905DF}"/>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1BF36C0B-8FEF-4FDB-5899-63D0CFFC643D}"/>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C30CB7DD-F8DC-BF8B-BE1F-FDA34B6618B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FFF7FF31-BCCC-6CFC-AD5E-AFB116430191}"/>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96D3A48C-6FC2-8766-78CC-DC2A534AAE65}"/>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9758B718-B97A-ED39-14BF-5E08E87D47AB}"/>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18AA3EAA-3EDE-D983-FE25-E77ACC742451}"/>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6B29BD5D-E0AB-A199-FF98-F470BA23386C}"/>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32869DBE-5BA8-33FE-CF6C-6D32AB701727}"/>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6D65D737-CECF-FB0E-B416-45D6DCD45351}"/>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B39A15A7-D059-17C3-F78B-63121D4434C9}"/>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0480F264-C4ED-66C4-449D-DDDB7E0ADB1D}"/>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DC00BF03-7D03-1667-D1A2-7E2D7D338128}"/>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07DC1921-AB75-245B-5500-F5D36E865FAD}"/>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AB678E96-189A-EF9D-87EC-F0B4642CCCB0}"/>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1EBB2B33-5A0C-425E-6A58-0FC0BE4E80E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09D3B1B8-CA82-7B18-EDBC-22CDB4C85E0B}"/>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911235DD-B587-2109-FD64-53B81752AB1C}"/>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5F6E1A58-0B33-EA34-ECCC-6A39CECC7CC9}"/>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2F21862F-47A5-73A9-1456-1B0A7B19C8E5}"/>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6F0727E-E98D-5142-2567-1C73F537F623}"/>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DC464830-24BF-934B-BDA4-22975813B70A}"/>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850005E5-8565-5034-B983-323F13122EB8}"/>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1EE0AC3A-1313-E77C-5F75-B47DD85676C6}"/>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2176D8B6-7FE8-871A-9A9C-8B8FB0F51240}"/>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69D07ED8-74D5-12CD-454F-0DCD13F0262F}"/>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559739FB-D78B-1EFD-1DF7-67BFB1C97AC0}"/>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7B7E7450-3ED7-395A-BC80-A4D8F360E570}"/>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B99B430C-4276-0B20-DF4C-006B3F2D0769}"/>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65ECB0AF-7D5B-A39D-3799-160C9160EF5A}"/>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061E379C-2AC3-25CC-B3BC-9C81EA803A60}"/>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263316E-8A97-A83F-1190-33101FD8D3AD}"/>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015394BB-D822-2EC6-53A2-4DA67CA1BD83}"/>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3FC6B97D-CC56-A574-7EB6-B0736625F047}"/>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8CF75A6-1C9D-D7D0-2F1C-606857612667}"/>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116D9EF8-36B9-BD08-A9A9-AED7BF6DBC8E}"/>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E5001E74-6877-3AF3-6E69-437A7D06CBE4}"/>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A453F99D-B7D3-FD30-08F6-F812061B48A9}"/>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2EE7B227-32A5-B8D6-F16B-3FC6467A2D4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ED183E50-A7CD-92B1-2D14-5DF4B47CE600}"/>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07EC3911-06E2-CAA4-42EC-52F9CBF86476}"/>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F8232950-9247-3300-7A31-64248A181925}"/>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7B45AA08-6E9F-2DF0-C2D6-1F48CE6ACD93}"/>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5AD034CC-2E18-55C9-DFCA-247F8A7A8A2A}"/>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6E65CFDE-A1B2-A872-8A55-A1F76F6DFA88}"/>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2B1BC83A-0E8B-29D3-DCEC-61B043168119}"/>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7914D2DA-9397-BEE7-7516-FB9EDA45DD9A}"/>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83BE812B-99E3-192E-48B8-7EF109F28834}"/>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678AD8BC-B4C4-031D-7EBD-9957A89919A7}"/>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747BD4BC-9E96-AD4B-B358-1E472DC33455}"/>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760979FA-BCC1-B200-2E11-0EBACDD444A1}"/>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F67260F4-A64C-21F7-1D98-59C3F7257641}"/>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9759E29E-7273-B67C-2ED6-ACB4F12D4A80}"/>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B53DBEE1-C796-6D4B-3914-347395D9BADB}"/>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F498AD7A-820E-7DED-0088-F7CB931057F9}"/>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324D42AD-5C16-DB76-8F7A-0C6CD8725455}"/>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178346CF-2A04-B24F-F438-DA0E43742315}"/>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3FD46DD9-0EFF-85E2-7593-40CFCDD9836C}"/>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6A220DDE-19B9-CD35-C864-73262AEA4563}"/>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D112D685-3312-9C9C-1394-9F4534233681}"/>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DAB68DE3-3F7A-8AD0-14ED-BFB5463F0004}"/>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FA4FB333-CB7E-B1FC-E04C-EAA635186F43}"/>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3DCABBA5-E39F-0127-FFD5-1E26109EE78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108BE539-E5B5-E7CA-9972-507D4DF4EE8D}"/>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EB28CC77-E573-334A-EE5B-D07F020FB2B5}"/>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6D8F70B3-6531-D645-0D65-6E04C184A95B}"/>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830B23A5-1C69-3524-A01A-A8552952CCD8}"/>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F15E907A-2D91-C162-AA1F-F567EBE4C5FA}"/>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E52F8F1B-BDF2-0065-AD26-F7F27DD3335E}"/>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E0F38D11-6CFB-A17E-A8C6-E681E3CBEDFF}"/>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201F262-6F4D-9D8E-55D7-24DCD1D93033}"/>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ABC85519-D54F-3DBA-9CD7-2654DB0620FC}"/>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501E7F57-4265-69BA-28BE-EA4FA6B2E4B7}"/>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D6068034-A01A-6A4E-33BC-C36A18632C8D}"/>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4B245FE2-670A-1E4D-08BB-36AE552C038F}"/>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05DAC895-098B-14FF-C84C-15EEEB8FF111}"/>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1F02393A-9766-D3FC-8B01-B82177949F1C}"/>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2802AB6F-039A-9FFF-B506-B87B59F80002}"/>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DDC146A3-1B36-97F7-C174-BDF057484B02}"/>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2A0C5E9A-712D-07EF-7D0D-DEC96811458C}"/>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44E44369-30C1-C213-215A-2AE1D5C283AB}"/>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A869D5ED-3047-D470-E6FF-E1DB88D4AE2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0C0F963D-2916-D4E5-B013-6386C2C237DE}"/>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3B32D92B-0161-604D-5DB8-E70D4AD7F02B}"/>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6595B4AC-1D29-3E80-67C4-0591D0D6A4D2}"/>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BA688A98-415C-B757-DFA6-BB5AD922C371}"/>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3A3AEE09-5BDB-34DB-3058-2762BC257E58}"/>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81AF4F05-8342-EB76-3E7B-B2A3BD6C6650}"/>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5AB3C0ED-145E-99A2-379D-F40D68D300DA}"/>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13849839-C056-55CF-684B-C1AE9F0A5874}"/>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D6DA56B4-2095-B221-DDD4-76F4701569A9}"/>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CEF2FEE8-B48B-D0CD-E564-6CAB1AA5A594}"/>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2510464A-E9BA-26A0-7BBA-87AF63C82B9F}"/>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A2702297-209E-EA49-2419-52AF5C1B999F}"/>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4D029293-E179-76A8-62FF-A63094CE7FF4}"/>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105EFB95-2815-FF02-6475-AA90F882E43C}"/>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093E3FC-9202-C5DC-0169-EE57592D6982}"/>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7CA3CBB6-6F0F-0C31-60AB-088E5B5251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B4FD2C3A-963F-1CCF-DA50-A9F59E4AE40E}"/>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01DB62E6-9F29-5E68-2A10-5E53EB96951E}"/>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346DFEA8-AC00-33F6-1793-E1EF9A4C9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F3F9725C-F45E-CB2D-32CF-06CBEA9A337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FFCC1799-E466-9964-0944-4A9B33FB5FC4}"/>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B2F9DC66-2A52-D064-8E7B-C7D93E354E3E}"/>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D3D3FDC0-B8A5-8B66-9ED4-979F6EAB8E94}"/>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F0BEB64-C3AF-1CE8-0019-755BEFC46FB8}"/>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B6F6B668-AD6B-5B6A-84C0-07470DDEDEBD}"/>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A4DA17AA-A685-D1F8-9703-74033FC4371D}"/>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2CD08B98-D7A0-F3CC-E94B-BF877EFA5240}"/>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CC638A1F-3708-F543-2FBE-B0AF93FB0EF0}"/>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58AD1706-5C75-0A86-6F87-456A32F5BA0F}"/>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02C7D674-9C91-A4CD-CEA1-73AE0875A172}"/>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2543E281-25BF-1911-C73B-F904BA03E20A}"/>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F7470718-1E9C-C2CA-3D2F-177349518181}"/>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EA27AC28-2935-53C0-AEE7-F9BB8872A53F}"/>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3657F930-8ABB-39A0-8472-297AC2D27AA8}"/>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2F272DC8-F6EB-2433-D91C-E7E588666CA8}"/>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F90B718F-7E5E-993C-0E6F-47523E4871B1}"/>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04BAC808-667B-9441-09D3-0BE58465D54F}"/>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E35D46D7-BA1D-FF8E-92FF-9DC85ECFDF3C}"/>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0B23F873-1328-9111-EEB1-BA0F0C3C1E9C}"/>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BB261B71-9FFD-5276-8747-121E25DA0713}"/>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559CBA38-3910-C1C4-A51F-D7A9F3707C97}"/>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BB470C1F-02E8-13A2-864D-060676299F0F}"/>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94F52ED3-1DC8-DEB9-98C5-EF50A3F19516}"/>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CB31F1A4-13CE-D187-0A5E-A1C218DFA330}"/>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E76B3F6E-8A59-DCB3-E2D9-18CDFBFF00BB}"/>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95464743-959A-8436-EB8B-93DA9447AECD}"/>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2F7A11F6-EDFA-A16B-6C6C-56BD6F2E6AED}"/>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0D669907-9EE5-D116-F4DC-9FC48C54A821}"/>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C6E7BFD2-D823-76F9-883B-B435A3ECA654}"/>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9A249715-D24E-6216-DF93-B5F6ECDDC1C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19F40FCC-0DF0-7A13-554D-BF94B3C67A51}"/>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EABB99E6-A23B-EF4F-2987-775A9BDFC0FF}"/>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49B8BCFA-B78C-161A-C998-3D05FC126E19}"/>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84DDA674-90F9-A8A8-8013-3A8C5F1BBFB6}"/>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CC1511C5-4010-9AA9-35EA-435E423E3106}"/>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C69AB452-F481-8E71-6B2F-EACA80A3B870}"/>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3351B718-6A2D-2EF1-CD23-26029006842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E80AAE9E-412F-DDCA-930F-A0C4EC3560EE}"/>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44EC1960-D2F7-ED19-8122-40BD16371A79}"/>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17FE55A3-2876-08A0-A198-4F91CB3753E2}"/>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781BB3BA-1E56-37BD-82A7-BA6FC031FEF9}"/>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502D5C00-B834-B7E6-9253-000AF15A6A7B}"/>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FB35A5B8-DA41-7A1B-B4A0-EEE5FAC6A694}"/>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432F4D72-3571-CED0-EDEA-BDE606CE240F}"/>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F4AB9CA2-C847-66E2-87AE-2426E24106C0}"/>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7C8BADD8-C272-C3B8-E812-B5C8BAA56163}"/>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20F6616C-DA95-7CEC-69EC-A90036E332D8}"/>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82B86CB7-B816-DF37-0833-0AC71055B533}"/>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086A488B-A55F-2A87-DE08-2E69123543F9}"/>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1339A75D-EB3E-D20F-02D2-B5F292B0627C}"/>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68DC8E02-B72A-85FE-9927-7D394A372B28}"/>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2D5C959-35B9-E905-1CA3-21388CC1B480}"/>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24AE5DD6-83EE-E540-D788-FD843F5C6F1C}"/>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E26C985C-5FC4-75D7-3ACD-FBF2900C6FA4}"/>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68EDDF61-FACC-A5FD-E863-63A88720F8A5}"/>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30C1C2D-F055-9778-BA49-B5DF1F7ADA09}"/>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D9D8ADF0-6B08-BDFB-7EA3-A2F9140D17A8}"/>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98172270-5BCF-62DD-7C7F-8D35930D2287}"/>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B610A0F1-DF7A-800C-0128-C03E1EFE5FA7}"/>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F3E18127-87D1-3D65-630C-AAF86C48182C}"/>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462E3774-5AA4-C6D7-D01C-BB3655F08739}"/>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C4EB9B5E-A212-F2B4-8F78-B42494C8AE81}"/>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AA3D66E-FD56-AAE3-E558-EDCC888EB52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592BDE1A-EACD-4217-193E-222E90CA56D9}"/>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A48875F4-BB5D-9E74-92DF-E2CF52279519}"/>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09F67338-C35D-5362-49A9-6125D8DAB470}"/>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B76E94D4-8F17-B08E-E7FA-95B14240A980}"/>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6B4EF1C7-44A6-AFC0-E003-96E9868312DC}"/>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89EFB46A-BC7E-E1E8-D2EE-674BC3BEE669}"/>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A19F55FB-2CE2-7FF1-D411-645C69BB39DB}"/>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11A430F0-868D-3816-B63F-55EF1161322A}"/>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1791588E-925D-915C-DCDA-72BACBC79DBE}"/>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8C35977E-9B7D-BD8F-AEEF-EA262D7BB205}"/>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1D2E7561-86A7-064A-0FF8-FA93425DA046}"/>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5AA1A880-8F54-9A20-3490-B183C80900E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EA23AA14-43DB-F3B1-E898-64F51742A222}"/>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24CBFE7B-F4B0-956E-B7D3-20952C65D052}"/>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B0AB6AB3-E673-A489-6909-C534F675F5D3}"/>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D4E4B544-51D9-48CE-23F0-87A8D9544C8A}"/>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D7E82194-84EB-FA06-E07E-CF6842293452}"/>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F2C34E6F-664F-E510-A5D5-B1C93510E58D}"/>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E4B3789B-2CD7-4341-61D1-74506049B94B}"/>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C786DA29-7E6C-37D9-B298-2AB80E1C6990}"/>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5F20879A-487B-0745-0A45-68BAF60E1457}"/>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C3C125CC-0ED1-7A7F-37A6-1AD468AD0E78}"/>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64C322AA-4AB9-564E-D6BB-6503ADC37567}"/>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58002EEF-55A3-89E2-64FE-8087F4C1DF5D}"/>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7240633-357F-43C7-BC95-DC5AF29E35E3}"/>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9F4F543D-4A11-0179-B44E-4E1CFD1ED5C9}"/>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D850775B-76FE-81DC-69C9-7A836242B64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D247B017-DB06-A8F9-18D9-AB7643D3AC16}"/>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4EC861B-6B24-0FD5-1906-4DC87A5B2F0B}"/>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2685442A-C2ED-2FB3-BC2A-625D5271F1CE}"/>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15004640-4CBC-383B-96C7-FEA7CCC24B9D}"/>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E22924FC-FD76-01B3-16C7-73520AED8219}"/>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F36D3B97-C81C-CF7F-7B29-F45EE31CCC24}"/>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0638D72A-D83B-C350-8DB3-6C14984C911B}"/>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9E34A431-2DF1-FC8B-38E4-DCA7745B9C3C}"/>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B9C0BC0B-1BEE-5C1A-D997-82E3138E145D}"/>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295C368E-732D-D87D-A49A-831AA111B0C1}"/>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713AC280-8265-0736-0498-4D20AC81F92F}"/>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DF22AE84-3020-2BAC-3639-0E0B0269BF96}"/>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6488ED92-524D-CF00-7692-53991B374F0A}"/>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9EF81CE6-1697-E768-68EC-369498CC5CAE}"/>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2D93F8F3-4794-2CD5-E355-7983AED2D18B}"/>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7F2220F5-35FD-8978-ECCF-44575B2D197C}"/>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BC8D2BB6-75D4-A239-EBC8-649A99F6167A}"/>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39B6409C-5B2C-9BB4-16C0-40AB677E12C1}"/>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92FF16C2-AADB-5BED-924D-F7F58A4FE39C}"/>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679E47F9-2E95-9B48-8B3C-3D29E1B2F845}"/>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EF7AFDF1-780E-3CA3-3E2B-FE996BC03D85}"/>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A0E0F0B7-B083-2022-DAA9-FB192A03F2DD}"/>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17C991B-A6FF-F843-71BC-378D7D58FE76}"/>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65AE1DF7-FBF2-013C-4138-564014570B32}"/>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C10FD6EF-112C-2E01-14D2-7A3F23FF4C00}"/>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2240C4BB-A968-12DC-D54C-355CFD522F68}"/>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EAEB8D5A-FB3D-180D-F1BC-497A674DC892}"/>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CF4208E4-C2B1-09F2-41CB-1D369E9E3B5C}"/>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337C6069-38CC-7AE0-FF6C-1CA643AFEB32}"/>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9B55CBE8-D4FF-6F37-EAF8-A6A3FF88CD30}"/>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5D478902-2332-28CF-FA90-96D578586DEE}"/>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3792990A-D8F2-4765-85EE-9A995BDC7BD7}"/>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253DB69B-76C4-99DB-58C4-78E4150F42E7}"/>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95CD9B58-F2AF-F154-5CFC-1D0B91E780AE}"/>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4CE8AF5A-0113-76F7-50D7-70542587D347}"/>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EC330EB0-E1C2-3B58-9FC3-0A97653D5BE6}"/>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E3D874D3-B853-4969-160E-52C6F13A57B3}"/>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FBA665BB-E0F4-4511-8D1C-3DD983869466}"/>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EC066834-AE87-7C53-BAAE-93355FBF4404}"/>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501CF966-C002-1227-B84B-F7F1937FA687}"/>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9158315A-52EA-0681-DA23-21CDF14E45A7}"/>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900DF55A-A7A6-A1EF-F09F-6AEEA24B2B94}"/>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6E7A4440-959A-DD5C-5EF2-98155CA6AC62}"/>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4925DFF8-06A5-EA7E-FA6D-1DFDF3FAB498}"/>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BFAA76FA-272A-2B9A-379E-6D764FFC994F}"/>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F41956BC-CD39-9C5D-749E-AB44A143997C}"/>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399649BD-0135-52BC-CECE-0BE103132831}"/>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5D13C566-1047-51E0-DD9F-5D4F0C3245F4}"/>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3DED0D10-2A67-B1EA-2BB6-989B545F49BB}"/>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0E60E4D6-D1B8-876A-5E30-870491BA0519}"/>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6CB7B1FE-841C-6A9E-589A-5AE6BB220CDC}"/>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0C3FA981-C5DF-04BF-6DEB-DF463233F413}"/>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F86282D4-2C3A-3D66-B683-83ECDB59F70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E2E09743-B825-118B-8EC5-58EFB0FF7EBE}"/>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53E2B2F-CC70-00A5-24E0-DC7D3335582F}"/>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11F21DF9-A224-5E27-052F-80D9B4429226}"/>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39C023F-8403-5166-0A44-7BDC4F5F5AE4}"/>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5AA44772-5168-2791-684A-DD6873D28E9B}"/>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B9E73FCE-0B7E-E2FC-3728-AA0F22AFC71C}"/>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58747801-1ED5-AF9D-1C70-DD72022E6355}"/>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E892274C-E882-C4C0-AA71-674BEAB29F3E}"/>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BA3043FC-367B-F728-7561-BD7CDBAF8C12}"/>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30043693-A5E8-1C4F-5524-267B543284F6}"/>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842BA99A-12DC-4452-DF3F-C68DBD32DC97}"/>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01A53134-EB50-4ECF-803E-8541EC77FA42}"/>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966505DA-75D4-F6C8-E165-EFC65B129369}"/>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CAEEE2E3-C6DE-E86B-5B29-16915CDFB8CD}"/>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5BCBD8C2-EE0C-F508-EE42-07E98604166B}"/>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B06912AE-217E-DB93-8961-3425EF4278CE}"/>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D5EB6F2F-CE1D-E77F-513C-94F171BDBB7D}"/>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0CDB81E8-6550-010C-071B-F434F3A678A5}"/>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F487B5-461B-367A-4D2B-2452233497BB}"/>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DC67AECA-F1D8-DE37-5A47-97FEE4078DD9}"/>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D12F375-40B8-A1F7-9D53-E39766A8F6E5}"/>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299D04BF-9016-8B1B-78A1-DAA5ACB18725}"/>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3336DB79-876F-2635-DC1D-3E38365A7373}"/>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972C9BDA-2628-1916-5599-775E482AA736}"/>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2E78104-1A43-E099-F3ED-E7694C934D20}"/>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2699EE47-C01D-DFC9-FB7D-2E9FA234C761}"/>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D6C1D6EE-A1C9-49A7-B536-8809837B002A}"/>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330B6C25-7D5E-DAB6-E9EB-F0B185013B0C}"/>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1EE60EC0-7F72-24DC-1985-6FFD5FC97C74}"/>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421F784D-9B61-D981-6309-B99E8C24FC14}"/>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7542FB58-26F3-CBFE-C628-E5AC8F060BA0}"/>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3DBEB8F2-D92D-14A1-2B96-2489A3037516}"/>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EEB195E4-B3F6-4015-1961-085944CD2D09}"/>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02B2F8D7-6319-9685-4671-2612302C4A27}"/>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9C153EF2-4D12-DDDE-4247-867A703AA2FD}"/>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B66A91C7-866D-3702-7299-F785B75AAA34}"/>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A76B29D5-A6D7-8B7F-3D73-9A6195B763FE}"/>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96E5C755-5EFB-0D58-3BDE-16AC74F30ABC}"/>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22DEF77E-A063-9F9E-65EB-5D0F099D310B}"/>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CB537808-CA28-C51E-6725-A4C1C2320B31}"/>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04D092AC-DDE6-A933-BFAB-B7BA843F5F55}"/>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92AD7B0D-4724-D947-21E3-211F01EF94E4}"/>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E9AAC7F6-E501-4435-D437-2C68A25EDF3A}"/>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09602410-7611-11D2-B0DA-83590FC41436}"/>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D16734AF-9944-B92C-A07C-05BD7B5ADF94}"/>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02C587B6-E8B1-3059-E7A0-28E9CBEE79DA}"/>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FF401F8A-70A5-3E9D-F10D-8C0FE98828F0}"/>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8A408C2D-2D00-2AD0-0734-D4B3A7AA8518}"/>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BAC2DA64-A063-145A-E2D3-B4458C29193F}"/>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7647793-1C9B-EBE1-4E18-E0B5B4904800}"/>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B2A5B8DB-0D4A-6CB5-2E5D-BBE17B535F01}"/>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F63C254E-E059-6D33-8A7C-6DAFE001A709}"/>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14916BC2-B15C-2A41-169E-9242DE0D0339}"/>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AC6E1B54-880E-53C3-5CCB-99E35BCF146A}"/>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B4DE9F8E-61B7-2E69-94BF-D348FE6F54E5}"/>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47AC9CBC-4B7C-07AB-A633-7190A4858601}"/>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D58C4DBA-7E5A-E3EF-E1B1-6BF84F5A3501}"/>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E860F312-40AE-00F1-4C16-A86FE8FE2E69}"/>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C717E656-B19E-E7F8-525C-839795BEAE29}"/>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B0084AFF-B45F-A592-DE13-1C3086382F75}"/>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8434D6F3-C6E1-F343-798A-60539AD6657F}"/>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88B86A2A-C8CF-031E-AFD3-E22D77560BE1}"/>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8350A606-0F91-52CB-EF97-5133EAE29A82}"/>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2C3BCA4B-0537-107A-4065-4432A02E7394}"/>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05CCB486-DA20-1C8E-DF73-15D0BED6D0A0}"/>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041307E2-03C0-5FAF-38C2-0E850FBBF040}"/>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62849E37-E7F5-A77C-9F5D-C316A616F5C2}"/>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6DBB8591-35F4-5E94-41A7-7F4FA86A2B0A}"/>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7D53709E-D04F-83AC-2248-CE005CDF881E}"/>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A8EEA1D1-F7A0-CFEB-76E6-A8ADEF054E83}"/>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E0FD43BA-CBBE-F112-229D-DAC6665E33F1}"/>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8BAF4DE1-6066-2734-63EE-191A63F423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843BB4A5-E1DC-934C-89CB-0182BDC6F444}"/>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5CEF3DC2-135D-C7F6-8CD8-FFD8945F11B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25F205E2-8DB9-08F1-333B-C624C627A09D}"/>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0C9A3A1-3EC2-559B-ABEE-C673D28D3CE4}"/>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E950AB5F-2051-D00F-7B1F-F46B36580184}"/>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9C785C8E-CAC4-F91A-BC56-8F286C22CB44}"/>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CF7170C4-0819-8876-60C5-F8D67A5A85E7}"/>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0A5AEF90-5A15-DDE8-EFA5-01F29F95910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D6C0D3DA-B67F-7FE2-11D5-F34D007B4D01}"/>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BF2FA271-D5FD-CB6B-EC3B-2AFEE11DA145}"/>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030AA3B1-F78B-6C62-ACD3-1911CB281AD9}"/>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18B57FA7-FCA1-63AF-BA4A-4568E52D6CD8}"/>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3DBFCDE2-68F7-A5A8-5879-C751542BBF06}"/>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0AADB6E9-EC4A-40EE-CD6E-8FF2D5E3EB30}"/>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BD235EA2-224A-CCC2-A066-28C1E507B223}"/>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4E5131C8-043D-D627-688B-0AF2B487D959}"/>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C6EFA084-7906-ECC6-3FCB-50319EBB9581}"/>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E5F9304F-1506-B0DF-D64F-BED87F5EECBD}"/>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E44A20F3-F9E0-2497-37F1-EA22FA57B8AD}"/>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069A2E71-2E18-E9B4-CB94-C54592DC017F}"/>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02E284E9-A273-0192-4414-4F4B4CE3F6FC}"/>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C51A5E0C-0F0D-15A9-B1ED-157BD8B5EF9D}"/>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012B480F-8153-5931-F379-EEEFA6C61059}"/>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6011512A-B3AF-D193-245E-2990EE446F12}"/>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55CEDAB0-657E-C91E-5283-274C072439BD}"/>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2EBC41D5-8FD4-44ED-670B-717B0B8EBCEC}"/>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225882FC-27DE-0540-2262-3152A90D2747}"/>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103A40CE-9749-2E67-BC7A-DBC889C3CA94}"/>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0AA6ED21-E444-11DC-7027-BA9255CD8A64}"/>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CDFB7E20-E50A-B020-6B18-2E9F280BEDBB}"/>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27A4E93-7C29-6491-8CE5-2D552745D346}"/>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EAFDB751-D27A-071E-C74A-8347E3434E6B}"/>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DB0AD091-12DD-B8CB-7C7B-BB0412D078D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17E7B05B-7529-F88D-C1E6-FB3746A49622}"/>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A1C8D03A-7F74-4700-CFA3-FD91682743FA}"/>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3ED99D83-521A-0A6C-FD14-6DA7E2BB381A}"/>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94DBA45C-7DA3-A8FB-E976-F2D1E233F2BD}"/>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6DBD8E5B-DF85-AE0D-0B41-4A060204E877}"/>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64EE0834-6FB0-5A4E-5CB9-51B54A9A5468}"/>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7F401B7C-C7EB-07B8-AB66-BE1A7B4A630B}"/>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6C86CBD1-2043-B2D5-4651-B8BAA46C220A}"/>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8CF1BC9D-974F-8191-1BC9-576D4BDD3C2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99CA734D-268B-B595-3AAE-E6D6FD9266E7}"/>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6CA0611A-4438-AB21-A871-6899767E93C8}"/>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BCBCAF18-0E88-3C92-B2BC-3BA1F6B7EAD4}"/>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F0E1D383-4EEE-0789-7124-9FAD84B0180B}"/>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40754CF4-BFA6-D23F-6B47-68430F452495}"/>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3518CB16-24AC-2FF4-A248-AF24B04C28C4}"/>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8E082C0C-0ED1-05EC-C639-7D4DD957DFE4}"/>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864AB574-BD54-EF1B-98D9-01A8A201CCDB}"/>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F66F2CC0-39E4-82AD-3B81-D829EE2366B2}"/>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955D3B8A-9B2E-2044-4E5B-B9B7F77699A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9850D043-66B3-57EB-D27F-1FF82DB8ADA0}"/>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8FAAC0-6629-4386-A500-0ACECC160157}"/>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9F945107-1CF0-4464-521C-4CA437B398C3}"/>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F30AD086-B92B-F829-6CDB-01079A084DC7}"/>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23A757C3-6F64-3A59-81D2-632E8E5D9BCC}"/>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91AA5BD4-8EC6-9BA9-82DD-0770B6AD967A}"/>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C1C742DD-B377-4E8E-DA33-D45E634183FB}"/>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6C31D0E0-2FF5-C773-94DA-0BA5134EBE43}"/>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D1C343E4-1391-B964-FB84-078B753B2C34}"/>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9B06243-4E8E-B8F6-B6CD-6153783ADFCA}"/>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DDA4C762-BC17-3227-BE0D-F3DDBA2D60A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E14FC8BB-023B-0955-3017-D0C183F16605}"/>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DDA80F76-8CEC-68E1-7398-E66BD613B034}"/>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F5B90DC0-91A9-E589-D4E7-5CF9B346D21A}"/>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77166410-100D-94BD-0DBF-6C5975E10BF9}"/>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622DF8AC-E9C3-72B5-0CD8-E4D44E80A90F}"/>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BF78227C-750C-23A4-A7E1-9F9F6AE2BA0D}"/>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1D062246-6D6E-1031-4FC7-5B9CBC820CC5}"/>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9C0C46E7-2575-E6C9-3F76-A4B752E2E1DB}"/>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288BD95F-1AB3-B0E1-4A8A-F71538B4CE36}"/>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404FE9F4-1A2A-D15A-1875-26200EC7C6D5}"/>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C21945FE-C2FC-47B1-D3B7-8CE208D71041}"/>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23DA8549-1C6A-333C-299E-70CCC8900593}"/>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CB45A9CA-3DDA-A3CC-954A-421A55856871}"/>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B0C24606-C673-F272-F4A5-36EE8223E57A}"/>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6F1C767F-555A-2383-E9DF-C2F793CA347C}"/>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32F663CB-0BBD-0CD2-D490-F1D8C501B19D}"/>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766FE613-8DA6-F8CC-C213-1AD3FC8C8C2F}"/>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B9579614-5B27-02DF-EA18-EE3CD89F7E04}"/>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B4A2E510-A9A1-81B9-B046-61D480DEE7DD}"/>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1C712CBC-6E4B-F6C0-4721-15D1692419FF}"/>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74EC0068-8EED-C1B3-059D-C0B8707CCEDD}"/>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11B8531A-CE81-9BAE-FAC8-6F2DB1438ACD}"/>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E1BD1AF1-C870-20B3-CA29-8C5979FDC546}"/>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0C7CF0EC-BB79-05E5-BF43-941DCF4B347F}"/>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E48830E7-13E9-1F98-2414-DDEBEF795819}"/>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0A33EA8F-E160-62EF-32DD-C821D24FFFA5}"/>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9329B4F6-9C4B-5342-0DB9-3FEB26068192}"/>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6A386925-AFE3-13DE-0D32-54F78D533AA1}"/>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30288492-D76F-70A7-99EE-D1A94B458AA8}"/>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9710EDA5-3866-6DB0-7D2B-F7A5BD163B70}"/>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D0176D4E-3AE1-72D9-75DD-1F357CB6D0A6}"/>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1E5EC9EF-DEFC-3416-7374-0BC9C87F3EB8}"/>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6D26A6A-523F-716E-DCD9-BC3D04CECB3C}"/>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E84A2812-D249-3E02-A3B7-A6409F3BD0EB}"/>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CB7E96E-8610-E060-42CC-5BFA93FCB7DB}"/>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2B4C8239-66AE-68BA-DDE0-71D86A734D15}"/>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C7C1E11F-DA15-9583-319F-D6CDA8D55A41}"/>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53367C22-B159-FD3D-97D4-8E1C06CE2D6F}"/>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924E597E-8732-F55F-7241-87801D02DA1C}"/>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45A38882-52C3-A2DD-AE42-743166704227}"/>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EE4AD580-B615-3C96-5262-253F783F79FE}"/>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C897EB55-3375-0448-AFE4-FDF04CC8470D}"/>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11C79348-6167-08C2-82CA-A0B4F74F3587}"/>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10BA2EEE-6E22-20D9-7812-DC529653AB23}"/>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2CB5837B-1700-5032-1A64-EE5F3B8CF217}"/>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2BD0C48D-82AA-6110-526E-F938D4A68479}"/>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214AA1A4-C2B0-4F50-30D1-61EFCF64E16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B63FF918-557C-3142-F0C8-936468855AF2}"/>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D1D76D1B-9721-B6E6-5751-A893B0BABBEC}"/>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1FB624E1-5FFB-C21D-C3B0-610658464E5B}"/>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B2CB9529-E5B2-8685-A5C1-88EF7853B68D}"/>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7A86A249-7F32-A90F-7B76-A498B502C541}"/>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0E9AA263-0465-D98C-B7EB-4940641AB58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9836616-8826-33E9-9483-B1D42163E2C9}"/>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D779553C-FCC3-B467-CD27-1F5AA5CB75FF}"/>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D2A91C8-4CE8-E080-951D-004819489C16}"/>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F207026-265B-BCDD-DA2D-1BE21E52F8DD}"/>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EBFDB9-7DC5-8D9E-083E-6C341617283F}"/>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2D340C8D-4E2B-8F53-1B8D-E4163E6DF373}"/>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10D9A535-A04B-CE1D-D4C7-6F056D868FD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F6224272-76F6-5DA4-46D3-A8C5851B2FB5}"/>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316CAE2E-BBCA-8FD1-3AA1-AED6CC0C91D7}"/>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9E7236D6-8485-7E34-27CE-5779C43711F9}"/>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1FDA8788-7BA9-6717-294D-5A952F79C47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4E1F1A1A-25B1-D25D-7066-19B37718595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E80C1C74-23A4-3258-8629-7CAB4A35CF0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B7CDA0D7-4A76-9B4C-8FA0-6A0AA938F18D}"/>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FB4B4A2-155A-43EC-45EA-082D31686FDF}"/>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6618E3D4-BD12-9F4E-775B-1C03BCE099F8}"/>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A58F3D3D-E644-96CB-8013-B1D934759FB4}"/>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C4A33E05-7850-047A-D245-4A601A98ABEA}"/>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86296B74-ACE0-ECE1-B7AD-637440C9FFC1}"/>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8FAAA355-F8F2-0DCA-A14F-9EAEB03DC379}"/>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B9580DC9-6CC4-84C3-D03D-8C4ADD642D84}"/>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8FB23262-348F-9307-B02E-5E6C5AEF1E84}"/>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BE900E84-1F74-3B8D-FBBA-279C90C3A29F}"/>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36E5D495-2917-63EE-5929-FEB2629B1619}"/>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30F9EC01-1F77-6F08-87A6-F6A73BF1A6AE}"/>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A8C55642-26CB-B49C-FD00-62E4C38F3812}"/>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B374153-A2A5-E814-A8AB-440729C1D565}"/>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AD44F87A-FEC9-D67F-5CC4-6812FF00D9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63BFB58C-8FB3-E1DB-71FD-3C3C432FF9EC}"/>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0EACA489-1328-0F32-8812-8899BA1D5A9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C3B1D0BE-BCF0-BF69-11C0-5F3EEF6BA820}"/>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56DDC5B3-4203-B373-6EB5-2558D3EE704F}"/>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C979AD3D-939F-A5FB-FA56-D417FCFFF3FB}"/>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F70A65F9-3627-A543-C35F-C012BB9F5E75}"/>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28B60F18-9328-36D5-EA14-494EF963D52E}"/>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C473D8B7-A843-3DC5-1CF3-CD7876190259}"/>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C09BFCB-04C1-E166-CE2D-A4AF2BCF7D01}"/>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7BB9DBA4-9DA1-EA46-9805-04DB425C564C}"/>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2389DEEC-E730-A073-F557-265B34665DBD}"/>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7FA8CF13-21B3-06CC-8FF6-1B968598DD4E}"/>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F3DFF8C6-615B-CF15-B299-880F6195AC7B}"/>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2AE10BFB-3A66-9A29-4140-A557D035ABC6}"/>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E3C08CF-D623-5C8E-3C56-639A0C508CC4}"/>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9125A188-226E-0C87-514C-DB0E3C867C5E}"/>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36B49FA5-E74D-D208-EFF7-5B993A87D31F}"/>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2AF516C9-C0E5-5EAE-F6E9-8E326CE6482B}"/>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58B0C41A-8BBE-7FD0-0EBA-A7A9A14B6E26}"/>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A99A0D5A-A51C-B64A-34FA-C249189C5E27}"/>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82BD3E58-DF97-91FC-A7D4-FD11D17E6EEC}"/>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02B01326-E867-E4AD-1C9E-FF460E7B4CA9}"/>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8860C56F-D1E0-16B1-6746-1A13482279B9}"/>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C0B1207D-8E56-0A87-C46E-72C8FB8C833C}"/>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3EED22F-2B82-1895-70B9-E5C532CF5DF7}"/>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C56F3F1B-05FD-DE98-011A-C044EA38BE6B}"/>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5F69E739-99AD-A385-15CD-DCCBE86C0E03}"/>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7D883857-D9E8-6345-E2AE-C6EF5DB1EF89}"/>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9A857471-9395-2952-4AB0-2FF3EAEA9CFD}"/>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2C9473B9-03E7-0339-1407-0BE94538EE86}"/>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A77EA4E4-2B39-B427-079F-978545CA524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2F3A641C-B616-32BA-22C8-25F6E0B6D203}"/>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00A25452-7F0C-C3DE-579F-338ED23161AB}"/>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18A39E6F-F1D5-714B-3400-967D55FCAFB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C30EF43B-2366-1319-0B71-00DE234632D6}"/>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728DDDA8-C206-7E41-C574-7202D0ED7B08}"/>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BD6F356-4427-E93E-E503-508B3A949A98}"/>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5A986D45-0453-AA62-D09A-00F10D481544}"/>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E15C4C52-319F-FE75-D049-73DE0ACFBEF4}"/>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5EBCF2F0-F754-4067-A953-2B6F2F4C8FFF}"/>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58E52F8D-AB96-6283-EED9-248E74702A18}"/>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68A78EED-3933-9E23-6F81-1107373F4936}"/>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CFFCB181-08F2-4C5A-6BDC-320B544497CB}"/>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3158B5FD-F9E1-C3F7-A241-7AAB4EFEC1DD}"/>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3CCA76C3-42DE-C65A-5135-0D327BC49B50}"/>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346FAFC6-ECF6-188A-CD72-6E170A6D19EF}"/>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86251C24-1C41-F670-F5D9-C23759A490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59B99B66-4D9D-4EFC-5F08-C6CD2A0D1417}"/>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81E8F121-DBDE-C8B1-FE7D-62B2B3A55DEF}"/>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8C55DB41-050F-74B7-A624-5C5E2DE15101}"/>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A944AE0A-F136-C9BF-CD97-5559ED55EFF4}"/>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5AFF7E22-205C-BE27-EDF9-C71D6A3D0180}"/>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92AED7E-820C-28F8-987B-297916C772E3}"/>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93272E17-CFD0-AF1C-1CED-7A1D0BE0674E}"/>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B1563BA6-E105-AE50-CA57-BA0AA3B20EC2}"/>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7A4D5307-0BF6-96FB-2D22-70FBEA44F0CE}"/>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01E6FCE4-F128-9CA4-1973-A6C058E588D1}"/>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8F3C5653-DA71-82F3-7118-E72CD136C024}"/>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97680AD2-A260-12EB-4616-D22EE301CD03}"/>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60E3F62B-DCE6-65C7-FE37-88844E069FDD}"/>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1CA69844-3FFC-C095-948C-101F7B54D38A}"/>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E6A3DA58-FBC5-2632-CBBA-60362032AB4F}"/>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B4830587-EDF0-65E8-F944-D5C0DCCEC600}"/>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4B9B8687-4FE7-57DF-064B-9A8B8A38325B}"/>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D78A988-19AC-7DFA-A90F-86B520FD8C96}"/>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76406B6B-B72A-1F98-57B6-5B308B0DA07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DD62BFD1-CA1C-6F2C-416B-813236F5BB36}"/>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5F957C45-7F00-D95D-1C3C-7F4206769ADD}"/>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41EB59ED-2E24-6FD8-C1D5-DFE1F6DC618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37FED38F-BE33-5A62-E90E-44A67EF355B7}"/>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1BF1A6D9-F91D-CA6A-B2E3-43ADA2AA3310}"/>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08F3752A-6CE1-B19A-D628-7737B7EA1202}"/>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17A3A3B6-0139-4778-E9E0-A38550920015}"/>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65289E65-AE0C-8420-0891-D814E24E7C50}"/>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4541F5ED-0EA4-8DC3-740A-7EF6EB848737}"/>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7555BC3B-A46B-6DB7-D2F3-2358F963AC84}"/>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E917430C-CE05-5CA0-FC48-85F3EE9A2A60}"/>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A07D8352-CF95-2033-3A3F-E23B53EFEF56}"/>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77E09C50-1E7E-1F4C-7402-572D4442481F}"/>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37A4E4D1-1492-E2D6-7729-09139AC14DB6}"/>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858D7BFC-494C-78B3-1AE8-5AEB72F733CA}"/>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45FB6306-A6B4-B8D1-1A6F-01B67B21039A}"/>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359AA5F0-42D0-6C41-B04C-8D05E6CEEF81}"/>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176525E1-2D7E-CDF3-3431-E4A6994F22C9}"/>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3D3B5233-41EB-9690-D67B-EDDE4C5C597A}"/>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CA6F2CC2-918D-BE00-B64E-0FBA8EB607D1}"/>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D50F1566-04DA-4036-6BF8-5D0EB1E6101B}"/>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713AEC4E-B9FF-427B-E46B-45571788B7E3}"/>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58733150-6D67-96BF-D0AB-FCFD3B6F5444}"/>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FEF0AF5B-1489-463E-6C0B-B742AAED15E5}"/>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5D56F41C-5197-7A1D-7A05-47D770E695B8}"/>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9139AA01-F897-548B-FD74-83AE0EC4B8E1}"/>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E40A308A-6432-A3B8-5D2C-45D057B92032}"/>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96953A51-AAB7-F974-4E3D-D01C87EABE6B}"/>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1A5641E4-9124-623F-6194-C3F9EE1E9CCA}"/>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7414DC46-AE93-CFD3-544D-82F558A2D6C0}"/>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03429B5E-E733-14A4-0867-B13BC9F9ABB2}"/>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23B578F-B4E5-57C8-FDD6-9FABA860D575}"/>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09A45685-6B88-01A9-E9D9-70348213546D}"/>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9F28DE14-7578-98F5-C6AC-FE5C6F7F3E6F}"/>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4290C14C-E563-F90B-3787-5757EE085DED}"/>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80281565-E113-24C9-22C0-27641B4D664D}"/>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8DECD877-E23E-3A3B-3A08-B4BF0DF91A68}"/>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0A6DA750-72D7-6421-E387-B76D2EF6168D}"/>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0D4D3B9B-151D-2265-322A-6C97456EC807}"/>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E3320C4B-5A8E-1BB7-CCFC-F190D141A430}"/>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F8BCE69-59DF-5D1D-FAF8-A96E93513FCC}"/>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03FBD84C-C84A-DD8F-0EA7-85B4874D364F}"/>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5BCF6998-6DDF-3B13-73D8-42F712F99DC5}"/>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62D0076F-D058-9B18-8F59-FD862C7A9938}"/>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A8DE8350-E5C6-08D9-D096-0DAB9C197E98}"/>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94752A70-271C-7B29-4114-E50DFDC15A56}"/>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C68159D0-B364-DEA7-FAFA-8D96A63070AB}"/>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86195EF9-B79B-0434-A634-1A77E3FEF05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2EC18F60-46F8-46CA-B71A-ED891C218283}"/>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FB7A7587-8D13-0715-5649-1FEE32A3C20D}"/>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EC802487-E0DC-8067-F128-77BD77832813}"/>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032C6B79-D4AF-3DB4-DCE2-7902F9FD3621}"/>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A87034F3-320B-0DE3-1CB8-BF0CC678DE9E}"/>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645F04B1-F7F3-FD33-AC76-0D7715ECD941}"/>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20E388E8-323C-C5F1-8228-6F3B3921B9EF}"/>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8F56DAF6-3AE5-2B5B-95FE-F36D111D95D2}"/>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E5507127-063A-9667-7D23-E1481011C263}"/>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6AB37A7C-EE23-9132-77A2-12072775CA2C}"/>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98835ABF-51E3-E7FD-A0D1-DB588DAE645F}"/>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969ACFAA-0B3B-E9CF-D0F9-4DC851745FB9}"/>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73C7AE59-B089-5321-CA52-C078F47A49D0}"/>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A02F4EE4-D66D-9CBC-B1FB-8557652B1932}"/>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C3CC0072-26D4-DC13-B5D4-512A8A609AE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07CC5353-F63C-E5F9-5B4C-8B119074874C}"/>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9E2A2D41-141E-F2DA-DDBC-E363CA7B6A9E}"/>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5846219F-DF96-4076-3CFE-BB770FC1BCD2}"/>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0203ACC3-AD57-9238-CBC1-008D46C3451B}"/>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E7E73683-8D3A-ECA6-79C7-9B63562DD3B9}"/>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59CFA1FA-4F90-8E86-796C-BA7FB3E6FB6F}"/>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D4298862-2A96-CE2C-132D-3378FEA51EFC}"/>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42E94696-DE7A-670A-A728-F563C5113B25}"/>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4364CF2F-B765-3F6E-7D39-9DD0179B87E6}"/>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032EB42E-AC7E-AA5A-6D4F-B2D8B926C829}"/>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A1E2CC5B-E1DC-CE85-22E5-88A2C9A70322}"/>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559E1DB4-579F-434D-5B62-F7F68F558083}"/>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BAD2A53B-4CC2-9CF8-70A6-597082A4899B}"/>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7D1E7A70-2462-E90E-5F09-60B3A780A64C}"/>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CB43CC3D-1A72-FEC1-9736-8D49826E7253}"/>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E7D9AACA-0B21-FF70-5C3E-7457567F612C}"/>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24C8675A-B334-DB3B-E301-2F9F540A37F9}"/>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30BF2D51-5147-944F-E9B0-74D0920006FB}"/>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0C393C8C-D722-D77E-F182-AFCEDB943868}"/>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176DC1AC-B68C-6E1F-DA7C-0AC689633C46}"/>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B24CF43F-284A-1F84-7A37-36668E5C5B5B}"/>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1C5CE4D1-2EEB-A699-7FD9-C95854AC9070}"/>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589EB536-B87D-F1AF-FB3C-42CF2062EE3B}"/>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BEA59AEF-D6FC-F8D0-04AA-AE0B4409DC7B}"/>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E40A5153-87BE-1FDC-F0D7-76C66FAF0C15}"/>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1DFE95D9-6354-FD3B-F6F7-80239700DC60}"/>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9BC9A31-11D7-F028-0E9B-7D0487AC847B}"/>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D66F70D6-6410-79BA-34E6-D56CFE30B542}"/>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3F65FC61-034B-A295-12CE-4F0724A9F0B2}"/>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F24AD434-C03F-48B7-5175-ACABD2F3B203}"/>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75B606-B490-8C99-ED32-4DB5F3B6372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B3599C65-E957-2577-EA07-29D91FCF2E95}"/>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01825348-4A28-9C71-4F36-0D4D340B7723}"/>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1643C171-7E2D-1F7E-03A5-8ADCA77970B2}"/>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B06FEFD4-ED55-9195-A4E7-5BAF26E1DA2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069DF191-B72A-563E-1DB9-FAF44AD455FD}"/>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6832C3F4-F89F-3267-7D6C-D05975A1C4CE}"/>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1F4DA0B5-E93B-511F-AA65-6CC43080E3DC}"/>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F107635F-DD41-7A80-9793-48F2B1F884AA}"/>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A760C85D-F283-734B-9437-8E0FF5564F95}"/>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EE4FA3A3-5C99-E792-3EA5-41F494903281}"/>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0D909D08-334C-123B-0D62-C7AFFB8BC40C}"/>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7EE90F3C-1AB8-0469-628E-47830049FB85}"/>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3A58C7F3-038F-65C9-B9FB-BE7664F59D8E}"/>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96382FBC-EB7C-30E5-ECAA-09EBD6C69F8E}"/>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CC0D07D7-D415-8F32-9B85-D3548E919958}"/>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780BB298-47EE-F705-7EE4-7E20FE0585BD}"/>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4C7151FF-9697-E482-11CD-B42931D77BA4}"/>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A78B1783-A569-4E4F-1F19-D7427E5D3ADE}"/>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152B2976-211D-9D2B-7BBD-7F3BF43966A8}"/>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1AE091AB-FE66-D5ED-E6F3-1952F7DF5079}"/>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C2442EA-795B-9BB9-1B39-009301E4E24E}"/>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E494548A-2BCC-A42B-D39D-44FC9E7B0598}"/>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4847DAD5-895D-0FC8-34C5-CF7440318D17}"/>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7FACFCDA-9A52-7123-250A-BF9FD65C96C5}"/>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A6BE1111-E305-B528-E4C8-CAF7CADA2A67}"/>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7C877E4E-ACA3-5C13-0E29-60B55A59251D}"/>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BB6C13EE-843A-09BD-3040-5FC948761E95}"/>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724E19F7-DD09-4DF5-D937-81D2DA88C391}"/>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0A919103-8B87-B866-883B-00F4590B48BD}"/>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F6CE21D5-F1C3-FB9F-7273-EEC7B76C9016}"/>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D4C41CE8-321F-3630-32E1-820ED5A88980}"/>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F0B64202-3027-3162-1E23-5BA3DA7840AC}"/>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5FD8379-A450-DBBF-5818-C731C71941E1}"/>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E01B2E93-AE45-09A8-7F83-90FD9399A749}"/>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42F2F904-0E19-EB62-E113-B5EFF4182F22}"/>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B70E18FF-538F-4F47-5ED0-5FFF7365D706}"/>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DF1F72C1-6E65-981F-BEC9-EAA142E509F7}"/>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B22D6932-E166-A28E-6447-E4D6AA40B266}"/>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55E28F6C-6835-FF96-3476-7E660D9CD945}"/>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2FBF5C24-352D-82F2-0170-9235991F8C74}"/>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F35DC683-B043-F7A4-70F6-A345468164E7}"/>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42437ADC-EA6C-A38F-6747-6DB1E9D65033}"/>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7BF25E1A-FC77-E3F6-7052-E241C434DB3B}"/>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250E0E7A-A012-F56C-0C79-50B4FB8EA3E9}"/>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CA45640E-BDFD-6794-A6AE-BAC96D79A032}"/>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E0C02463-DB0B-580C-41E3-C52C26404DB2}"/>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EDFE37A3-0255-CEB1-9B86-788BFECF88B3}"/>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1B12FA24-9F36-22E2-99B6-0505889F0472}"/>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D487EDA3-8B8A-CAF2-43C7-79A85A349499}"/>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4E602DC9-3DE6-CABB-C46A-8E2F19414AD3}"/>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338FD4B0-5FE3-1BF3-24FB-3FB2CFA9080C}"/>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B4238EB5-3142-2276-3EDE-61FDDD075336}"/>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429BAC92-6B85-48E4-E5C8-03617B471879}"/>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8D1B993E-8132-6E21-9AE9-1964D2E8660E}"/>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B0186949-509C-A6A1-6A9E-82023FD2C000}"/>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3881A835-8933-4427-5B2C-F2E5D887F48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B76840BE-9BFD-50B1-7181-056D2CEAEE8E}"/>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CAED344D-95D4-B9DD-71D2-438594856D25}"/>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40D8140D-C34A-BCFD-E435-4916AC042369}"/>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967486F-0395-4F56-B400-BD0F5715E482}"/>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3D5AE4F2-3DE3-50F1-45D4-D8AD776BB0EB}"/>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607C8634-20E2-9F00-9088-25B496670DCD}"/>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54FF4EF2-FB23-27DA-8232-90A4B25C412B}"/>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95361CD8-8A4D-BDE8-0A65-266DA52261E3}"/>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125C993C-C6D6-BF51-C444-4BEAD1FBC62C}"/>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7C959FE4-5E81-2F83-A167-E61B19716E39}"/>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2C164613-1C0E-B8BD-2F6E-282DCDFF60DB}"/>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19D5025A-6364-D962-37A9-3D292C94A748}"/>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75DB3EE3-8884-E12A-76B2-DB7C505FF066}"/>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5BFC69A-DCC9-EDA3-5E1A-B7F7592BA0C0}"/>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7A51F42-6025-D62B-0E21-D9B9A88D830B}"/>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D1278153-A7AE-AF7C-EF06-18F5046A8055}"/>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8E51037C-550B-54AD-B577-C5C701E66173}"/>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0E7D071B-DE24-6C0C-85B4-1F8541333A98}"/>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E22233F1-A2F8-1615-CD6A-71285F073C3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B1E07EC5-27B4-D0B7-D1C2-0E3B531B4196}"/>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E72B777D-33E8-ED47-8220-17CB39587DBE}"/>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63A7D598-4491-DDFF-50EB-95AAC86281E5}"/>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8EC368A1-0D5D-66AB-BC13-B7BC6059AF35}"/>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21A3EC8C-DAB6-EE26-7942-28A2E75048F0}"/>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11A00771-A958-E22C-CF3B-C4EC6D3D110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B0B50EC5-30F7-4C55-994B-39113854EFC8}"/>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9A6682A1-F3A2-72BA-B019-9C93897B9FAE}"/>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727E1C22-1D26-F775-AF68-414F68D8D271}"/>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938ED6C8-2B58-B136-455F-0F985C07D97D}"/>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FE3671EA-A435-164B-5197-B8C0F28E60C3}"/>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207E4FD4-915A-926D-E2A9-DFC81D85D1D4}"/>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2FA5E809-20B8-7498-C18A-733CA3AE4D0C}"/>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23C3C5D-ACE3-A6B9-A3A6-3001132430EC}"/>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5B15932F-D1CF-66A6-6AC2-81F1076F0B1B}"/>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BF68647F-6115-92B2-0CBF-E0350BD04B37}"/>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46DBE754-CD12-BF57-A6AB-E10E21597D80}"/>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42BD64F9-D13A-318D-7817-323D6BC8EE16}"/>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E7FAC423-5C85-BD61-989F-8B0087D55166}"/>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40AF4F43-F47A-D17A-EF1D-25D10EB7B889}"/>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8C12F359-62AE-C26B-A25F-EEA9205A31A9}"/>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0AF2EFFF-A562-1C5C-279D-49AA82F0FB58}"/>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012F2D9F-0A30-07B2-0375-600EF23BA1BB}"/>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E3EEF728-5FA1-503A-E9A1-4429398B06EE}"/>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E722657C-6C62-9DF6-DBF9-CAAB28915DA9}"/>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69CE62AA-1E98-C0C7-7034-F4CD7789C146}"/>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798B2538-25CF-F583-9DC4-0F97AB058CC3}"/>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12DBD1CB-A9CA-F33D-B3D9-81B46886F5A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4214EB1D-D63C-52DC-A97E-46175309EBE5}"/>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ED2DC696-868F-2E39-4734-ADF433BF5286}"/>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FF725A39-4F6C-9581-A106-F62F1BC0A2B1}"/>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7A750800-05F0-81D7-3DEC-74821F06763D}"/>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2103EC3D-F56E-0527-20A6-FBDD20788480}"/>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DCC52112-3197-A447-F629-4694B4A59BAD}"/>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D4904092-A618-F486-04A7-9534A24F56F8}"/>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E7589A3-85D6-1494-56FA-934B7423D6F0}"/>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E2EA7AA5-12BF-EA74-2751-BCAFDF9580EF}"/>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A846BED5-C752-3E44-EB8E-93A6C7B68B9B}"/>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CFC3BCE4-BA9E-FB05-B39C-DABB1ACFAF61}"/>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6A814265-19C5-26BC-8CCF-7779E6843CAE}"/>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C3F79E3C-5054-91BE-ACEA-6EFAB2BD6A46}"/>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B61C3A5-6A66-6FD9-833C-6A24801391BA}"/>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74EAB387-C9D7-5831-4EDB-0A51B603D646}"/>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DAA442A6-E23E-C240-5759-EFE996B5D099}"/>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BB077896-E89A-0234-1545-E92345209E48}"/>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562084DE-AB94-8CF8-CB96-5A9AAA0C90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FCD144C5-FBB4-8204-25C6-B0C7AA1E7F2D}"/>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D400919-93F6-C816-83AF-E7E74AC19609}"/>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5D142A4E-5225-981A-7354-9033EA48D552}"/>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412D273B-3657-54C6-93AB-C68FD28F8E7D}"/>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A54C28B-D6CD-A672-0560-7DE0646FCCA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C929F34-DE0C-D2FB-1D61-6D7C42732147}"/>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066CA77D-354E-F45A-8038-4786AEAB9916}"/>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130A2E2B-7FFA-7FC7-6B32-DCFE9CFB499B}"/>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1CD1A63-62D8-556F-F70C-2CD78620A38A}"/>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C3FA2CE1-2465-051C-350F-50CCF5E15ED8}"/>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0A83EFE-3032-2357-0590-DF5C2959A6C6}"/>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1C5D79B8-181E-F368-B59F-71504280763D}"/>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B6F8CADC-E264-D00E-FE6B-19BD9A6F2872}"/>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4F46895F-A400-8895-8203-43FE0178408C}"/>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8578E90A-30E5-6934-02A6-CFA40AB90FB1}"/>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DF840271-D720-3D73-5252-0AA440E6001D}"/>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89358BB6-40FD-DF93-57C8-C9620C961BF9}"/>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2D95E3B5-90DA-56A9-C4B9-CDD440A2FEF6}"/>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1391AE8-4616-5902-9C08-E04697B90F0D}"/>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73ACE555-CB8B-0B48-40C0-135FD1BF0213}"/>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6F9B755-9DEA-4ECA-8B27-A653B083F982}"/>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B1541490-4F51-392A-444B-B797597B4D6B}"/>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421D370A-5721-0B11-DA61-850ADF102EF1}"/>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ABD92B2F-4D30-19CA-12EB-99A2E7381C46}"/>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C37C8CD9-CB8D-C908-511F-0643F3E13C9B}"/>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503D9F93-4A33-E308-E15F-97180BF7C4E1}"/>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B53C534-1FB7-76C6-DFF8-4AE0A55D7D60}"/>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FFA24855-58A2-D90C-4A1A-52F867C1AFA9}"/>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35EFEE8F-8DA1-659A-8A5D-567873F093A9}"/>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FF82B995-4C3F-8ADC-FCC1-9F17A93582CA}"/>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D9A8B407-1E93-D39A-A2B8-E5C612230823}"/>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C104B243-83D4-F2D7-E263-FCFDEA7D553C}"/>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DD8368CD-1BAB-653D-E808-31D231A4B05A}"/>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5551B83D-42A6-AAA2-A256-EA18263CC61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A33C35C2-A22A-AF37-0650-436D6D3589A5}"/>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C577FF71-A405-6761-0277-87D5A9177373}"/>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CB5B9AC7-5ECE-A4FE-316A-E0C6031CBC9E}"/>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832D0A34-6CD5-F590-8080-416FCC716322}"/>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B044E2C9-DAC6-96BD-5CDD-E85A90C5DB1F}"/>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1286D0DE-1567-7434-8958-39C0B5B44D54}"/>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3C0657B5-AD3E-3BDD-D38F-081A1CA9A89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60CB6F54-6308-7D1F-BE88-495E1B340261}"/>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029A6021-F85E-3132-EB82-5B68653E1750}"/>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8DAF097A-F92A-223E-6511-65B63B870791}"/>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05FD2F98-2C4E-C00F-6A6D-82EC9D17DA7E}"/>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5147D8C7-103D-13EB-C3CE-A851F17514AB}"/>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A4754401-7EC3-9D65-5666-CC74C77A1CD9}"/>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A62D7F78-ABF9-0B48-6D98-384DF704530A}"/>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F36629B-C56E-DE4B-FBCF-CD5787EB4E0F}"/>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B2A597A2-3F29-4ACF-67DD-9E945300FCB4}"/>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01E25F85-4FFF-D385-86CF-36EDF8AF17AF}"/>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6CE1B98F-96EB-CD4E-CE41-BDA166220DCE}"/>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F6950A55-2CDD-4B39-4835-D160A485BDF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5F5B4-E585-843B-3935-B1FA39CAD83B}"/>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37E79D96-D277-8EE5-3DA8-25D54A388100}"/>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F4B3B3CF-1C2B-F69B-6B06-11F7067BA8BD}"/>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B99FF7A4-D4EE-66F2-232F-38704A0643C2}"/>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AD48E695-F07C-65F8-F9F3-5A5CB03ADAE8}"/>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29260C62-D1D7-D8E1-EB17-32A671D5CB58}"/>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49B7BCAB-60CB-B485-B6F7-CF14C9E39256}"/>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8FE600DF-353D-EAE4-1639-BFDB9A07CF2C}"/>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979C9F77-01F7-4EC5-0D3C-FC047342AD76}"/>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63C6C297-7297-744B-28F7-327A6C06CD41}"/>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52340639-DE5F-9264-B3CB-8C16CF4A7770}"/>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054575B7-3C9F-A85E-8AE3-A357F3EC0253}"/>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67179829-71FB-0FA8-F3A2-55A4830C812C}"/>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EA436D37-55DB-C775-3A4F-044AC7B19109}"/>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36CEE815-2E5C-B11C-414C-68E95235B384}"/>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2D082B5A-99AA-9F24-B5E5-9DF40CAED0EC}"/>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BE650127-B113-EFF5-1DDF-DD58FB429223}"/>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AF5173EC-7B8C-7C16-C5A2-ED810A7BE1C2}"/>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8976889-3944-BD34-07F6-1F9A0DB08B52}"/>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D625E71D-584A-189A-A2D9-9C7DFD126178}"/>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D0B2F9DA-C209-22F8-A4B1-565F66A3FE49}"/>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5B304BA2-C293-FB7C-7EDA-F359E532546F}"/>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6D3C4EBC-6F63-E6B3-400B-F457087418B2}"/>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82DAC39D-3887-9E92-A454-416E573825D6}"/>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91204D98-A33A-0A1F-8AB3-4182DB620B9F}"/>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042C13B1-3A97-E74A-E9DE-8F2020DE610B}"/>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F2B4772E-3F64-3F03-30CD-6700C9E2DD4F}"/>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9B1D09D-1850-08ED-87AC-2E383DC212D0}"/>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F5EB9880-A8BB-49EB-611E-192727BBCC2B}"/>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104F6AAB-48B3-9303-ED5E-B4E53ED65003}"/>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52B005A6-218A-734A-F905-C4FFF3479C32}"/>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1E89E517-A070-E589-2D05-0BAF2077AD1E}"/>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E115D63F-B9E0-364B-79F8-ED57AB3A702E}"/>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C791962E-C70B-F909-1D22-2756AD81E92F}"/>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38DB3850-5C81-D572-6DF1-058A57E22B54}"/>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F27E38EF-437D-86A1-BAA4-7BDE67502BD4}"/>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0CCB43C8-8C0A-2C47-403D-E28F55C18FCF}"/>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5BDDE2F4-45D6-7426-E456-FFAA0DD0D57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E136D06E-24AC-2C43-62E6-FCBFF87714A5}"/>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02AD4EF4-2DBF-924E-138B-91DDB59B6826}"/>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C8812A2F-34C6-B6BC-7AB0-E5923ED9E830}"/>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6FFF7FF1-ABCA-8D0C-59C3-AE8A11F931DD}"/>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4BFA04D5-98D6-DE46-0582-4032AD7D59F5}"/>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C6246E32-0A84-C8E8-8168-697508B8DE49}"/>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9365664D-8325-B53A-CD21-C32E544A8F93}"/>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FF6F94C7-497D-83E8-0E25-02087E4321D8}"/>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ACE8CC8C-DB7B-9C13-BACF-0CEDFE02F9D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FD69C118-4108-133B-3749-4ADAD856298D}"/>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2BC309F4-D424-05E1-04A7-878500F4B91B}"/>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F9B81ACF-B965-B2B8-EA45-3371B222DA9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6C2C6C39-DE92-9E69-904A-71C5204B22EA}"/>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68B2C797-9EFB-2F18-CDDF-ABA17F43AD71}"/>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74A29319-0B66-FF19-2C76-C0A73F59543F}"/>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67F38448-F87D-2729-7F21-6EF717E81181}"/>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82717CE8-DAE8-DE93-80D2-AB9A3CCDE108}"/>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BC89403E-AA82-B051-1EC6-1DA07088C51E}"/>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F27C3FEB-0B37-8B73-B834-9279D9CBFADF}"/>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AB5328BB-3675-DBE8-B944-4C6BA94B508C}"/>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F11DFED4-C745-A6C4-391E-154C53CA0869}"/>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E7370628-3F05-D558-B4E3-C39A84C534C3}"/>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5FA4A475-4A80-4485-1E2B-1B540ABC2D4A}"/>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6BD147D2-2159-AB16-B887-B32DEC0F9DA3}"/>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A0E2F6B0-B7D4-5C07-DDCA-54AEC6EAB6B4}"/>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65FD2F07-01A1-F9D0-ECFD-38A1C44EFA04}"/>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01EE4C64-F88A-8194-7CF8-E67B4EB29E40}"/>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727E5C3F-91DD-2205-6DCA-98807EF85428}"/>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D7B1A63F-FC64-DC4B-0D00-73D2DA95CBD5}"/>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09D7E641-9BDC-B62A-8B45-480F7D86EBD5}"/>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87A9348C-F43A-2B6C-340C-04B64292F17F}"/>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74D9A207-2310-4CE6-A4E5-807D3EC3C0D4}"/>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F2A2283E-695C-360D-C73A-329F715D64AE}"/>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70C277B1-F788-91F2-C949-993AA1C9DACC}"/>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1C574B90-4854-D4E2-4A82-D324A9B5A78D}"/>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73F3B2A4-CB63-B785-A867-269DB8434C50}"/>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7F022BCE-9CBA-BD74-776C-55A66F15999B}"/>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136D91FF-2FF9-5A9F-D371-24BC75D03393}"/>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A7BA323E-4D11-1DCC-A2ED-A63D6C0774DF}"/>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11E4759E-9B55-62C1-2974-72D39AAF7DF1}"/>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F193FD2C-5432-020B-AAD5-64E7821F5485}"/>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458BDCDE-9498-995C-8AB6-2232AAF3BA8E}"/>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281308D8-3FE7-B31F-C873-7C0E9251C95E}"/>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16975FDA-B08C-FFC1-8D06-FC0CF1B6903C}"/>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54CBC2D7-6356-6A0E-8D19-6D1EBF645A9F}"/>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0230C017-4EE4-13DA-AE28-88EDF4CD58A3}"/>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32D9A10C-317C-14CA-BA25-69EEFE46F6A3}"/>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F45525B3-70F8-7E97-E206-47F4C4DF0E5D}"/>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A1EDB044-2FE5-DF7D-BBA5-125E190C0914}"/>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F2A666F2-56E3-FCE6-5196-A559B59326C1}"/>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3BF8E7A4-0709-BC35-BF7B-07C91291CD79}"/>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62CABCCC-11DA-7F7F-A391-5D5D2207C1AC}"/>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A798EA05-3D21-0A44-FA54-572819D0B500}"/>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2166F303-AA94-0760-4FD1-5957E24E6AF1}"/>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A58BAB41-AB57-F415-FC1B-296D6EE8D66A}"/>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A48F8706-D771-1C9E-5B30-0869EB6AB05B}"/>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E26F2612-5E0F-2E70-CCAB-7C3E8DC35FC5}"/>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72793F8B-9899-3B10-1694-A142A6B414D0}"/>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A3327575-8B02-C855-F6F2-2BDB1C80836B}"/>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8B11FAA4-892F-4255-AA62-2A0D6C991D41}"/>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694A7103-12E3-3267-672F-5285DAEFA781}"/>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607CE391-F50F-2A5B-087F-74A48C7FEB21}"/>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8E1CC814-6A3C-AE1B-E910-C6F831C9077A}"/>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C3A18E88-BE7C-AAE7-6BF7-2CB0645B26BF}"/>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CAD8F16B-CC31-113A-226D-6FB88BEA6471}"/>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E8E2F486-C6DD-3766-9F6C-C79391E6D46E}"/>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6EE1BC00-5215-A2F8-CA29-7212452E27D7}"/>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94FEB7D8-D0AA-7D1A-D886-0F0E846DB6C8}"/>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F7A8D8F-458B-A14C-A73F-B528301AA45C}"/>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067D42A0-3002-55EB-9CFE-9B446E93DF32}"/>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8EB8AA5E-7326-D4FC-A25B-001B0E014E7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31712737-BCDF-FCD4-24D1-1250139DAA26}"/>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2CF7D72A-4B2F-729C-1ABB-1D1EA86D34F8}"/>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3F32466E-54B5-DD8A-7F18-2BFEC506CF0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2B609862-262F-56F7-0F22-D5896FFE225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0CAD2EEE-96DE-2B05-D33D-F66200019279}"/>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5DF96809-A7CB-039D-3087-50FE56433B87}"/>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F8ED5201-DB5F-322E-FB8A-060719A982FD}"/>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5338DB3A-2C19-5C73-0E8B-21005B34E528}"/>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0E4AF49-E5ED-D68F-0ED7-948DE7B79B5D}"/>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E6EE7345-E1BE-E9A4-E02D-F91E94B3B964}"/>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1D21DAB5-9C96-3154-2D42-0548F595A9EF}"/>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82D1B38D-25A7-4B3B-D12B-72E17EFC3615}"/>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E78814D-D8D1-B2F9-6E68-3A2CC731C165}"/>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2E2EFEA1-70F5-0A49-1CFB-F8E1948E4C2B}"/>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2C3F77D4-4C48-9787-8BDA-A5C6F67B515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7D862F46-40F8-23D4-B2F4-47F9D049DE70}"/>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CDF41946-2576-B73E-2B4E-D947FB921078}"/>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3D45B7AC-B1BC-EAC1-B2B4-6FA1A439D868}"/>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7B4B6084-CCFC-04AC-7860-1B34B5B92A9A}"/>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D4B5EDBF-00E2-81DC-7BB6-1D31B8193218}"/>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749E2FD4-AABF-D76C-7503-7F101DD9CC40}"/>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8870C3B3-C637-FA03-B54F-E147C16DF47F}"/>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7CCE4392-DE8D-2ABB-52CD-827C9DC94C7D}"/>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DCFACD5C-1A0A-5CC1-EE27-18C8A2084330}"/>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18A724AC-9FBE-73AF-E905-2C5E3E97427A}"/>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363B826-3F51-DC33-A692-CFA640A28BF9}"/>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9B71C4E4-A69C-8117-8A9F-E056221A2022}"/>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8ADDFE2D-9D65-3332-2F72-D5B3C82F7F56}"/>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C447CFD8-4745-2A2F-3BA8-C79424C16708}"/>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C23DB422-5E9F-C2E3-7312-5345C36D3364}"/>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8CFAA812-8B8D-99C6-FC3A-DE44799F3E39}"/>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E0F34505-1D90-4EBB-6786-088C006AEBFF}"/>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ABCF8A04-DB80-C32D-933D-0B03EFC935B1}"/>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6C9AA489-F2E9-160E-FC49-BEAE2798241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00315F15-4C3F-BC02-5B94-305077335095}"/>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4E8317BA-C25D-BA5D-A34C-7894A0F63D7F}"/>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97D78CF3-2B07-A999-B328-95527E5DED92}"/>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C11446C7-E159-E88E-5D40-3418AD7523A8}"/>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AE1406F6-23E5-4DB9-6FB8-EBC79BB1295B}"/>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F101666C-45B5-87ED-C66B-594EE0B5ACE5}"/>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66E85A-9330-A143-155C-E6195BDB4448}"/>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64E2A72A-13A2-5FE2-9B7A-910D0315D6A9}"/>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9C7DFA97-CD60-CBEB-538F-FDC6666C208B}"/>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F43C7393-D200-5906-88F8-BD04188FE787}"/>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F608DFB1-A00A-A682-10DB-D5566D7A2F0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DAEE8460-1477-60A2-94DA-54D1E5051C2B}"/>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DE909355-F28F-87D4-94EB-70E90B967914}"/>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AB481E10-E156-4236-809D-5191ACC344CA}"/>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B0D77BBB-0FC2-5AB2-8287-22E6E4DEE86C}"/>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A8C1DF0E-72C3-CEEF-F82F-CB426A9C25F3}"/>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53BEC07B-035B-E13F-C198-756C0625C4CC}"/>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255AC103-BD7D-A456-6BD3-747D0DAADD70}"/>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29A64A38-06C0-2FEA-271F-1D0FD788D3BB}"/>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92EF9D24-5286-B193-B3AE-4F69871C0863}"/>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F4C75638-302B-13D4-7FE7-E7DF76AAC1B9}"/>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B2CE3C3F-1145-EB4C-123A-5ABB4392F7CD}"/>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7335BA3C-21E7-E90E-6B04-B98F13FDC8FE}"/>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C56CCDEF-88C3-CEDF-492D-89D15F9F869A}"/>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DD9C31B4-981C-0161-3D68-A9A5F4FDDAC6}"/>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4D847682-4F58-4BE4-BAA2-65CEA4D317B2}"/>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2581C645-2AE3-6F07-A715-D71048BDF009}"/>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FA794DD8-2015-C8EF-65F9-0BB7D2CA16E8}"/>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3133FF55-7619-916B-5BC9-78DB1565646D}"/>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18336398-5499-A668-DFEA-8646A6C053C3}"/>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3728F001-8842-308F-DE88-D8897386FAA6}"/>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8769424D-30BD-E4FF-2D47-3345ABC0513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647D4A3A-18FC-41E9-3F2A-7CF1B69F0CE1}"/>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6AFFF9BF-C828-DD84-D7BB-2BBE3E04170D}"/>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43E5279E-0510-62A7-FC5D-8E558266B2CC}"/>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68F85F44-B602-532A-EEDA-DD98370CA3CF}"/>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83C8597D-0900-FBDD-96C6-9E1625049074}"/>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C3F98E6C-80B7-926A-260E-B36E57A81E44}"/>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F4D79236-482E-F7B9-2702-E8962AB902F5}"/>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71FEB8C5-62E7-17F7-482E-3AF5D283EC49}"/>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BA1C4E80-749A-A0E5-C582-558393C86B98}"/>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5B39CDDF-E9A4-CFE6-C5FB-C8F1BA011625}"/>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88A9ED6F-AFA9-27B7-2537-3638B7CE3122}"/>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AD6ADD3C-35FF-86E7-A6B3-3C81692E0798}"/>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EE25B3DF-38F3-CF6C-5078-BE9767489FCF}"/>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63901C7F-C070-68BA-15E9-7800B47F35BE}"/>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5AD20A79-F5D6-74F6-A2C2-E820739B9B21}"/>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E298B6F9-A916-DD90-A236-EE39CED285F3}"/>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287374AE-070C-D983-D9C6-0AECAF95E8E0}"/>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33C807A-A30B-DEFF-8D26-635B064EEC23}"/>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08232D4C-F2A1-D430-AB8F-AFC899731774}"/>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F4F10508-E760-AAE2-26F1-F95B8AF17A8A}"/>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54B566F8-BC4B-FCEA-B930-8A18D0196F45}"/>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CBD88340-7D0B-1139-D227-9BB8F235EE2B}"/>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E9AFA8F0-4719-E8D4-0500-AD33121DF36C}"/>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420ED5D9-5D6F-5FAE-D7BC-802F860D296B}"/>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7AEA3943-A62C-5AC8-BDB9-40B08D9DFA00}"/>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DE0F8B88-8F5E-43FE-F963-FB4D8D1CD186}"/>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2FE95966-D683-002C-DD4D-7A8DB4787711}"/>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50EAEA61-370D-303C-6309-8F2C764B6559}"/>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372372ED-308A-AD22-E312-9D687549438A}"/>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58B4FDB7-4A89-6E3F-A8C5-46756A90EBF9}"/>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3BB2C6DF-BC6F-3E47-8830-F0D1167D0E13}"/>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E8D6D54E-FBF9-BB36-C88D-C37EC6E3A27A}"/>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9256007E-AB82-8453-8A0F-924155C55304}"/>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CED26128-7552-ACB1-5C6D-CFEC340EFC9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EB2786FE-A07B-037D-1B3A-34B668B5EAC7}"/>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1759D464-15C6-39C0-1232-E8522818ECB2}"/>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99505203-8572-FE79-375D-3BE0700FA527}"/>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0A325FA-21D3-F01C-753F-941947CC5829}"/>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5482852B-F17B-465D-0DF4-020F8812046F}"/>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8632C499-60C8-9C0D-3789-CA0E607CA6E5}"/>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4A9ACE11-CF30-136E-674E-EB639279613E}"/>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A8E59866-BAF6-8A98-9A4A-ED0C98291ECE}"/>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CEB8A614-49B3-832E-EE05-8E3605D3F99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665663E5-97CB-5C1B-0DAD-202D95043C15}"/>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D5F15EB2-EC4D-ECC7-031A-18C9B1CF8E1E}"/>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01834FE8-5FA5-EC24-6C33-C5EACD44B89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B1A1BD35-0A92-1F02-DF61-B0143FF0DAAD}"/>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0B793508-E0C5-0CD3-1B2D-734C5D3FDA8E}"/>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0B7371E9-8C95-A1AE-9194-ED98AF408079}"/>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AF1B268B-A343-0773-05F8-CC73FE19BD6F}"/>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B2844B43-531A-F437-0EAC-6618041F5A4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BFBEA444-1F54-643A-D473-8AD21B739E02}"/>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1A07F54F-A51B-932C-369D-7DBF0BEEC3A8}"/>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AC1DB80B-5FEA-BFDE-7D6A-9B2FB3E7B2FE}"/>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DDF70F25-AF9B-6831-0136-1E9BF6D9C71F}"/>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5B79EC7-2181-D285-9D94-066F0DD446E2}"/>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44125BCE-DAB1-3016-2BAD-C46A9F0596AA}"/>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B02C6CA9-FBE7-33D2-CD15-3269F04D8010}"/>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ABAF9D4F-1FDC-13D5-7C21-D3F2EB691427}"/>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FB326FA4-AE82-EEF0-F674-63B0268DB2D5}"/>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C36BFDE7-C74A-92E2-6FE1-4B3C30FABF99}"/>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4E38A77F-E4FA-D535-1D54-C16642238488}"/>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51B43FC5-C1AC-6223-068B-BA56C0760C23}"/>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07D1AC3A-E597-876E-DD8C-A2CA0090967E}"/>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0B6DB83A-7558-D366-B6E1-CE6DE0E37203}"/>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A11D8E52-0826-B905-1563-7FCAEF8CCC7B}"/>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D3EFD15-DEB2-E288-CADD-E7097EC13D58}"/>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E6A3535B-662B-B090-95A0-B167883616D9}"/>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FAFC2F23-C263-7BEF-2E9C-2F6299F55665}"/>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784E75A-6B67-95EF-CBCC-919705D80B84}"/>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2BF07411-9C48-6DC5-2D31-A5836DEC0E2B}"/>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2E108361-1678-35E0-84D9-66073E2E2B7A}"/>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46460E03-7B76-1D54-9A16-F48D243AF95D}"/>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7D72B8C4-F362-8F76-FAA5-76A1A718BAB3}"/>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19AFF54D-2D95-D9E0-ED14-15D8D00CD8A5}"/>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6FD9AE95-EB30-0B2E-4A45-83C52895269E}"/>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41C3383-7557-53C4-D3F4-FCE55CD1A2E3}"/>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84179773-F758-2B95-56BB-E31C602C53A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D289914E-3AF6-120D-C0AF-A0590147D12E}"/>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AECED027-0039-4035-81A5-31519BDC833D}"/>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0CC67BE8-F06C-4CAE-2E04-A7BC4B266AFB}"/>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45FA5B1A-950A-DC2E-3EF3-7495F8BBA1F7}"/>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44640674-A0FE-E48B-752E-A5F1718F9547}"/>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D1239AF0-14BF-17EC-23ED-13704CCB3A99}"/>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9C745BBA-D2E3-031A-8656-6282F18DDAA9}"/>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BBA358E9-AAC6-26AE-64D8-7AE2D1CA24E4}"/>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E4BFEDD6-2712-280A-2C80-655CEEE26977}"/>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F5C18CB3-D250-8363-203F-B7972A721BA8}"/>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30192E41-DFC4-A17B-D4C4-7F82BD4FE92A}"/>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1CAE1EB-60DD-1491-B66D-1A35AD938A0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238F714F-656E-397A-368A-AA7AF8FFCA32}"/>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8EB5415F-2910-54B1-ECA4-E8AD4A82F587}"/>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E9BB4DC4-DC43-3F2F-AC70-413AB52B5676}"/>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02A9C060-4A81-EC97-2569-4CA96B59947A}"/>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28365E8A-75B6-A631-D257-9A9548932E13}"/>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59EA3135-6BDC-E44E-6E35-F2FD82610307}"/>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812C5EF9-FF6F-6126-B7C5-CFE30DBFC792}"/>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1FF49BC7-C5F0-F5C0-C378-E0AB314DEF58}"/>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6D3DFE2-D5F7-BCDC-F3A9-CA69CBDE2BC5}"/>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790AAE02-E1E9-EC56-63FE-7536D7DA36B2}"/>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D1AA3176-0A70-850A-A1F1-C023378A2572}"/>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8411B3C0-CF53-3671-213B-96BBD114505E}"/>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A6BD1B9F-6AE3-1933-93E0-1341D83EE85C}"/>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DAAC4E2D-8DB7-25A2-0D74-B126694066E4}"/>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FDFF5F6A-78DB-13FD-D5BE-267D142C358A}"/>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C9FE2359-4CFC-C6A3-B086-C3BD40D3BA67}"/>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0705E86C-03EE-5975-38C0-C28615053590}"/>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A69C4148-1881-F1CF-88D1-3C561CC6A372}"/>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9AD31A2B-7718-650A-F55A-F28670052D29}"/>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D43E8CF0-30E7-3C99-CE25-331147F95DDE}"/>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F01906C2-7E71-40FB-4D8C-5936715E6580}"/>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27C8A71D-3A2D-055B-1B5D-5DB08FD652C1}"/>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994A58DF-9A7D-E5B1-799B-1DC9D8883862}"/>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9EC02CA0-48FB-4E24-1B19-19384BEF7375}"/>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3FABDA8B-B2E8-A80D-60FA-90553D785628}"/>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7DB65C0F-E52F-6C19-69D0-30C7A88953F6}"/>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A94C5C59-4306-3582-4510-92ABC4796438}"/>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C32456F5-6880-DD4C-1079-BE10FA5DCC4B}"/>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5F993DF6-F7F6-CD32-E35E-FF0461A94547}"/>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6901FBFA-9A1A-03C8-3682-B867C5F62257}"/>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BA1517D4-992B-F6E8-BF51-31FAD9AE2DD2}"/>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6805B1C-0853-A0D2-58EC-9397F06C4026}"/>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3994125-4EE9-24C5-CB8A-7179B249D706}"/>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4A2D05CF-2C1C-AFDF-2B65-B259B19F185F}"/>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26AF4229-C9E3-DDFF-E010-FFD17DD2AF62}"/>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DF76163E-3B04-A8EE-A226-C79C9F464F19}"/>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78695FB0-1325-E634-454B-78311A232B57}"/>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3EE77FF4-58F4-D843-4672-7D28752AFE6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1D42A818-B8CF-5D6E-4406-85066386289E}"/>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894C2B79-BF5C-98AC-AB24-3B0051837079}"/>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1061EC14-3601-8B02-C985-9BDFCBD3D07D}"/>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5449855C-8424-F58E-6F40-39F1E8B7B18A}"/>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8FB55239-18E9-9505-92F0-95283F73BFF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35D5AC7F-BA5B-4264-5124-173C04C6DBA1}"/>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45524AFD-8C16-40D3-E626-CAE267FD1FF1}"/>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A719C942-7966-7B32-3989-066CFFB8DC0F}"/>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7EEA1DF3-3690-6A83-7966-E50F56454A35}"/>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8A7DC7DA-8359-BB28-CCFF-DEA5312920AA}"/>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19D93EF3-B4EA-DE22-8BB5-F261783DAD4C}"/>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C505D0CF-B2D5-A0E4-FF2D-76C80931FDC7}"/>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F167450D-EB74-9704-58BF-F00AE8D9319A}"/>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65ECAFA-E90F-ED5E-8EEF-B37BBEB75367}"/>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86F73B62-F078-49C8-52A0-86AC3EA1E01D}"/>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FCB604F6-B9A9-3BE8-E5C7-BA33E536661C}"/>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AF4D71F3-B6BB-1377-5926-AD151FD54814}"/>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4DE17E53-AB5E-8DE6-2762-2A98D720D49D}"/>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ABD7569C-197D-2479-99DE-50B5F4F836AB}"/>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2D4B8E1B-D47A-669F-8547-7010464BB4D5}"/>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AEBAD0A2-E270-8952-AA1A-7FBF08F17C41}"/>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9EC3498F-1E27-82B9-3E6A-1446AA7AA704}"/>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11530D03-F806-C5C6-8681-5B08A11776F6}"/>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A8C35F94-FA78-3656-6933-A67EEFF25A51}"/>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72AC5098-CB6D-D1FC-EBA3-33E3B692E332}"/>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C3F31C7-D58A-44F0-1C9B-DFAE5E46EBBD}"/>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937A5A3F-AFCB-0A02-F5F2-5C1C75BB50B3}"/>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77148036-2796-B3F8-36BD-ECB89579BA5A}"/>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3281844B-49DB-7535-5665-C60C34FC3D80}"/>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F3DC1045-3335-4EF3-01FE-B6C3CD763475}"/>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26BEBC8F-93E9-BF10-E264-4AF6A6F09D67}"/>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0AB279F2-F2F7-7A73-DE00-AE049FD56497}"/>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3EA2B065-C995-E10E-F912-41D211791FA2}"/>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EA3A367A-EA41-7B2C-8D5D-754352D346D3}"/>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FC55F680-465C-C342-FF44-9772AE2841CF}"/>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A289DE09-6B4E-54A2-B75A-15EC2668ADEA}"/>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D6E18118-C7BB-ECF2-5410-2F90B0B75012}"/>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A731FCC4-1892-A443-2EC7-E7BA8A26F2A2}"/>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3EB5FCCD-D680-B93B-B93B-89683AEDEFBB}"/>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804AFEDC-CFE8-27FC-4877-83C56858DFD6}"/>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690C15C4-A955-3934-1366-8F2DD44BEC3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EB6761ED-EA45-5FFB-FD68-6E9B84EBB79E}"/>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B12F9ACA-C6FE-58C0-5029-D1943C16D662}"/>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C560BC69-5B1F-F75A-0DDF-7BEB5251D655}"/>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C99B0FC6-38F6-0853-257C-0EE58F66B75B}"/>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87DC3B08-52E4-F41A-8CE3-C59A594650F7}"/>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1E1C3C92-8D7C-B8D7-D30C-DBBC4479C845}"/>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C4A3C77A-1740-09AC-BC1D-BB08A87D4C62}"/>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E4F78F33-0917-53B7-CBE8-63131489B2B4}"/>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B468A456-C211-CC4A-AC48-6535F02C5127}"/>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D0C2F97C-FBBA-4B5D-3FBE-3855864089CB}"/>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2CD4CE0C-CA18-50DF-D443-CF247DBD2417}"/>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8D12862B-2242-6ADF-62C0-5901EB7158C5}"/>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A98F8F7B-97FB-EC3A-C839-5A2AB2E6C7BE}"/>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8A63D777-9847-2E39-ACE7-495516178603}"/>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64C0F782-EE11-2EF2-2749-062BC99BA184}"/>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FB457713-46D9-0C2A-9D60-B7534B8CD3E2}"/>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2AEEF1C7-D4EE-30A5-B35D-CCA775127E8C}"/>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C94E626C-87F9-015C-BE59-2A68D9FE8472}"/>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7E87CFEB-799A-C0BA-8274-FB44D3057E3C}"/>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3EE7ED1C-652C-8E90-161C-BB98A1C3304F}"/>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61145852-C12E-AAD0-77E9-29D82A3BF7CC}"/>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175D0210-FA87-3D1B-4135-399E2360CBFB}"/>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933F68D-803C-4189-8FB0-379D8B642982}"/>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209C506F-00D5-8CAC-098D-BB29FC4ABF34}"/>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082F5827-EAE6-B184-9A11-0488ADC9C36A}"/>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2F9E2FAB-68C4-D381-6F6B-090A6FDA61B7}"/>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AB46BE89-6003-86A2-A2A0-03C49A80C644}"/>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31F27A20-E748-AA6D-CE6B-A6A7F34431CB}"/>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298E64BA-C671-32D7-A27D-A0BAE2FF69B2}"/>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A3616C89-27D6-7849-0EA6-A29865D1642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AC543083-606A-C424-4EBD-2363BE22585C}"/>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93515C58-2061-71C2-85F6-41C7459EB908}"/>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C3FCE7E7-2F6F-BDD6-3F3A-8BF4BF70C666}"/>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ECF2E08E-B5C5-DC99-CF87-79D7A00E9546}"/>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3070CE2A-FCF1-98F7-6842-5C54924D52D9}"/>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BA2C1742-85B8-2751-2CE2-02C5CDEAF97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145E1DF9-0EA5-FAF2-2E25-2439AB9EF376}"/>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F06E511C-8DFE-AD02-46A8-CEA14FBF0B6E}"/>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97CCD96F-6315-1EED-2FE4-D9A1F8418E7E}"/>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AF0AF34F-9806-DE70-3017-18ED20D0A41F}"/>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4E489C3F-2A42-ACFB-F00A-2D96C98A85B9}"/>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A3F274FD-F62E-2277-63A1-6E6D0F220F05}"/>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ACCD5849-5218-3AEB-2D2E-A1A8F751DE67}"/>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4CCC887C-6930-43F3-3C5C-6DA478C5B486}"/>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99BFCC6F-EC3E-2E3A-1262-811E8AC31A7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A7AEC3FF-EB2D-9C41-5C15-E5DD581433A5}"/>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322B48FC-C9F6-9C9F-C1EE-58A7CD1A1F09}"/>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B717AE34-6FBE-3DDF-C8A1-DA5E76DC5F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A4839E6A-8EB6-49A3-790A-052070723D7B}"/>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B330AEE7-FC91-F699-478F-8F0B543F83C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FC3FDC76-4713-3A7F-47A3-21409F9ACA3B}"/>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BE3D025E-5FB7-0B05-63D4-06A61BF33261}"/>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089DA003-77E7-3B15-6F27-71D0C1E24787}"/>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39B9A647-C1A2-7237-F758-D5A4AF9E7405}"/>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A1FEBCF0-D955-1E07-5332-ABCCEED5A8CC}"/>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5D076644-8F48-4ACB-42B6-E7E678E07519}"/>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74A41133-1D6B-DABB-AA12-C7D8720928D0}"/>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4CAA0C44-8FBA-0BA7-7253-B9B4C47B50A9}"/>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FA7613B0-70C2-982F-1667-EA1C1407A057}"/>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7DEE1113-9CE0-2D36-4275-84B332D65691}"/>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2D863ABF-5D46-4C44-9235-E562B4B80BD5}"/>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AAD1F59C-3593-FB8F-33C0-32CA13099D6C}"/>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C42E9735-FAE4-E0BE-8E5F-DF8C1AEBE3FC}"/>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325001AB-0243-8BF8-BC71-00644BC6C7E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EF3BD133-09FE-0B53-659B-D67B8D7B16E6}"/>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870B17E1-A775-1201-D5C7-C388A484C025}"/>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B245D7DD-01D3-C9E1-CF00-C961EECC9963}"/>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2EBCF007-AA03-7DA6-4779-0C7300F7FEA1}"/>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12F7A999-B9A3-DDC8-C4D4-68640A350895}"/>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BB6CF451-63C9-BBE1-6B9D-3624D0230E36}"/>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BD594CCD-EB04-A573-C906-6D9222B22585}"/>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E65554B0-5996-E02C-A555-B43AFB3C3097}"/>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8543BCA6-FC62-D988-4B3B-DB28A2878474}"/>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A8257E0D-608A-A302-6B22-CBB1B1363AE0}"/>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F0523451-EDE9-2E94-76D8-DB5CA8BFF69B}"/>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4BE5AB39-C180-C2F7-0BFE-C90A3E7580A0}"/>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2FDFE5D6-F16C-E609-C354-BCE43F68D1CA}"/>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BCE98CEB-EB83-32C7-11E6-A82FBFAFEA9B}"/>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CB890D1C-04DD-D84E-5281-B60FEBD39000}"/>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46C7B22-03EA-03E3-2C43-B558CB1F1CDC}"/>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BDEA4B56-5B73-9ED9-A004-27ADED91428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39A06E48-D8DC-3407-FB71-0123515A5414}"/>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9AFDE2AF-3BC7-E32D-FC4A-C67A5AF6543B}"/>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C1966381-08AF-F6D2-AEAA-F6FE990118C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EC86291-A725-6C60-78B8-C2B2AF0F2712}"/>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54A31A7C-AF70-DB02-40C6-1C8AAD7AB4C9}"/>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E3909FE4-6AFA-97C7-AEFE-14FF2E41CE4E}"/>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75A63C19-A65D-70E9-38E8-F205BC10E38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A22541DE-2E0B-522F-D1DD-EDF18AFA46D9}"/>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3668268C-A61A-FA25-DF69-8D462B456F46}"/>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B9970B2E-E3CC-E2DC-0EA1-642C4F587730}"/>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06EB8E07-F152-2AB7-6F4D-A8F3FAA633D7}"/>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0503CF0C-27E3-0355-80CE-26765A640980}"/>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9DED6DB-7CE9-A5BF-F210-39E21C6C91C3}"/>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AB975B83-85D5-4EE6-A9B5-F47D7E0BBE1A}"/>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CB0D5810-AED1-6F43-9D4F-B1D624864195}"/>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E6495198-9E6A-921E-7BE1-F38FC5FD546E}"/>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2901D3E4-E3F5-7B3F-641B-029448B1A738}"/>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88585567-3645-F978-96DA-3CEF2AFA87E1}"/>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8A5DA573-F712-529F-F9FD-4F7B5A8C2FFE}"/>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2803F51C-A21E-1A86-7AEB-BB44526A21DE}"/>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DDC70B60-FCB9-DBBF-FAE6-02B20A70C59A}"/>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0B210E99-742D-2286-7840-9D58EE6EAD69}"/>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5E6C25D1-450C-7BD7-FCD7-F161F1AC6D16}"/>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1261EF4A-F340-3CD1-BF35-03DF4567310A}"/>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E4F90709-D4DF-AE78-C412-C46FF524F8BD}"/>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837C6E5-1878-BFF6-B39F-2B9154B9E463}"/>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C6438CFD-8252-FEB2-A0FA-FE1C6A787DE8}"/>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0C10DCD5-9B3C-B364-482F-BC796EDFB133}"/>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166F440-88D9-2D18-9B0D-2180A1589031}"/>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D123EE52-1BD4-FD72-E635-1F802671E763}"/>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1106C0C2-1EC6-158A-8314-DE3F7493940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3741E281-1621-BC5A-B5A8-06012E1A0430}"/>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21F04EB8-293D-F992-A7EB-6748E757AF52}"/>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48D72BBB-E4F5-3E3B-9C0D-B3B9F41D72C5}"/>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1A885C05-8526-F3D3-3D31-B02A18DFF581}"/>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B70D9B45-768E-D859-878F-F5EEE3196DE9}"/>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0685095C-E02C-351B-30D3-EDB10F871EF3}"/>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4E9BA60-9B75-4428-40A5-50068A792CB7}"/>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CA25BCF0-17C3-B44E-E51D-E1174FED9734}"/>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9ED8C15C-E6AD-5A9D-D988-2EBF25352536}"/>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0BB1863-B314-0BE2-622F-397E9619C7E3}"/>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DE89D8D0-2521-E037-CCAB-AB4573C0CAE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116CE311-E5DD-7A2D-6B80-84B13F498C16}"/>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C2A6A6A7-2DB6-A115-DBF0-8BEA51EE0B60}"/>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5CAA47BB-A835-620E-0378-234C65F8D615}"/>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D4749395-1D0C-5C9C-37D4-0E3C490D2CE4}"/>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8FF291CF-C00E-4F5C-02C7-CBD875BF708E}"/>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2E5F3FD9-2CDA-0205-8977-EF00AFB65333}"/>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A1041C8E-22FC-4172-8853-EB5205C20A76}"/>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EBF386C3-9AC7-CA3E-4A60-A6471B4A1A70}"/>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A6098B4A-6B55-472F-8A8A-DBE8E9D5B1B6}"/>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CD8D1A7E-53F7-D009-951C-A39879696CD7}"/>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AE6B412C-75A7-6D0C-D037-A6EC3BBA29DF}"/>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D7920312-F1DB-D5E1-313A-3A01C9CDB1A8}"/>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8A83D8DF-B042-97D7-5574-CBC4016CDDBF}"/>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1A1574A7-E7BB-D6AA-7C77-C422F8462316}"/>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8675E49C-8CA8-16D9-01D4-CB8DA3478383}"/>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FCC3EC42-A528-FE70-3F19-30325760A0AC}"/>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62EA0E77-9028-58E2-4FAB-638AB374AC68}"/>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431620-7B98-C77F-BDC1-23A4F00C2CD6}"/>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CE92126F-BCC4-3C3D-2AA0-58F0B3A31EB2}"/>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1A896D5E-C859-A0CD-4992-BA5780BC5BD5}"/>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480E6940-6673-66C2-D112-9544111987FE}"/>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3D91D326-BA1B-C10A-581E-0CF0E9D944A2}"/>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83BAA27D-DF6C-C225-323C-4C087FB739F7}"/>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8D44A01E-0214-DACF-5497-39D48FB91CAA}"/>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E2652D57-DCA4-1999-C79F-EE6F36F40565}"/>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DD65E9B0-8BBE-9664-D1BE-5B310DAB0CC8}"/>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08B0FED8-1DE6-9C4A-BF48-62E9E759BA7B}"/>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4517F738-3BB8-B1AC-E3FF-8CDB08E3A2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E498F1A7-7438-8D6C-03F0-455EE43EEA24}"/>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51FA9C53-418E-9EF4-7E55-CCC6D555B7A7}"/>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03F5013B-6916-3BBD-7E7B-470A1D0C6407}"/>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66D9A0DE-C9D6-11E6-73C2-FD249EFDD3CF}"/>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A649F5AE-2511-40AC-1D1A-7771008633D5}"/>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84BF53CD-094D-B6C1-2A63-1D9E70B250E9}"/>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9045224F-1041-2FFC-B9CD-DC3082FEC1D1}"/>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AE8CBB8F-602C-2D4A-8D0D-D07E87B281D5}"/>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56AD3C53-2B3F-FE0F-2D6A-6B33EC6E73A6}"/>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F3428434-1D19-A04A-08B3-6F8EDDFEDF3B}"/>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30BF43F0-B9D4-6766-6551-BF3E3DAC801C}"/>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69A21F57-169A-4F7C-AE51-C1145AFA7727}"/>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4592D74C-FDBB-D79D-EF16-5EA601AC817A}"/>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F1AF22E1-8C28-8A04-7D5B-71CD9C43856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1B538516-5831-6AAE-E2F4-507174016023}"/>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3697A0E5-C635-C5D4-6463-84610DC36CC9}"/>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BA3C60F3-F820-F6D4-4F43-3AFF046F5877}"/>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52AF3B0-9BF7-F94F-E5AE-BB7A7F2FEF13}"/>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D59DEAF0-471C-4D33-B23F-CCE5728FBCCA}"/>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BEE50BBA-AEC7-85FD-AAA4-CC296B2596C1}"/>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4131058C-6E48-1678-D2B9-87C8BA9A67D6}"/>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8E1F6370-4CA0-AB64-5BB4-C52F850C47F1}"/>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6B0B4BBD-CF02-A2FF-4180-92328E479BBB}"/>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03DB92EF-952C-4799-DB64-93A6B1473A24}"/>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9F0C5D51-8396-28D8-C5D6-51367B881745}"/>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272634C1-6CBC-2451-4D89-BACA5F4C14D0}"/>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0627B5D1-76AA-36A5-0405-ADCCDEC76A8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DDDB1BB8-A66F-41EA-1F62-CCCEB48EC6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6E39B21E-D042-4921-9A56-AC6E715DF51F}"/>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D4BBE212-2279-80FB-CEE9-D93BCD485C58}"/>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08E69EC4-385A-BC10-32AE-0CE86434AC6B}"/>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76FB47C5-6716-0DC0-1F84-91C0386D7E50}"/>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1AB3ACBB-6A9A-3F99-DC9F-6C87A265B197}"/>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6FED9B0-D364-6FDB-55A8-CB592688A32F}"/>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A9716A69-658D-6B25-5BC1-270A8E313E79}"/>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9B6ED684-9768-BAF4-C7E6-56364E9EECB2}"/>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BFE1D2B5-20BC-5294-A7F6-71B1192991D7}"/>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3EC57FC-E570-35BD-AC04-114490BC89E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C02E3F39-58D9-DB21-4DBE-F5ECE7DEEB0E}"/>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94CDACA0-9853-01A8-4280-718EDC6A36E1}"/>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B70D6F2E-0B0F-797C-13ED-9EFDACC4B400}"/>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7AFE43DD-0E88-12BB-0265-022A823E6446}"/>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EA56F1EE-4299-AE74-E254-1B241AB85B65}"/>
              </a:ext>
            </a:extLst>
          </p:cNvPr>
          <p:cNvGrpSpPr/>
          <p:nvPr/>
        </p:nvGrpSpPr>
        <p:grpSpPr>
          <a:xfrm>
            <a:off x="4545641" y="2002862"/>
            <a:ext cx="134697" cy="203420"/>
            <a:chOff x="4100513" y="2257425"/>
            <a:chExt cx="466725" cy="704850"/>
          </a:xfrm>
        </p:grpSpPr>
        <p:sp>
          <p:nvSpPr>
            <p:cNvPr id="3940" name="Candidate_B1__3939">
              <a:extLst>
                <a:ext uri="{FF2B5EF4-FFF2-40B4-BE49-F238E27FC236}">
                  <a16:creationId xmlns:a16="http://schemas.microsoft.com/office/drawing/2014/main" id="{6C2F8672-424B-D254-F6AF-AB913CFF5046}"/>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D3A3B3DB-8D6F-EAFB-BD75-8C32FDD61886}"/>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4E031F34-FB34-2D6D-7290-77D04AAC85CE}"/>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42A80C1B-6613-8E22-5730-C5A6AFCE17AF}"/>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46E02323-0FF8-C410-BAF2-00702896CDEC}"/>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B7BDFF52-5337-D9B8-8088-B39C4B94FB95}"/>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2BB1AAFF-A2FB-6BBA-825A-8266A0DFEBF8}"/>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64F1E2BF-0986-F8E7-B333-A8924C8D5697}"/>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90B4CD71-3F1C-6892-2C43-3B3CE13FD05C}"/>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E2E392E-472D-56A4-7AAE-B7B84631FACB}"/>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78D89C79-CDBF-C9AF-6CE0-B2DB2FC94422}"/>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7A56397E-2AEB-4EE2-C040-F392CA579551}"/>
              </a:ext>
            </a:extLst>
          </p:cNvPr>
          <p:cNvSpPr>
            <a:spLocks noGrp="1"/>
          </p:cNvSpPr>
          <p:nvPr/>
        </p:nvSpPr>
        <p:spPr>
          <a:xfrm>
            <a:off x="4675116" y="2071585"/>
            <a:ext cx="96212" cy="71472"/>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416" b="1" dirty="0">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4CB23180-B747-59C4-C4EB-229892B54127}"/>
              </a:ext>
            </a:extLst>
          </p:cNvPr>
          <p:cNvGrpSpPr/>
          <p:nvPr/>
        </p:nvGrpSpPr>
        <p:grpSpPr>
          <a:xfrm>
            <a:off x="5037698" y="2431693"/>
            <a:ext cx="134697" cy="203420"/>
            <a:chOff x="5805488" y="3743325"/>
            <a:chExt cx="466725" cy="704850"/>
          </a:xfrm>
        </p:grpSpPr>
        <p:sp>
          <p:nvSpPr>
            <p:cNvPr id="3952" name="Candidate_B2__3951">
              <a:extLst>
                <a:ext uri="{FF2B5EF4-FFF2-40B4-BE49-F238E27FC236}">
                  <a16:creationId xmlns:a16="http://schemas.microsoft.com/office/drawing/2014/main" id="{29368BB5-70D4-81D9-4E37-7D9372995C21}"/>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C644913F-1C2D-EDFA-4D80-ABA32600805E}"/>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16B0BD28-B914-6FE5-3209-7884854EAC26}"/>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6734B000-C2F5-4A0E-9BD5-BFF6819F6134}"/>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B2210482-2084-4C4B-4B53-CB850943E6E0}"/>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BB6E5E18-E9E4-3A51-D819-F7465B14BC4A}"/>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0FF71950-9222-AD9C-12D3-0AE1B8D27B9F}"/>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B6845D99-2215-42F3-E147-B43B4F59DF4E}"/>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8E4DEC27-C3F3-62D3-D7C3-F24303EFE404}"/>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D11A726E-3A2B-F723-5A0F-D70985E09472}"/>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608F209C-643A-80F3-B2C1-C77FCA794315}"/>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CB727693-443A-8839-97A3-28C85E3A2354}"/>
              </a:ext>
            </a:extLst>
          </p:cNvPr>
          <p:cNvSpPr>
            <a:spLocks noGrp="1"/>
          </p:cNvSpPr>
          <p:nvPr/>
        </p:nvSpPr>
        <p:spPr>
          <a:xfrm>
            <a:off x="5167172" y="2500416"/>
            <a:ext cx="96212" cy="71472"/>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416" b="1" dirty="0">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801EC41A-11E7-9729-33CE-861646EFD367}"/>
              </a:ext>
            </a:extLst>
          </p:cNvPr>
          <p:cNvGrpSpPr/>
          <p:nvPr/>
        </p:nvGrpSpPr>
        <p:grpSpPr>
          <a:xfrm>
            <a:off x="4713326" y="2526531"/>
            <a:ext cx="134697" cy="162186"/>
            <a:chOff x="4681538" y="4071938"/>
            <a:chExt cx="466725" cy="561975"/>
          </a:xfrm>
        </p:grpSpPr>
        <p:sp>
          <p:nvSpPr>
            <p:cNvPr id="3964" name="Candidate_B3__3963">
              <a:extLst>
                <a:ext uri="{FF2B5EF4-FFF2-40B4-BE49-F238E27FC236}">
                  <a16:creationId xmlns:a16="http://schemas.microsoft.com/office/drawing/2014/main" id="{0F03D8F7-63A0-E8F3-E149-238A1627A370}"/>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1B7F1565-5901-1B0B-78B5-BD7D125D1293}"/>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9EBF60CB-6B16-3B2F-40B5-8AF1CF2C452B}"/>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0C7F8155-672A-2E18-B882-9263CC9FDF86}"/>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DCF44A6-EAEA-FB98-7C7D-706BDE12EF9A}"/>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5A058BCB-17D5-C9C4-8931-C71192983B70}"/>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58B8F477-A017-08BB-3925-6452119CB017}"/>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EC66805D-783A-B74A-63ED-9BB487305127}"/>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37D1EC97-43BB-BECD-ED2A-41128E3D014B}"/>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BF3B118D-217D-3EC5-260A-F9BA211EEABF}"/>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30C352BF-14E3-1E73-A83D-526AE0DDDAC7}"/>
              </a:ext>
            </a:extLst>
          </p:cNvPr>
          <p:cNvSpPr>
            <a:spLocks noGrp="1"/>
          </p:cNvSpPr>
          <p:nvPr/>
        </p:nvSpPr>
        <p:spPr>
          <a:xfrm>
            <a:off x="4852695" y="2564740"/>
            <a:ext cx="96212" cy="71472"/>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416" b="1" dirty="0">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8788C3EB-92D2-D3AF-0F8F-F6369A5E075D}"/>
              </a:ext>
            </a:extLst>
          </p:cNvPr>
          <p:cNvGrpSpPr/>
          <p:nvPr/>
        </p:nvGrpSpPr>
        <p:grpSpPr>
          <a:xfrm>
            <a:off x="4956605" y="1895010"/>
            <a:ext cx="120952" cy="188945"/>
            <a:chOff x="5524500" y="1883718"/>
            <a:chExt cx="419100" cy="654694"/>
          </a:xfrm>
        </p:grpSpPr>
        <p:sp>
          <p:nvSpPr>
            <p:cNvPr id="3975" name="Candidate_B4__3974">
              <a:extLst>
                <a:ext uri="{FF2B5EF4-FFF2-40B4-BE49-F238E27FC236}">
                  <a16:creationId xmlns:a16="http://schemas.microsoft.com/office/drawing/2014/main" id="{4168D1E7-F8CC-12B4-5847-672AC0098ED9}"/>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CA3D7623-7EF1-75F2-1058-B7898DE88C29}"/>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09CD0D20-7B16-6BAA-4C04-8BFAEC68C05A}"/>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5B68526F-DBE7-A770-726B-8FC74976B0A8}"/>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8F744E42-3F35-8BA3-7FC4-2868610D83A2}"/>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D15F1497-6766-AC94-88BD-14152112AFB2}"/>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62CDD6A1-9B91-2095-EA1C-5765F87CCDCD}"/>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7CFF1DB0-255D-5582-3D26-2D2D08E92C50}"/>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8D47C828-14D2-5D2A-6971-F4265997C0C6}"/>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E14D027-46C1-E1B0-95D8-06EAE7FF51A5}"/>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F6E2E9EE-FFD5-5165-FA62-DE60A0CAB45B}"/>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55F4B71F-EA8E-4370-B025-F9225EA7A833}"/>
              </a:ext>
            </a:extLst>
          </p:cNvPr>
          <p:cNvSpPr>
            <a:spLocks noGrp="1"/>
          </p:cNvSpPr>
          <p:nvPr/>
        </p:nvSpPr>
        <p:spPr>
          <a:xfrm>
            <a:off x="5077007" y="1946234"/>
            <a:ext cx="96212" cy="71472"/>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416" b="1" dirty="0">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5E225C6D-7780-7299-6A46-43980B682069}"/>
              </a:ext>
            </a:extLst>
          </p:cNvPr>
          <p:cNvGrpSpPr/>
          <p:nvPr/>
        </p:nvGrpSpPr>
        <p:grpSpPr>
          <a:xfrm>
            <a:off x="4453161" y="2390459"/>
            <a:ext cx="120952" cy="140195"/>
            <a:chOff x="3990975" y="3519488"/>
            <a:chExt cx="419100" cy="485775"/>
          </a:xfrm>
        </p:grpSpPr>
        <p:sp>
          <p:nvSpPr>
            <p:cNvPr id="3987" name="Candidate_B5__3986">
              <a:extLst>
                <a:ext uri="{FF2B5EF4-FFF2-40B4-BE49-F238E27FC236}">
                  <a16:creationId xmlns:a16="http://schemas.microsoft.com/office/drawing/2014/main" id="{7B526E77-534C-34E6-3B86-D4A5D6C00D57}"/>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9921AC66-A12D-51A9-E2A5-7423BC66DD42}"/>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C1B4FAF2-6EF5-C351-1417-222D8E77391C}"/>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64F5749C-3703-7431-7ED1-E7D16C65E30A}"/>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164EDA31-4595-076A-AA3E-9596292B54ED}"/>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C22A3107-238E-B240-3F08-3D5E2E3E954D}"/>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36BC8EB2-52A1-439F-8149-2FAFE6B9CCB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BAD2A07B-14A0-2E5B-4D25-2D09AAD71C47}"/>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84867C60-82F1-886A-9A3E-A761972EA5F7}"/>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7D60235D-F73E-A058-D353-3487D611A857}"/>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sp>
        <p:nvSpPr>
          <p:cNvPr id="3997" name="label__3996">
            <a:extLst>
              <a:ext uri="{FF2B5EF4-FFF2-40B4-BE49-F238E27FC236}">
                <a16:creationId xmlns:a16="http://schemas.microsoft.com/office/drawing/2014/main" id="{C7BEE66F-9CEE-483B-DCDA-902F59C5A73E}"/>
              </a:ext>
            </a:extLst>
          </p:cNvPr>
          <p:cNvSpPr>
            <a:spLocks noGrp="1"/>
          </p:cNvSpPr>
          <p:nvPr/>
        </p:nvSpPr>
        <p:spPr>
          <a:xfrm>
            <a:off x="4579766" y="2486671"/>
            <a:ext cx="96212" cy="71472"/>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347" b="1" dirty="0">
                <a:solidFill>
                  <a:srgbClr val="4F5965"/>
                </a:solidFill>
                <a:latin typeface="Arial"/>
                <a:ea typeface="Arial"/>
                <a:cs typeface="Arial"/>
              </a:rPr>
              <a:t>B5</a:t>
            </a:r>
          </a:p>
        </p:txBody>
      </p:sp>
      <p:grpSp>
        <p:nvGrpSpPr>
          <p:cNvPr id="6223" name="flow_Match">
            <a:extLst>
              <a:ext uri="{FF2B5EF4-FFF2-40B4-BE49-F238E27FC236}">
                <a16:creationId xmlns:a16="http://schemas.microsoft.com/office/drawing/2014/main" id="{A9A32585-026C-338C-7D2A-764558098EBD}"/>
              </a:ext>
            </a:extLst>
          </p:cNvPr>
          <p:cNvGrpSpPr/>
          <p:nvPr/>
        </p:nvGrpSpPr>
        <p:grpSpPr>
          <a:xfrm>
            <a:off x="5290402" y="2280110"/>
            <a:ext cx="244654" cy="32987"/>
            <a:chOff x="7162800" y="3209925"/>
            <a:chExt cx="847725" cy="114300"/>
          </a:xfrm>
        </p:grpSpPr>
        <p:sp>
          <p:nvSpPr>
            <p:cNvPr id="3999" name="flow_Match__3998">
              <a:extLst>
                <a:ext uri="{FF2B5EF4-FFF2-40B4-BE49-F238E27FC236}">
                  <a16:creationId xmlns:a16="http://schemas.microsoft.com/office/drawing/2014/main" id="{852ABC8F-5864-9807-6159-3BD772DB650D}"/>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B3AB4620-E160-2AF2-D1AD-63A5502436F4}"/>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BA22BC6C-6038-8943-C882-42E8A0C2C6CC}"/>
              </a:ext>
            </a:extLst>
          </p:cNvPr>
          <p:cNvSpPr>
            <a:spLocks noGrp="1"/>
          </p:cNvSpPr>
          <p:nvPr/>
        </p:nvSpPr>
        <p:spPr>
          <a:xfrm>
            <a:off x="5262913" y="2178400"/>
            <a:ext cx="299632"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8134BF7D-9F0B-16D3-B55A-A4250E43BB62}"/>
              </a:ext>
            </a:extLst>
          </p:cNvPr>
          <p:cNvSpPr>
            <a:spLocks noGrp="1"/>
          </p:cNvSpPr>
          <p:nvPr/>
        </p:nvSpPr>
        <p:spPr>
          <a:xfrm>
            <a:off x="5790625" y="1931390"/>
            <a:ext cx="365606" cy="288554"/>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DC8357FE-2B24-C126-4CAE-23FACB1282AC}"/>
              </a:ext>
            </a:extLst>
          </p:cNvPr>
          <p:cNvSpPr>
            <a:spLocks noGrp="1"/>
          </p:cNvSpPr>
          <p:nvPr/>
        </p:nvSpPr>
        <p:spPr>
          <a:xfrm>
            <a:off x="5790625" y="2137559"/>
            <a:ext cx="365606" cy="436995"/>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DB06CE5A-AA9D-EA9B-AB0B-541347F0E9AD}"/>
              </a:ext>
            </a:extLst>
          </p:cNvPr>
          <p:cNvSpPr>
            <a:spLocks noGrp="1"/>
          </p:cNvSpPr>
          <p:nvPr/>
        </p:nvSpPr>
        <p:spPr>
          <a:xfrm>
            <a:off x="5790625" y="1950633"/>
            <a:ext cx="365606" cy="420584"/>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83D5FE21-570C-F11E-EFF9-10A6D5FC8789}"/>
              </a:ext>
            </a:extLst>
          </p:cNvPr>
          <p:cNvSpPr>
            <a:spLocks noGrp="1"/>
          </p:cNvSpPr>
          <p:nvPr/>
        </p:nvSpPr>
        <p:spPr>
          <a:xfrm>
            <a:off x="5790625" y="2219943"/>
            <a:ext cx="365606" cy="384931"/>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5ACE9969-F38E-9817-FC52-F0486B377C7E}"/>
              </a:ext>
            </a:extLst>
          </p:cNvPr>
          <p:cNvSpPr>
            <a:spLocks noGrp="1"/>
          </p:cNvSpPr>
          <p:nvPr/>
        </p:nvSpPr>
        <p:spPr>
          <a:xfrm>
            <a:off x="5790625" y="2857775"/>
            <a:ext cx="365606" cy="28"/>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8209940B-2F6A-70E5-8305-93DC5DFEDE09}"/>
              </a:ext>
            </a:extLst>
          </p:cNvPr>
          <p:cNvGrpSpPr/>
          <p:nvPr/>
        </p:nvGrpSpPr>
        <p:grpSpPr>
          <a:xfrm>
            <a:off x="5673796" y="1855795"/>
            <a:ext cx="101710" cy="151191"/>
            <a:chOff x="8386763" y="1747838"/>
            <a:chExt cx="352425" cy="523875"/>
          </a:xfrm>
        </p:grpSpPr>
        <p:sp>
          <p:nvSpPr>
            <p:cNvPr id="4009" name="Match_B1__4008">
              <a:extLst>
                <a:ext uri="{FF2B5EF4-FFF2-40B4-BE49-F238E27FC236}">
                  <a16:creationId xmlns:a16="http://schemas.microsoft.com/office/drawing/2014/main" id="{B2D1575D-6E4B-0179-6283-542D21EC51A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CE755BAE-2381-4B78-E61E-EC59BD692BB5}"/>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AA0386F9-DDE1-0B70-1767-419926257F7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1C640B84-78CC-B532-2598-83C5F94AE1EC}"/>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785495D5-D8E7-7D54-197D-3340EA388E4E}"/>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1D47B23-CAA7-F781-A9EF-469A1AAEC143}"/>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A88A0123-60C6-18BF-EBBE-A32A32108D45}"/>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4E227BD3-CA92-FCC4-36C5-F56B7C6B72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46490362-5E2F-A349-256F-4AD2994A6787}"/>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9C9BFFA3-9C63-E83C-E987-49E87D5A6B0F}"/>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63F788A0-12BF-95DF-E34B-F51C7E71FD4B}"/>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53BF098D-8703-652B-7DA9-85D27B8C5B3C}"/>
              </a:ext>
            </a:extLst>
          </p:cNvPr>
          <p:cNvSpPr>
            <a:spLocks noGrp="1"/>
          </p:cNvSpPr>
          <p:nvPr/>
        </p:nvSpPr>
        <p:spPr>
          <a:xfrm>
            <a:off x="5589954" y="1898403"/>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0F97FD84-1325-E2C5-5C88-80A81F2FAE71}"/>
              </a:ext>
            </a:extLst>
          </p:cNvPr>
          <p:cNvGrpSpPr/>
          <p:nvPr/>
        </p:nvGrpSpPr>
        <p:grpSpPr>
          <a:xfrm>
            <a:off x="5673796" y="2062546"/>
            <a:ext cx="101710" cy="150608"/>
            <a:chOff x="8386763" y="2464230"/>
            <a:chExt cx="352425" cy="521858"/>
          </a:xfrm>
        </p:grpSpPr>
        <p:sp>
          <p:nvSpPr>
            <p:cNvPr id="4021" name="Match_B4__4020">
              <a:extLst>
                <a:ext uri="{FF2B5EF4-FFF2-40B4-BE49-F238E27FC236}">
                  <a16:creationId xmlns:a16="http://schemas.microsoft.com/office/drawing/2014/main" id="{B19F67B6-4386-B186-DF4C-9ACC6D0BEE3E}"/>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838E8E19-653F-F602-8E44-F6F7016112F7}"/>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CAE5FB47-F2C4-13C7-8DD8-84C4B54CA93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6CCC0454-B0B8-8A0E-4F17-E9D7BEA08ADF}"/>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C9D2C5DB-EE21-7A70-EB5A-1C542C98C878}"/>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9149B46B-5AEF-70A6-A7F7-D0CDA231D9C1}"/>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8F98848D-DF0E-EF37-D4B4-A3C8D15A11EA}"/>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4777F5EB-5BE9-75A4-784F-562505A59220}"/>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5AB2BE91-DD31-84E6-91E1-0717EA64EA0B}"/>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2189B34-1FC2-DC27-F5FC-6F79DB97BEA3}"/>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0B3BFA2E-77F6-298D-2175-80D435DA4DEE}"/>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599F6E9C-7B10-FEEE-F12F-020B5F866356}"/>
              </a:ext>
            </a:extLst>
          </p:cNvPr>
          <p:cNvSpPr>
            <a:spLocks noGrp="1"/>
          </p:cNvSpPr>
          <p:nvPr/>
        </p:nvSpPr>
        <p:spPr>
          <a:xfrm>
            <a:off x="5589954" y="2104571"/>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dirty="0">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330BA1B8-BADA-ADE0-0586-C740DA4D97D9}"/>
              </a:ext>
            </a:extLst>
          </p:cNvPr>
          <p:cNvGrpSpPr/>
          <p:nvPr/>
        </p:nvGrpSpPr>
        <p:grpSpPr>
          <a:xfrm>
            <a:off x="5673796" y="2312115"/>
            <a:ext cx="101710" cy="118204"/>
            <a:chOff x="8386763" y="3328988"/>
            <a:chExt cx="352425" cy="409575"/>
          </a:xfrm>
        </p:grpSpPr>
        <p:sp>
          <p:nvSpPr>
            <p:cNvPr id="4033" name="Match_B3__4032">
              <a:extLst>
                <a:ext uri="{FF2B5EF4-FFF2-40B4-BE49-F238E27FC236}">
                  <a16:creationId xmlns:a16="http://schemas.microsoft.com/office/drawing/2014/main" id="{B0B27853-7555-F7C4-6DBD-245BD450255B}"/>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67ABD126-5872-DC89-2960-4FBE21157B92}"/>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B578EF91-F358-F303-9025-DA0DBE9B6FF4}"/>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DA75837-DBA0-F22A-1195-182C4D77174E}"/>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48EAF361-8D47-C739-9148-17E673E9FC58}"/>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5E487379-E22E-9D35-7641-7B0167DE32E5}"/>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A25F98CA-047D-D5FB-EAED-D39726CF5B7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669A50D3-D587-5385-968A-C6AB5F31D6BB}"/>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C9F357EC-65E4-95DB-FDFE-55A0E535B5F6}"/>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8D55993E-E444-C246-6C97-C4EE71C4E32D}"/>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C0E7006B-0B1C-8BFF-5EEF-ED195F43F60A}"/>
              </a:ext>
            </a:extLst>
          </p:cNvPr>
          <p:cNvSpPr>
            <a:spLocks noGrp="1"/>
          </p:cNvSpPr>
          <p:nvPr/>
        </p:nvSpPr>
        <p:spPr>
          <a:xfrm>
            <a:off x="5589954" y="2338230"/>
            <a:ext cx="87965" cy="65974"/>
          </a:xfrm>
          <a:prstGeom prst="rect">
            <a:avLst/>
          </a:prstGeom>
          <a:noFill/>
          <a:ln w="0">
            <a:noFill/>
          </a:ln>
        </p:spPr>
        <p:txBody>
          <a:bodyPr wrap="none" lIns="0" tIns="0" rIns="0" bIns="0" anchor="ctr">
            <a:noAutofit/>
          </a:bodyPr>
          <a:lstStyle/>
          <a:p>
            <a:pPr algn="ctr"/>
            <a:r>
              <a:rPr sz="442" dirty="0">
                <a:solidFill>
                  <a:srgbClr val="687780"/>
                </a:solidFill>
                <a:latin typeface="Arial"/>
                <a:cs typeface="Arial"/>
              </a:rPr>
              <a:t>B3</a:t>
            </a:r>
          </a:p>
        </p:txBody>
      </p:sp>
      <p:grpSp>
        <p:nvGrpSpPr>
          <p:cNvPr id="6228" name="Match_B2">
            <a:extLst>
              <a:ext uri="{FF2B5EF4-FFF2-40B4-BE49-F238E27FC236}">
                <a16:creationId xmlns:a16="http://schemas.microsoft.com/office/drawing/2014/main" id="{D33BDB89-6DCA-663D-D4BA-36BB243FDBE1}"/>
              </a:ext>
            </a:extLst>
          </p:cNvPr>
          <p:cNvGrpSpPr/>
          <p:nvPr/>
        </p:nvGrpSpPr>
        <p:grpSpPr>
          <a:xfrm>
            <a:off x="5673796" y="2529279"/>
            <a:ext cx="101710" cy="151191"/>
            <a:chOff x="8386763" y="4081463"/>
            <a:chExt cx="352425" cy="523875"/>
          </a:xfrm>
        </p:grpSpPr>
        <p:sp>
          <p:nvSpPr>
            <p:cNvPr id="4044" name="Match_B2__4043">
              <a:extLst>
                <a:ext uri="{FF2B5EF4-FFF2-40B4-BE49-F238E27FC236}">
                  <a16:creationId xmlns:a16="http://schemas.microsoft.com/office/drawing/2014/main" id="{6DD024AB-D1A6-4661-EA25-BBC49B60A5D6}"/>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09E9F892-5ABD-8427-B995-66ECCCEFD354}"/>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A6D2F27A-A87D-E767-3BD1-F09162071512}"/>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6C7D1BC0-7A44-B72E-E08A-BB2BBDDE01D9}"/>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0EFC79B2-0273-EB90-95D1-1FCE136F2A84}"/>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C8634DE4-6940-22DD-C5EF-615D0F372C11}"/>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1FE4625F-E79A-928C-5BB0-CB876DF29782}"/>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B4AC02B0-A56E-CA87-6EB8-3B0A16231EE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64ED86DB-3D3A-AFED-7C8A-CF540635F537}"/>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2E11F35-E947-64F5-1184-FEB46C1AA68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06443A4-462A-155C-7F8B-585CA0E49366}"/>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E577FCB8-707A-7159-76D0-B1E0BA737C71}"/>
              </a:ext>
            </a:extLst>
          </p:cNvPr>
          <p:cNvSpPr>
            <a:spLocks noGrp="1"/>
          </p:cNvSpPr>
          <p:nvPr/>
        </p:nvSpPr>
        <p:spPr>
          <a:xfrm>
            <a:off x="5589954" y="2571887"/>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dirty="0">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2A963DF5-2F0F-C49C-F58E-185B7C88887D}"/>
              </a:ext>
            </a:extLst>
          </p:cNvPr>
          <p:cNvGrpSpPr/>
          <p:nvPr/>
        </p:nvGrpSpPr>
        <p:grpSpPr>
          <a:xfrm>
            <a:off x="5673796" y="2798673"/>
            <a:ext cx="101710" cy="118204"/>
            <a:chOff x="8386763" y="5014913"/>
            <a:chExt cx="352425" cy="409575"/>
          </a:xfrm>
        </p:grpSpPr>
        <p:sp>
          <p:nvSpPr>
            <p:cNvPr id="4056" name="Match_B5__4055">
              <a:extLst>
                <a:ext uri="{FF2B5EF4-FFF2-40B4-BE49-F238E27FC236}">
                  <a16:creationId xmlns:a16="http://schemas.microsoft.com/office/drawing/2014/main" id="{E00F0C09-33E8-68FA-45D9-AD06A3FF6FB5}"/>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02E7DAA7-D4A1-714F-F67D-FCDFB11079B5}"/>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19ECC3A0-214B-0D76-A6CA-D397AF561FAC}"/>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6581107E-DA34-9418-8D3E-96F649D8C965}"/>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B4CFA6AF-FF39-5CE3-26CC-D41A8A9EE1FB}"/>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505E9EC4-3C88-B0BF-3FEA-959D3EB9AE0A}"/>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26D6E6E2-E7D0-2A1F-661A-136EE876F56A}"/>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03C1690F-CC51-5007-BB72-D8A777262CA6}"/>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9518143C-6D18-9991-0CBA-BE06E6EFC81B}"/>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29CBEC6C-A903-AB9D-4611-8768B9604F87}"/>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3EBB03-4A87-0F3F-FA2C-B7250353EDE3}"/>
              </a:ext>
            </a:extLst>
          </p:cNvPr>
          <p:cNvGrpSpPr/>
          <p:nvPr/>
        </p:nvGrpSpPr>
        <p:grpSpPr>
          <a:xfrm>
            <a:off x="5589954" y="1758208"/>
            <a:ext cx="1109384" cy="1132554"/>
            <a:chOff x="8096250" y="1409700"/>
            <a:chExt cx="3844015" cy="3924300"/>
          </a:xfrm>
        </p:grpSpPr>
        <p:sp>
          <p:nvSpPr>
            <p:cNvPr id="4066" name="label__4065">
              <a:extLst>
                <a:ext uri="{FF2B5EF4-FFF2-40B4-BE49-F238E27FC236}">
                  <a16:creationId xmlns:a16="http://schemas.microsoft.com/office/drawing/2014/main" id="{C74191E7-171C-9EBB-8ED2-6B228CA2BCB3}"/>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r>
                <a:rPr sz="442" dirty="0">
                  <a:solidFill>
                    <a:srgbClr val="687780"/>
                  </a:solidFill>
                  <a:latin typeface="Arial"/>
                  <a:cs typeface="Arial"/>
                </a:rPr>
                <a:t>B5</a:t>
              </a:r>
            </a:p>
          </p:txBody>
        </p:sp>
        <p:sp>
          <p:nvSpPr>
            <p:cNvPr id="4067" name="label__4066">
              <a:extLst>
                <a:ext uri="{FF2B5EF4-FFF2-40B4-BE49-F238E27FC236}">
                  <a16:creationId xmlns:a16="http://schemas.microsoft.com/office/drawing/2014/main" id="{7B38EB5C-A5F9-5993-B8B6-6A33DF7598DA}"/>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520" dirty="0">
                  <a:solidFill>
                    <a:srgbClr val="263442"/>
                  </a:solidFill>
                  <a:latin typeface="Arial"/>
                  <a:ea typeface="Arial"/>
                  <a:cs typeface="Arial"/>
                </a:rPr>
                <a:t>SMILES</a:t>
              </a:r>
              <a:endParaRPr sz="520"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1E276507-7FAB-38D7-C5F1-2B98A69805AD}"/>
              </a:ext>
            </a:extLst>
          </p:cNvPr>
          <p:cNvGrpSpPr/>
          <p:nvPr/>
        </p:nvGrpSpPr>
        <p:grpSpPr>
          <a:xfrm>
            <a:off x="6220144" y="1890486"/>
            <a:ext cx="340316" cy="154434"/>
            <a:chOff x="10279856" y="1868043"/>
            <a:chExt cx="1179195" cy="535115"/>
          </a:xfrm>
        </p:grpSpPr>
        <p:sp>
          <p:nvSpPr>
            <p:cNvPr id="4068" name="Identity_yellow__4067">
              <a:extLst>
                <a:ext uri="{FF2B5EF4-FFF2-40B4-BE49-F238E27FC236}">
                  <a16:creationId xmlns:a16="http://schemas.microsoft.com/office/drawing/2014/main" id="{C8E78F41-A0C2-9CB8-BBDB-89BDE077516B}"/>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5105A75-FCFF-84BB-4F88-C38F5E2C6CD7}"/>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A1E33692-FB52-4D15-4093-7BE883F709EF}"/>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3E6C8710-DA30-6F48-EF61-B08030E8FC5B}"/>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4D75A15E-3D97-FA72-2FA4-9D9E94BDDB99}"/>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E8A6E74B-84D4-B6D3-CFEC-6F5E676E99AD}"/>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D7081234-1F74-7147-D741-E5359E8E302D}"/>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8AD99EF6-6771-F7B2-936A-57076399F7D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C29DE565-4EB1-257A-EE28-E3128E93A965}"/>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97891BAC-1007-E549-4E71-B092AD8FB4CB}"/>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518619E3-F859-4BD5-4D44-E1CE92D358B3}"/>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D085297A-72A0-2312-1221-13738FCD90AD}"/>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A5AEF0B5-816C-A5A0-35F1-2C419AACF612}"/>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59CC67A7-23B2-B616-43AA-A15F4CEB692C}"/>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695BE471-6FD0-7979-C949-3DCA0CFEA56E}"/>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C514B270-644C-CF6C-7494-F9AD6DE7A8CD}"/>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D4A764F9-D3E8-B745-4829-5992E622EECA}"/>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4CD283E5-0D1F-87A5-292A-A624F899715F}"/>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E08BFE2F-4E01-34C6-FA1F-D2343471FD18}"/>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5FC74ADD-C115-395D-0E29-CBA88E6BB875}"/>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E44EBF09-0499-0D07-323A-30C58A71B8E9}"/>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D8B1B3EA-76AD-6A38-0315-ACEFCFD7BFFE}"/>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AE183CCE-7053-BA75-1219-06D743D94244}"/>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BC4E4407-812E-55A2-2CEA-25A0349F19EB}"/>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1A0ED203-4CA2-5B6C-CF4B-810A34223C37}"/>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413B7E7D-22C2-1E87-861B-8F35D5301DB8}"/>
              </a:ext>
            </a:extLst>
          </p:cNvPr>
          <p:cNvGrpSpPr/>
          <p:nvPr/>
        </p:nvGrpSpPr>
        <p:grpSpPr>
          <a:xfrm>
            <a:off x="6228017" y="2165377"/>
            <a:ext cx="378251" cy="120292"/>
            <a:chOff x="10290810" y="2706243"/>
            <a:chExt cx="1310640" cy="416814"/>
          </a:xfrm>
        </p:grpSpPr>
        <p:sp>
          <p:nvSpPr>
            <p:cNvPr id="4093" name="Identity_green__4092">
              <a:extLst>
                <a:ext uri="{FF2B5EF4-FFF2-40B4-BE49-F238E27FC236}">
                  <a16:creationId xmlns:a16="http://schemas.microsoft.com/office/drawing/2014/main" id="{18CF6C70-FBDD-7008-5A06-7775FC1A52B4}"/>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5E11363B-A240-0BFE-4FB0-8C0AC6B0C1E5}"/>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066B98B9-9FD2-5702-A013-27E9E920AB64}"/>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20FECEBA-442C-E246-C29B-40641AF98F17}"/>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F509F3A5-A978-583B-1F00-5BA0196F05CB}"/>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D3CEDF70-EFCB-0F14-D707-86548D5119F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C6AC8D7C-EDE2-C1D8-C9C5-6FB619F11B05}"/>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ADBFE56F-0B9F-957B-0A0A-B7C4CF77D5C4}"/>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89A4E768-88D9-186C-FFB8-41FBFA215CAF}"/>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C75BB4A8-D633-A106-0836-32BF7C97E680}"/>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9A548DEA-5DD7-BBD7-41B4-1C4B51BE9A1F}"/>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4098CD9C-1ED7-38D4-7838-0B4B2401E03B}"/>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46EA30C3-7547-53F7-3B97-AC88C7CC89A7}"/>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650CBCFF-6906-B71D-929F-F0F9F1245169}"/>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3796CA96-E4DF-9EE5-C45F-1AB95310F28B}"/>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3EC85001-A4F3-8250-C433-02E7D57A2E68}"/>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74773C1B-8DF5-2177-8260-C3289BF43C61}"/>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FB6ECB5F-E396-F4B7-7022-DB26E28F250F}"/>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6E9C2AE4-5E03-9A47-FBCC-C5234D6ACC27}"/>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BF92BE09-CD62-6F1B-6F73-F47D191078FB}"/>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39142CA4-4AE4-C006-28E4-BE12D1AFA6E1}"/>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D7A28039-6D27-4095-EF9F-71E7EFBD0CEB}"/>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A4AD1C5-2575-4A7A-128B-CCF66B7D0344}"/>
              </a:ext>
            </a:extLst>
          </p:cNvPr>
          <p:cNvGrpSpPr/>
          <p:nvPr/>
        </p:nvGrpSpPr>
        <p:grpSpPr>
          <a:xfrm>
            <a:off x="6223304" y="2539038"/>
            <a:ext cx="327671" cy="131673"/>
            <a:chOff x="10268903" y="4221480"/>
            <a:chExt cx="1135380" cy="456248"/>
          </a:xfrm>
        </p:grpSpPr>
        <p:sp>
          <p:nvSpPr>
            <p:cNvPr id="4115" name="Identity_red__4114">
              <a:extLst>
                <a:ext uri="{FF2B5EF4-FFF2-40B4-BE49-F238E27FC236}">
                  <a16:creationId xmlns:a16="http://schemas.microsoft.com/office/drawing/2014/main" id="{4EEA61A2-867E-8A44-1705-51E41912275D}"/>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1FB6391C-4D30-B4A8-3474-344DF9579503}"/>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11B5F2B1-ED42-E369-466E-B5184082968D}"/>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4F3C8F16-DB29-3BB8-F60E-4B34937A7D3A}"/>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2D0C0ACD-DB9A-B05E-6F39-1F38F5B136E0}"/>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C21A7B22-3C4D-0A11-64AE-DAEAC4A99E4A}"/>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78EC96A5-5F12-4EFB-C2D2-CF86E8D5303E}"/>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A971A6E5-8A9C-3BB3-04D4-BAF356D1C2EE}"/>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C45BB8A5-D15F-5368-9F80-B0D5E2B46796}"/>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C9EFBB65-0AC7-9380-1794-BDCEC8533700}"/>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BE7B1C5-BDC6-649F-B7A4-9AE81CC3A65A}"/>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E86E951B-83C0-5324-93C4-771DA6AA54DB}"/>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D44FCDDB-521D-0DCE-079E-EE08EE526452}"/>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DA7415F9-D247-96D9-2F17-F910F7157FA8}"/>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E3025A1E-364E-018D-C919-F8D76C5B3002}"/>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A10B1C9-B2AE-BB40-D90A-8EA37433B1FF}"/>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3AE0D123-0329-E786-C989-BB9C165CB062}"/>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5A7970EE-E096-A290-BAC1-922DDF422696}"/>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0B9E1BA0-35F2-1EAD-EC8D-3F5E5D05DAA0}"/>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A21BECE4-6E9C-7534-E473-14E369509567}"/>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2F8167F8-6FAA-D252-98CF-05B411A5B17C}"/>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945B7C97-38D5-4C43-5462-956A0DBCB589}"/>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549E3CA6-3388-9EEE-6226-E91C6460FE4D}"/>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E2C0ED76-F9AA-FC7A-8DCB-8BB02C7B1DDF}"/>
              </a:ext>
            </a:extLst>
          </p:cNvPr>
          <p:cNvGrpSpPr/>
          <p:nvPr/>
        </p:nvGrpSpPr>
        <p:grpSpPr>
          <a:xfrm>
            <a:off x="6067896" y="2311918"/>
            <a:ext cx="594449" cy="753083"/>
            <a:chOff x="9752317" y="3328303"/>
            <a:chExt cx="2059767" cy="2609433"/>
          </a:xfrm>
        </p:grpSpPr>
        <p:sp>
          <p:nvSpPr>
            <p:cNvPr id="4138" name="label__4137">
              <a:extLst>
                <a:ext uri="{FF2B5EF4-FFF2-40B4-BE49-F238E27FC236}">
                  <a16:creationId xmlns:a16="http://schemas.microsoft.com/office/drawing/2014/main" id="{DAC5B051-F797-45BE-061C-4AD1A884FEF9}"/>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468" dirty="0">
                  <a:solidFill>
                    <a:srgbClr val="50B982"/>
                  </a:solidFill>
                  <a:latin typeface="Arial"/>
                  <a:ea typeface="Arial"/>
                  <a:cs typeface="Arial"/>
                </a:rPr>
                <a:t>(</a:t>
              </a:r>
              <a:r>
                <a:rPr sz="468" dirty="0">
                  <a:solidFill>
                    <a:srgbClr val="50B982"/>
                  </a:solidFill>
                  <a:latin typeface="Arial"/>
                  <a:ea typeface="Arial"/>
                  <a:cs typeface="Arial"/>
                </a:rPr>
                <a:t>Same identity</a:t>
              </a:r>
              <a:r>
                <a:rPr lang="en-US" sz="468" dirty="0">
                  <a:solidFill>
                    <a:srgbClr val="50B982"/>
                  </a:solidFill>
                  <a:latin typeface="Arial"/>
                  <a:ea typeface="Arial"/>
                  <a:cs typeface="Arial"/>
                </a:rPr>
                <a:t>)</a:t>
              </a:r>
              <a:endParaRPr sz="468"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32917BDA-EC55-7FFF-453F-B896B6594BC9}"/>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779"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62A7C41A-6FDE-3B36-2613-ECB6192A9EE4}"/>
                </a:ext>
              </a:extLst>
            </p:cNvPr>
            <p:cNvSpPr>
              <a:spLocks noGrp="1"/>
            </p:cNvSpPr>
            <p:nvPr/>
          </p:nvSpPr>
          <p:spPr>
            <a:xfrm>
              <a:off x="10271761" y="5406120"/>
              <a:ext cx="1540323" cy="257177"/>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468" dirty="0">
                  <a:solidFill>
                    <a:srgbClr val="5C6570"/>
                  </a:solidFill>
                  <a:latin typeface="Arial"/>
                  <a:ea typeface="Arial"/>
                  <a:cs typeface="Arial"/>
                </a:rPr>
                <a:t>(False positive)</a:t>
              </a:r>
              <a:endParaRPr sz="468" dirty="0">
                <a:solidFill>
                  <a:srgbClr val="5C6570"/>
                </a:solidFill>
                <a:latin typeface="Arial"/>
                <a:ea typeface="Arial"/>
                <a:cs typeface="Arial"/>
              </a:endParaRPr>
            </a:p>
          </p:txBody>
        </p:sp>
      </p:grpSp>
      <p:sp>
        <p:nvSpPr>
          <p:cNvPr id="4145" name="label__4144">
            <a:extLst>
              <a:ext uri="{FF2B5EF4-FFF2-40B4-BE49-F238E27FC236}">
                <a16:creationId xmlns:a16="http://schemas.microsoft.com/office/drawing/2014/main" id="{42B7B582-4E61-94D7-FCAC-3EC648521BF5}"/>
              </a:ext>
            </a:extLst>
          </p:cNvPr>
          <p:cNvSpPr>
            <a:spLocks noGrp="1"/>
          </p:cNvSpPr>
          <p:nvPr/>
        </p:nvSpPr>
        <p:spPr>
          <a:xfrm>
            <a:off x="6685437" y="2176044"/>
            <a:ext cx="219913"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D4B6AAED-A4D4-E170-17F8-1273924781EF}"/>
              </a:ext>
            </a:extLst>
          </p:cNvPr>
          <p:cNvSpPr>
            <a:spLocks noGrp="1"/>
          </p:cNvSpPr>
          <p:nvPr/>
        </p:nvSpPr>
        <p:spPr>
          <a:xfrm>
            <a:off x="6894668" y="1967126"/>
            <a:ext cx="514048" cy="184178"/>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520"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520" b="1" dirty="0">
                <a:solidFill>
                  <a:srgbClr val="263442"/>
                </a:solidFill>
                <a:latin typeface="Arial"/>
                <a:cs typeface="Arial"/>
              </a:rPr>
              <a:t>Docking tools</a:t>
            </a:r>
            <a:endParaRPr sz="520" b="1" dirty="0">
              <a:solidFill>
                <a:srgbClr val="263442"/>
              </a:solidFill>
              <a:latin typeface="Arial"/>
              <a:cs typeface="Arial"/>
            </a:endParaRPr>
          </a:p>
        </p:txBody>
      </p:sp>
      <p:sp>
        <p:nvSpPr>
          <p:cNvPr id="4147" name="Builder_divider__4146">
            <a:extLst>
              <a:ext uri="{FF2B5EF4-FFF2-40B4-BE49-F238E27FC236}">
                <a16:creationId xmlns:a16="http://schemas.microsoft.com/office/drawing/2014/main" id="{8D883126-D6C8-8EB4-50EE-5FA7106EED0A}"/>
              </a:ext>
            </a:extLst>
          </p:cNvPr>
          <p:cNvSpPr>
            <a:spLocks noGrp="1"/>
          </p:cNvSpPr>
          <p:nvPr/>
        </p:nvSpPr>
        <p:spPr>
          <a:xfrm>
            <a:off x="6912732" y="2187039"/>
            <a:ext cx="456321" cy="28"/>
          </a:xfrm>
          <a:custGeom>
            <a:avLst/>
            <a:gdLst/>
            <a:ahLst/>
            <a:cxnLst/>
            <a:rect l="0" t="0" r="0" b="0"/>
            <a:pathLst>
              <a:path w="1581150" h="95">
                <a:moveTo>
                  <a:pt x="0" y="0"/>
                </a:moveTo>
                <a:lnTo>
                  <a:pt x="1581150" y="0"/>
                </a:lnTo>
              </a:path>
            </a:pathLst>
          </a:custGeom>
          <a:noFill/>
          <a:ln w="9525">
            <a:solidFill>
              <a:srgbClr val="D2D9DE"/>
            </a:solidFill>
          </a:ln>
        </p:spPr>
      </p:sp>
      <p:sp>
        <p:nvSpPr>
          <p:cNvPr id="4148" name="label__4147">
            <a:extLst>
              <a:ext uri="{FF2B5EF4-FFF2-40B4-BE49-F238E27FC236}">
                <a16:creationId xmlns:a16="http://schemas.microsoft.com/office/drawing/2014/main" id="{CBB58BC5-8BB4-D2DC-ADDE-05B0EC7ABBB9}"/>
              </a:ext>
            </a:extLst>
          </p:cNvPr>
          <p:cNvSpPr>
            <a:spLocks noGrp="1"/>
          </p:cNvSpPr>
          <p:nvPr/>
        </p:nvSpPr>
        <p:spPr>
          <a:xfrm>
            <a:off x="6879745" y="2157039"/>
            <a:ext cx="525043" cy="497554"/>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468" dirty="0" err="1">
                <a:solidFill>
                  <a:srgbClr val="687780"/>
                </a:solidFill>
                <a:latin typeface="Arial"/>
                <a:ea typeface="Arial"/>
                <a:cs typeface="Arial"/>
              </a:rPr>
              <a:t>PocketXMol</a:t>
            </a:r>
            <a:endParaRPr sz="468" dirty="0">
              <a:solidFill>
                <a:srgbClr val="687780"/>
              </a:solidFill>
              <a:latin typeface="Arial"/>
              <a:ea typeface="Arial"/>
              <a:cs typeface="Arial"/>
            </a:endParaRPr>
          </a:p>
          <a:p>
            <a:pPr algn="ctr">
              <a:defRPr sz="1500" b="0">
                <a:solidFill>
                  <a:srgbClr val="687780"/>
                </a:solidFill>
                <a:latin typeface="Arial"/>
                <a:ea typeface="Arial"/>
                <a:cs typeface="Arial"/>
              </a:defRPr>
            </a:pPr>
            <a:r>
              <a:rPr sz="468" dirty="0" err="1">
                <a:solidFill>
                  <a:srgbClr val="687780"/>
                </a:solidFill>
                <a:latin typeface="Arial"/>
                <a:ea typeface="Arial"/>
                <a:cs typeface="Arial"/>
              </a:rPr>
              <a:t>Surflex</a:t>
            </a:r>
            <a:r>
              <a:rPr sz="468"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a:t>
            </a:r>
          </a:p>
        </p:txBody>
      </p:sp>
      <p:grpSp>
        <p:nvGrpSpPr>
          <p:cNvPr id="6239" name="Build：输出背景密度">
            <a:extLst>
              <a:ext uri="{FF2B5EF4-FFF2-40B4-BE49-F238E27FC236}">
                <a16:creationId xmlns:a16="http://schemas.microsoft.com/office/drawing/2014/main" id="{47751F03-6B66-5D17-0890-E7C3C47E0B09}"/>
              </a:ext>
            </a:extLst>
          </p:cNvPr>
          <p:cNvGrpSpPr/>
          <p:nvPr/>
        </p:nvGrpSpPr>
        <p:grpSpPr>
          <a:xfrm>
            <a:off x="7411466" y="1987177"/>
            <a:ext cx="615757" cy="732344"/>
            <a:chOff x="14763750" y="2203077"/>
            <a:chExt cx="2133600" cy="2537571"/>
          </a:xfrm>
        </p:grpSpPr>
        <p:sp>
          <p:nvSpPr>
            <p:cNvPr id="4152" name="Output_density__4151">
              <a:extLst>
                <a:ext uri="{FF2B5EF4-FFF2-40B4-BE49-F238E27FC236}">
                  <a16:creationId xmlns:a16="http://schemas.microsoft.com/office/drawing/2014/main" id="{FAFED2E8-E5B1-EFE0-B281-5B6AF64BB25F}"/>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812F70DF-FEA5-4EFD-9A9B-82F3ACF2613A}"/>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174AEDCC-FCB9-138C-8079-11F35E51C6BF}"/>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710E72BE-01A4-23F5-C30E-AD57834D4AC8}"/>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3020CCB5-950B-C2EF-80C5-932744DDAEFD}"/>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7760E5C1-2908-6AD4-310A-36D714A4ACA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06D9485F-E77E-C6B0-3574-58B438DBFC63}"/>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19C05739-2FD4-879C-10D1-DC3E2018E028}"/>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B3A5AD4D-DB59-D51C-7A52-BD54464334E2}"/>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66014EC7-4DA4-D8CD-4BF0-9750ADC7B76D}"/>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BA8A211C-C1CA-5002-C844-70C19EDE043C}"/>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7D3970F4-9D4D-02A9-E655-2ADD1950470C}"/>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CC14450E-E07C-3350-AB53-320DA621DDCD}"/>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5879C2C9-A2E4-6F6E-22CE-FE51ED2EFDD9}"/>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D213174A-9910-BA05-B4D7-4AA26EB31CF2}"/>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9C9F4B07-D273-6A1C-5F33-4665E1207E52}"/>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57F90F67-1CAC-124C-D01F-74B69664FF7F}"/>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C058ECDB-1DB7-4A9C-A6E2-D7E0DCE21AF7}"/>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BB4F461B-4375-1256-BAAC-7E9583585FDA}"/>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37E3076F-FEA8-17AD-94AF-5FDAF8B11D3B}"/>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7AB13904-D828-DD8D-1A61-5794BF092783}"/>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A2EC0B52-7FBE-BB6D-C672-16C4CDECB145}"/>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2DF5F190-9A94-C900-309D-3AF2AAC90116}"/>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252BBEC2-DD35-DDE8-6D6A-9EAB79C487E4}"/>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C1F8987B-3A81-8C55-55AE-D212414B5E21}"/>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97C6AE0E-AECB-2C7A-65B7-208EA3BE26F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1B2A4602-EAF2-5DE6-0D51-32F33ACFE5F3}"/>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207E768F-E81E-B26B-04E7-5FC24533B59B}"/>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016DED40-B872-573A-EDF5-3613796F720F}"/>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092717B9-DA4F-8F5B-316B-E273960EFD89}"/>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FCF3A6DB-061A-370B-02CE-AB5C260CEC39}"/>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DF76DC75-72C3-89CE-E12E-80C264E388A3}"/>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EAB82193-A21A-9700-8B95-5509D3210E31}"/>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DBB96772-9C3C-7FB5-EDC8-DD10B35FDF24}"/>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B381CA54-9790-95AA-774F-D8AB09CDBB2E}"/>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89DD7FC6-ACB2-8491-9D2A-E013D447D2C5}"/>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BBCA59FF-20F1-D028-81CF-48A002CCAD87}"/>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0904A33-906D-E138-E501-C952764F5796}"/>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687D0894-5CF4-C748-2A41-077FE032782D}"/>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28FF0390-56CA-2282-6DEC-4DD3081B28AE}"/>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F1B7487-0DC1-07AB-1763-288D307CBA2F}"/>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BE2ABAE7-3D5F-00C8-DFF9-E06F1968788D}"/>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1BD2E2E6-22A8-A4A4-314B-43DE977B6BB4}"/>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7AF6C02-2502-324A-478A-06B7B9B64249}"/>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F08682DE-5C25-C8C4-E078-2BDDB1F63E4F}"/>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57D20C9F-54A2-3F98-41C2-7768987A4F6A}"/>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08D5518B-2795-393A-CB63-75B0A7012AD7}"/>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FE406506-32D7-C0FB-0E9A-292963DE4399}"/>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2A0AB0BC-DCCB-F84C-8AEF-3D7404392226}"/>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096F1D52-EE09-1399-C28C-9DED041FFB00}"/>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8958E534-9425-E136-4CFD-F784AF554FA2}"/>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524DF03E-CECD-8193-9F59-8C1AADA296A8}"/>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46B4DC94-465B-FD96-E42D-C0F0C639DCF7}"/>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7C328B9B-DE9D-72B2-5053-B18A86EA80AA}"/>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ADA7456F-0562-DE21-F306-704EB25196BD}"/>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D1C42F07-1479-40A7-7F73-D812EF61568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AA0BE097-2223-714C-371C-CB2E38FF3027}"/>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DE00E993-78AA-2F3F-BF08-5EF920CCD956}"/>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459DD87F-C576-5024-F386-751F2A00D34D}"/>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A88134D6-14D1-181C-8DB1-56F91ABB1361}"/>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2829802D-5808-9404-BE72-E526F9C93DEC}"/>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A87BF23E-344C-DEB5-4640-0E3814037349}"/>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637523DB-7DEC-33A1-92FA-C1B1A9A77ACF}"/>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029CE28D-B8A8-A3D2-08D3-D305FD260E6C}"/>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72013142-573B-1828-7EBF-85941288B939}"/>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8177785E-2260-021B-78AB-F33CD21D8A0C}"/>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1AF384D8-5827-BEB0-DC9B-AE4CCFC76BCB}"/>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C66173F7-1578-0B5B-F298-476B381F9159}"/>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D4384305-43B3-F0AA-324B-FDF57A1707CD}"/>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CD16D05-B2AD-CDEB-5758-931E878ADF20}"/>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CFFBC09C-E887-7E4F-F114-D5BE5F32F925}"/>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B843B912-85E3-F660-7E4E-A636D8184762}"/>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C2503D61-BAD8-B515-CC5A-0DD68821C633}"/>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21B699B8-26BD-521D-F9AB-42FC8381ABB8}"/>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8FC1F54D-2BB5-0065-D6C0-67FC6563D8D5}"/>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76A2186A-2710-5860-8D40-0403E1632831}"/>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9AF45804-A60B-B4B9-8E18-A39B1310A810}"/>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7586DB04-E709-CE11-7F8D-BA645F491C67}"/>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EBCB505A-624F-88E1-4F8C-5C2171E34FDF}"/>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852A08E2-A47E-6FD6-2D96-B4CC8FFE9069}"/>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7B00DB9F-F825-99AA-246B-F7F6A894DA0D}"/>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4923DDC7-8628-2014-9BB6-BBF8E61E9A68}"/>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2C87DBFE-8978-B975-47BE-6B4C74B03BA2}"/>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F8B5D861-860E-69D6-F52A-1F294D0EDE8E}"/>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DDF9B992-21B5-DBBB-2BFD-B7403ED15B9A}"/>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62DD1BB0-B4C7-C7CA-FEE0-EEF5DAD61AFE}"/>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74092B36-DE38-78DC-D080-2B4D31CDD4A7}"/>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009EE693-F554-D957-7C8E-F08E89875532}"/>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6F968671-9D84-3C60-F022-7376CD8A5F43}"/>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BF06CD3-F03C-DC19-5B75-89CDDF190F18}"/>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7E1A6EAE-E18A-3EBD-9F0E-71A051515167}"/>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812124DB-ECF4-2189-50FC-7D0A44FDC8AA}"/>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65A8A13F-6EF7-BA02-CF13-6F955A968507}"/>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ABF40857-5D11-1813-EC20-C45A0138C7F2}"/>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AA0EA6-3B8B-DDAB-9DF4-665565D71164}"/>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CEF9C3C4-77B2-21EA-DAA0-72CF8DAF91B2}"/>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8D3A2401-927D-0E68-6ECC-FF47FE242E26}"/>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DD060A63-9766-D7E9-7A14-E4214AEEB3C8}"/>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85FE8C74-8F8A-A863-C316-E98F2CF1F1A6}"/>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5724240C-E49A-2A0C-6D22-5B6FC6DF469E}"/>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A21CC7DA-FC00-1EB7-B5C3-988A48B29945}"/>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136F3596-741A-210A-6E75-97C87454AEFD}"/>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F91EDBF5-FC58-D105-665A-F346FB92B875}"/>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15DB041F-EAFC-0251-238F-726EC6A478DA}"/>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6E09C718-8C91-3C34-301E-5CCC57E0A35B}"/>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1677B791-A7AF-0C00-1ADB-886690901362}"/>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94690C4A-6232-6468-3079-AB809A6568E8}"/>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D4EF4559-AAA1-3E2F-57C6-89041A2DA4B0}"/>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9923D7DA-A103-271F-FB4F-C62EEC14E62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581DF6DC-1A82-B7D5-6C8A-F82F163AF0C3}"/>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0683330A-F82A-DCC2-3E09-B6310D5C847F}"/>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C7871FBA-9604-47E6-3B6F-94F6A6C6B637}"/>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75ACF332-63C0-DC25-5E3E-C191854D49E1}"/>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C6DDB69A-18D5-6871-87EE-1CB4A702EDF5}"/>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C9A9CDB5-F7DD-ED81-18E7-301D055FB348}"/>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F841A706-3016-8905-8193-123063C37042}"/>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10EB8E06-A7BF-8708-2423-D7FD1DFEFB2A}"/>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40AF12C5-34F8-14AB-2363-C395DAA0BAF2}"/>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EFD3EE8B-7198-BA44-A93F-FEA338F30194}"/>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4E1B3C91-3466-43BE-FF51-45168296B93D}"/>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1C2B4EA5-8D5D-2FE7-071E-28679E9375DC}"/>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2B49B214-C3F3-E5BA-E8E7-E7506147618A}"/>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289CB41B-205D-07CB-0F03-2F9E7FFAB95E}"/>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99DD68A9-8DAC-4F7F-713F-D7D1A02D96C7}"/>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EFDC456A-4B91-79A2-C694-05EEC092C901}"/>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49602A5A-38C0-785F-C429-892BE5E9B1DC}"/>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04DB7E5-EA05-03A8-0A70-8C2AC9EF2D43}"/>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08C02816-49F0-1808-8198-7A9C35C81572}"/>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4EC62A3F-3417-0312-25B1-1159BDFD46D5}"/>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D6572E83-FE1A-7E26-AC09-F53A750016D4}"/>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9FC5CF41-5092-C02E-D46E-4E51EE56AA7A}"/>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3EE5F27A-E02B-4FBA-1837-F6B27D01C0B2}"/>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F84301FF-E141-3454-627A-928BB367AF6B}"/>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CCC286E0-221D-691A-72EF-352D1E2BAF9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D42B99DF-6D6E-0260-2BF9-B4B7E962790B}"/>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4F0E18CC-DC50-3483-4EE4-02CCD8DF132B}"/>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C6AC82E1-D943-88ED-D2D0-36ABABAF0E2F}"/>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968247D4-BBCA-8A08-614B-DECDF3A4AAC9}"/>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FB3AABE4-ECB0-66C7-1FC6-B3D725937491}"/>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20724923-4033-6E36-0EEA-058E864393D5}"/>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1D7487BC-0F9E-6C11-736A-FC51263E2456}"/>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D861A785-8DF0-60EA-855B-D8F25C803D61}"/>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94E98DEC-B612-D506-5B2E-481B773181CE}"/>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1C493E10-0BD2-DB50-5AA1-682BEE16949F}"/>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4EF1D58E-35C0-8651-AF78-F47CFFC22D2B}"/>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99B6F1CC-2B89-4E5C-68C0-BA091D888062}"/>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C6A27BAA-1FB2-B3B9-8C08-76BD3651B186}"/>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DFD03547-E5CB-B40E-AA75-A0F626486B12}"/>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A7B0CF8A-588C-020E-4D9B-6D8265A83FB4}"/>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D1EF0D27-5767-9E84-83BA-A51343E2849E}"/>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40E244BF-94D6-3EDF-D221-2FE49D7D2A6B}"/>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2F4CFA44-036B-2CFC-F70A-C56E828DF310}"/>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36488D9-2044-E948-F259-B9E8A68D4269}"/>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3719AC20-00F1-B99A-FB05-B51EB5E04C8B}"/>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9B82C069-7DFB-3CD9-0325-63FC6EDEFD14}"/>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266DB723-3F8F-1570-DEAC-D4A8BD0C0F54}"/>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AE32DB2E-A9B8-A868-FD62-D51C167D036C}"/>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10128D2E-8ECC-0083-D76D-840998F84329}"/>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DB8CFC93-25B6-CC00-B723-C848EC396D07}"/>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E8AB9B05-4D62-7A2A-5E0C-82A36392C198}"/>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84A92073-D302-3190-A5BF-F1F37ACFDAB6}"/>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02ED1AA4-6496-D424-E25E-A165DBDA50D2}"/>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FFAB70AF-05D7-1CA7-2E7B-0681F1A95C9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3444FAF0-173F-6703-4C2D-6E9B571FEABB}"/>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B9831885-2C8A-4912-A8B6-1B40CB71C561}"/>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74F69C38-214E-3A56-9306-61FD6BA740BE}"/>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07DBB70-C261-DA95-F0FF-08E35E31D0C8}"/>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108F661A-3AD0-DB7B-07C7-4674E6E7738F}"/>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0FEE8F4E-294B-AB23-0514-0817FB45C01E}"/>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67872539-7635-33E0-3217-3318DAD1B428}"/>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AE7E4308-468E-8A04-DA94-50EB5A189BC4}"/>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DA83DFE3-5017-F386-7514-6689EE6A5B4D}"/>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771EFD87-C73C-D391-316D-3E3ACE5D413E}"/>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9009F6C6-E839-76EA-7877-5215E40EB13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C6531F86-B917-BE53-476A-4064EB683721}"/>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4A24DDDE-DE84-121F-676D-61DFBDF94B2A}"/>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5D5E7C64-378F-31C5-15AA-E2DF048A341D}"/>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63DD6BFC-ADB1-AF19-D82B-67CCA699CE3A}"/>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FC46D2FD-F98F-370A-DEEC-2B8A74AF61C4}"/>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2B8BEC3A-1AEE-5740-230B-2DB7BFBA1CDC}"/>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94789850-ACD1-A9D4-7D9B-C6C16E6A322D}"/>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E272B523-897C-6EBE-98C2-112625D8C9B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6B3FD98F-BB02-4DCC-8489-4630090ABB85}"/>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AD0747A8-F1D4-5CA4-3E29-EEC7F000F897}"/>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1C960BE-8F56-D3E8-E6D4-390782DE0A28}"/>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9EC6EC2B-E1D6-CA13-922C-0C70FC55B98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4344F073-3BEB-0B8B-35BC-5AD586382FF4}"/>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001EA2A3-AD7E-2C3C-CFFE-2B1872F0D643}"/>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556021E5-3812-D67E-4059-12FDFEB0D12F}"/>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30076810-5537-4021-79D2-872BCEE92E7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F123442E-0929-2B13-A24C-6E4C87BEE567}"/>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40AFC30F-F211-81DE-8884-59A531F0322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DFFBF31A-4CCF-50F4-CFF8-DDF9A189928E}"/>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52FC7895-C382-B13A-71C3-FE4F6F0F1B91}"/>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D8AB487E-F673-4622-F542-417032290DF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E72B9A1B-2116-F6F5-F186-4EE9F58746C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A6774BC7-CE5D-615D-A9B6-94B0DFCCE510}"/>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D33AC9A6-C12F-7164-0F24-71FA10840BF0}"/>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D43A927C-22C3-A255-3DF8-EDD277A5A3B4}"/>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EFFD3AF8-807C-714E-5DB0-0F45282FA7BD}"/>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992732B5-01DE-5E18-E148-2939860F1F19}"/>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DFC733F6-5FC9-A273-7498-228B80CBFAD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9CECCFA5-F638-3812-2358-F0CDEA9E3A38}"/>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026BF4BA-B6FC-8FCE-914A-97D4F66AA4F3}"/>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47F73493-8C8A-B9FE-0A4C-C72F00465155}"/>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B8AEBA11-92F7-6DEF-3DFE-AC4E882F6C46}"/>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7424C1BD-7212-030B-C346-A7BD53CF14C9}"/>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54BDF7A2-4B90-6F86-AB2B-66726AD14176}"/>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B991F84E-337F-AAB0-EBDC-CE34EE40F95B}"/>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3F90E5D-D70C-EDA5-B364-F4E8B073769A}"/>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D69EBD4B-E07D-0A48-115E-CDFE1A2A2746}"/>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1C7F2774-9EE1-3484-79B7-6792D6E9529D}"/>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86032AA8-89E2-1EDD-1A5A-55598335BE5D}"/>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8231E70C-7D44-8465-B94D-F98746A885C8}"/>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AE5E797C-9C74-521C-A8F8-24AAD94EA771}"/>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E9BF4D48-144D-BA88-9BAC-332B862B93AB}"/>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2C16AA43-A981-05CF-5D7A-C35EE5B4795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5149B67C-ED1E-097B-533D-F5EA26133DC4}"/>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DDB460E-BCF4-7495-A42D-4946537F695B}"/>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4B10A46F-2EED-63DB-0EC1-FA42D4765ECA}"/>
              </a:ext>
            </a:extLst>
          </p:cNvPr>
          <p:cNvGrpSpPr/>
          <p:nvPr/>
        </p:nvGrpSpPr>
        <p:grpSpPr>
          <a:xfrm>
            <a:off x="7435199" y="1993763"/>
            <a:ext cx="582735" cy="722172"/>
            <a:chOff x="14845986" y="2225897"/>
            <a:chExt cx="2019177" cy="2502325"/>
          </a:xfrm>
        </p:grpSpPr>
        <p:sp>
          <p:nvSpPr>
            <p:cNvPr id="4371" name="Output_receptor__4370">
              <a:extLst>
                <a:ext uri="{FF2B5EF4-FFF2-40B4-BE49-F238E27FC236}">
                  <a16:creationId xmlns:a16="http://schemas.microsoft.com/office/drawing/2014/main" id="{E36FFAEE-E27C-435C-4AFA-A317A845CDC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601D694-6D6F-4A33-B591-6DEF1D0C4893}"/>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6DA99C23-65D3-E9A3-AF2C-6C2C164E606B}"/>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EC42A732-D26C-F71B-8E7F-63FF3AD62916}"/>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712B6EE1-030E-5E6D-0480-259FA79A86ED}"/>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A4C4BAA-01FB-B88F-EF53-398396CB48EC}"/>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6D1F9190-88C8-7579-05C0-4C9D023B7B09}"/>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547DB593-2E1C-1D9E-B887-C8ABE06507A8}"/>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087379BC-0F5E-58EC-30F1-7C735A0F7358}"/>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41A0F5DC-352B-6CAF-1CD2-26567E11C8FC}"/>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9EE6200B-F8F8-2EC5-321B-00409B1AC02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2BE038DF-F6B5-22E5-EE2F-93F298EB1489}"/>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17FD90C8-B096-5E18-751E-95E0F40B135F}"/>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13DFDC08-BBE3-6386-E99A-5E6DB4F0AC4E}"/>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9E6E6C40-4B0C-01BD-2728-71E0708C9D1E}"/>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6FDECD14-5197-E9EE-29C2-4263E8642E6A}"/>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F8F76468-F8BC-4CE6-E7C2-7CA71ABFA291}"/>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8D3C1250-8C9A-E4E0-9718-47785BB71594}"/>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B715796-59B2-6224-9F2D-214214B838D5}"/>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696AFD30-4914-0965-84B1-12687800A47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6D45CF80-11BB-96AE-AC6E-0C6DD0E8C620}"/>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CEE7AE6B-62B8-75CE-E8F0-C5EBDDCE40ED}"/>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0E604F50-553F-57C0-C718-446034DDB4B9}"/>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31C72FDD-D37F-DA09-F65A-17890952398A}"/>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7E291119-46B6-20AB-048D-1DC08F142F2D}"/>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642F5837-5751-BCC7-0D45-F062AABB6BAF}"/>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D1A5CF70-DB30-CC64-2A3C-FFB6B121A96F}"/>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FB0FCDF9-017F-272F-FB30-9A0F3E7E20AD}"/>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7B7CEA09-0805-D9DA-D45E-E399E5CEECFA}"/>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F12460B9-AD81-385F-A054-CB9402B7AA0E}"/>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7D2A7165-4C80-0CC3-BB87-774FD1A8A97C}"/>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82CAC19D-A0BD-A7CF-A46C-031E19CC188D}"/>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08E7E68E-E2C2-83F1-5B63-B74E3A853887}"/>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CDBC3AFB-FD93-20EC-1332-19ED1AE6DE5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92C7D64-6B8F-8B94-6571-10A736F63622}"/>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9C722D0E-6AE3-3746-E7E2-44814D807612}"/>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2D525338-65EB-1175-73F4-0CFDA0CB0A93}"/>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A1B7CC56-D57A-4754-DECF-2A3D23602D8D}"/>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2C37D321-0692-8DDA-A85D-CDDAFE1C19A5}"/>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8FEA2683-ECB9-10C8-1DE8-44AF751F650C}"/>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44CE4B85-77B3-EA6B-D378-5E337F378D8F}"/>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45124FD3-6E6C-00D3-DA0C-0075C2386AE7}"/>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B67037F1-7A99-FB2A-6E7B-C0D3E1841E23}"/>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7A5094F7-344A-CAE4-A243-E41DDF3ECB1A}"/>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2E1C0219-073B-A210-827B-EC28493D96FF}"/>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EFC326C2-1BAF-66EC-1907-31011C1427CE}"/>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EB8045F8-BF78-045A-8471-85B19D003BE7}"/>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C68135E0-E518-7108-0C3B-B9842FFC04C6}"/>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25A4CBE-7820-AB21-3B71-35B979CCEE87}"/>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D6708ECC-46E4-EECA-5CF8-EC15E02AADE4}"/>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868F62B8-56B1-17FA-9867-07D6CCD76DB2}"/>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FE92B872-A485-06EE-6AE9-A058FBF690D4}"/>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DF752D26-2FD3-4A6E-D43A-7B5A3BF955F6}"/>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36FF89E9-9871-B5D2-1F24-115FE822440A}"/>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24EBFD15-3A59-39C0-24C2-3D7B274154F8}"/>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106A8939-4D83-B5F3-8B2C-77730C4A4025}"/>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E6012ED0-415D-E83C-5618-DE18DA7F91DE}"/>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4B546720-AF99-A1A6-9C3D-03A39373B863}"/>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37878657-038C-A40D-177B-A057B3C24051}"/>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F4BCA05C-652C-6500-FA02-C02DADDC9DE0}"/>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C7A26673-5189-DB87-8EA7-9B32E8CFE98C}"/>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A242E2FC-9E48-C418-FF0C-037B62DE7B35}"/>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F422D700-89E9-3209-E032-9E4569DF4345}"/>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A92F21FE-F23D-2DF9-1CFF-AF51434940DB}"/>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86EE4D3E-9BCC-CE07-CF09-1EEE712B452E}"/>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EF09CA0A-FCF4-4B3B-E192-7CF2CD8C2DAE}"/>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86295757-67BC-A04B-7673-3E1E6CEC479C}"/>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B3B2E6A0-A407-69C9-DD77-9087FD42756E}"/>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4D8F5792-21D4-0A71-A7EF-C443E1ECD844}"/>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0D316269-7005-CF7C-8605-689EC837E91B}"/>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453A49FE-C8D4-5B55-F80F-11992B96C6E7}"/>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62557A56-08A0-4A85-E467-569FC0A9BE92}"/>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9F78530C-C7C8-C29C-D044-828E9336678C}"/>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BD590265-9DAB-671C-2B2F-6020DB328012}"/>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700936A0-B6CB-A53A-E0A9-B64249D933F4}"/>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86883298-6E2A-356F-A90A-080D02E6B9B7}"/>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AE33B92C-593A-1A4F-D2D8-AB45671C133E}"/>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09A1CD3F-88EA-01B8-004E-7BB28B7B10AC}"/>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4BCECE26-CD68-B39C-AEBD-22447C61C860}"/>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EBA04616-B384-AE24-17A8-07DBDDE464A4}"/>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C6E75A68-ACC4-327C-E603-DFFB3CA0F358}"/>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8D1CCEF9-E26C-72F2-D827-60DD3B5ECFEC}"/>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D7E1EFE0-E104-EF31-AEC1-6537470A226E}"/>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71EBC338-B407-2227-AB9B-5C04C2A1D1CC}"/>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AEF46BDF-B38A-022C-CED1-6BBE26DAF77C}"/>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D13A67E-4C36-02F1-DE72-DA943B05A1B0}"/>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EA65ADE7-6579-AA5E-C2F1-07D49D667E51}"/>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9EF7F588-B22C-5BF0-674B-BBC6F9474607}"/>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6FF2C1A4-C19C-8D5B-9C36-4597EEC33BCE}"/>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DA4E14D4-783C-8CFD-63A7-205531D5DD3B}"/>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9536664B-636B-110E-084F-F86FB359EB38}"/>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2BD02985-4D26-9B8C-9B44-562BE80D2277}"/>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9F988CC2-406E-B76E-1ECA-73DA16D8D2AD}"/>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206375C6-64CD-77D5-BA76-11241C48925C}"/>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050A197E-4445-A89E-7BD2-C9C6747FC926}"/>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6CED9715-F2E0-8288-48A9-730EDDB0AF60}"/>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AE3CFB82-2F0F-9BD8-9BDD-EE5B694507A1}"/>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B3777DC6-BBEC-F755-9F1F-1EFB19D6591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98A66D19-BC48-BDC0-64A8-990B289C1BED}"/>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9858F1A-A97D-1886-8314-39C52B53574A}"/>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661E4DC0-DB95-A1AA-698C-D8B09DD59362}"/>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827F77E2-BFEB-94D3-C7EE-46DADCA83D15}"/>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D68B0D66-C06F-63CF-776D-9448A6AE99A2}"/>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E44F4912-1DE4-F4EC-FF21-C1FDA11CEA0A}"/>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A6B5A35F-B444-D91A-99F2-B527F979B858}"/>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7FB3D4C6-D992-1C36-DB39-211F5FF92FB5}"/>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82B41BB9-7C0E-AB94-9F08-8F18FA42E3EB}"/>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FF748976-BD71-63C2-AE83-B732D93191E1}"/>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1EFC9E72-79E1-CE01-4A78-CC3F562FB993}"/>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541CB08F-296F-D5FF-7D99-A350B596EFC6}"/>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59E96D50-C013-254E-102E-D14F0F7621FF}"/>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F716E31-3825-223A-673E-D5F336270A8D}"/>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A098994F-2495-127F-48B4-BE52788AE2EF}"/>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21B0485B-7592-BCF8-CD93-7A011C94F3D3}"/>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F424E1D6-4AA8-BCF8-C782-4DBA8A143CAE}"/>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51AAC8E9-833D-C4FF-DD21-15778A2E4EA3}"/>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AB8ACAA8-FA47-DAD3-7E59-94EE4F687349}"/>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89FA3709-D3D3-30D2-450E-BD95E680EEFD}"/>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4E300220-D2CF-C4AB-075D-D1DFD45DB7AE}"/>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49D9ED0A-1A19-82AA-B4AF-515A85EAA96C}"/>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20C69684-6BC7-51E5-6350-2CB203529B7C}"/>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0C70E7B8-DD33-2748-42C9-F8225748E33D}"/>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DF3D3D18-1BCE-AF94-51C7-4B9BC0BA143C}"/>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52F99B2E-75D5-5300-49D6-89C81E01C8B3}"/>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0943B53E-D3DC-BC18-9299-456A4FE9537A}"/>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E7350605-9419-647B-A181-F5391C183DD7}"/>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4603C6E8-0A6A-2492-BF1F-94951A3DEC8E}"/>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AB385CD0-EDFA-E0F3-E61F-EE702AEDF9D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E2871733-6DF6-28C8-5FD8-AC84506546F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CBD2456A-A131-2BC6-242E-4265422F64DC}"/>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64FA2B37-8E1F-A89F-F273-A7CDF51FC343}"/>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CDE4DB56-E25D-9AE8-17A1-175CE935EC5A}"/>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6A85C006-79FE-3206-12BA-55CA9EE47F4A}"/>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F672B930-0A36-6FED-EA9E-1EEB55221314}"/>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0CA20B08-FF9A-7FE9-7B42-58B77BCE1317}"/>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B5520BB2-CDDE-D210-1297-6EDF14193D33}"/>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E8838F3D-5C53-EFD3-5808-03006EEB75BE}"/>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5C6B606C-CA57-E68E-CA9A-825B8CC84F17}"/>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DC4C60FB-E2C8-AEEA-CDCA-14E437EAAF04}"/>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CB947814-1ABD-9A96-027E-E6DE43EECDAF}"/>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9ABE9AF1-F5C6-F17A-E168-A04473B2BBB4}"/>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927FDDF5-0190-3391-8DD4-B307AE36C4D9}"/>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7C14A127-EA7F-2DE2-A7F0-478A20BEFFEC}"/>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AE9C7A7C-C9DA-7BA2-A907-B912E18046E9}"/>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F13814DC-E623-A462-2806-E05FB606E4EB}"/>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FEE10D02-D2CE-6E29-94C2-BA5DAFFE693A}"/>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9380904C-2531-AC2B-A805-C3F048146E65}"/>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02FA017-8652-F49A-648A-6E632502EC81}"/>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FFEF653D-FB49-86C2-8A02-B9238041FDCE}"/>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E718C230-8996-9771-D330-B009940D290E}"/>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62EDF2BE-364B-45E4-44F4-7B85EB1767B6}"/>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6B32DC96-20D4-DBF7-E84E-F94A9A6448E9}"/>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96471E2-8773-48E4-D817-37E8E1776002}"/>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98BFDDCC-EC35-625F-8BEE-5FCC42273CDC}"/>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333C7BF8-2918-2FA3-221A-EABFE12DA745}"/>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2828BA81-45EC-2D2D-C8AF-CF33B83A4471}"/>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784B024C-398D-E105-DEA9-90C0FFF8A23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12F4E473-8AAF-865B-59EE-64D0EB28A0B2}"/>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1E6CA1F6-3116-93C5-7B9B-EDE70DB11DFF}"/>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A7DB4363-3717-9BF1-A98E-914E8251AF51}"/>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17F32238-A6C3-2630-0E6D-00A4E5FD5D6E}"/>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B68BB761-A951-1C68-4AFE-49F721907753}"/>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00870D40-937F-9414-DEFD-CC3D98256572}"/>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6A0C086E-6EF4-A2B9-77BF-736D1AF80321}"/>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AE07BA5E-13F7-CA6B-7F47-8527B968CCBF}"/>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CCE5B900-BDB7-FE29-504C-15E5AEEFD6A6}"/>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105DDB4B-7662-116B-917F-48D4D1285D67}"/>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DAA1DB83-300D-D7E9-16BB-52B612CBA412}"/>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949CF2A-0795-43D6-1527-BEF61B683076}"/>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D86EE185-D99F-CBA6-EB0D-44FBDB76A167}"/>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4ACC34D1-01FE-F360-33F7-455117B5C2C5}"/>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86AFC031-6BC7-E056-FF0E-2D2B72BA3F43}"/>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C26C7AA2-956E-A35C-4D34-EF97D7D52799}"/>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76378D31-2391-4546-0997-337B7771442F}"/>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26B707D9-FDE6-0D27-90BD-50707C81C917}"/>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2F4C3B3C-9FFC-3D42-270A-015FB263FDAF}"/>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BD0F0F8E-B1FB-02A1-D3C2-971F6B8201B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E4AA4621-AB94-2A16-C31A-89DC6071A822}"/>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62B18CA6-1A1B-DB43-5BD6-00D4C98D052C}"/>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59BBC22B-AF8A-9065-2CDD-DE0AFB074C1D}"/>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18358ADA-4FA8-EC38-70D2-95CDF44F360E}"/>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6BCB6F84-99A9-5BE8-6342-10DC9BE346F0}"/>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97416804-F115-ECCD-E3E4-A89B82ACF84A}"/>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70809768-0F21-9102-D84B-35D23C07E4F2}"/>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5C8A8DB6-9F3E-5948-B2E1-8A8EFFD34C54}"/>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6533F337-2B19-8117-BE15-D0B107C470C3}"/>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407ED4E3-8E66-14F8-C237-A83532D9374C}"/>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4DB8399C-99D2-3B72-BD3F-98634C954337}"/>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B8819DAC-A058-0AB4-BC56-51D2AF8AE2A7}"/>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B7B66CD5-D716-5A07-6AF8-C6FB90021EA1}"/>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B3D0444F-D5C9-E21B-5A60-DB1329679276}"/>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81892EAD-B6AA-888B-796E-B5BCDF431BAC}"/>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D0C6A9F6-A5A1-536A-FDB4-5D9D133C0E95}"/>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2943BAC6-964C-80DD-2E3E-667CCBBB35C9}"/>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60F79751-32B0-4D9C-6A6F-4857C9865D34}"/>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FD22916A-CE72-CD9F-3B78-661E338F4751}"/>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BB60CE5C-351B-6C19-8A44-5E187E30F2D7}"/>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4825F609-B253-C430-7AD3-9C2F70F0CEA5}"/>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E16DAE5D-EAF8-271E-99A6-7251F3735E89}"/>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545D4DF2-C8BF-7D5A-5814-964A4A9B5FF0}"/>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37C9E499-F98B-A218-FE20-5D3DF8723F50}"/>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7ACCAA9B-BBCF-ABA4-63F3-0E76376AD516}"/>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E76873E9-2F36-123F-644F-4EC0DAD531E4}"/>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B8977814-EEDB-3866-0308-BE75B7086A19}"/>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3AE4405-33E1-CFD2-EAA2-1956A6512DD8}"/>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C449021F-920F-655F-5BCB-DDB33B5EBB5B}"/>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902216EB-CB5B-AD9B-E6A1-87353130DAD3}"/>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F5B3BC5A-D0E6-F49A-0933-1E99EC198814}"/>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B4E46894-FFD2-4699-2562-CF8713E6BF20}"/>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6C5F3451-7F28-1489-7ACC-5093B13B32F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67F38EA6-D0C3-C79E-C9C6-D631A1C1D0E0}"/>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08BF6CA8-41A6-4D86-E63D-2FB586D73403}"/>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2E16D736-3595-F9BF-5308-BAEEC9308834}"/>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4409A6FA-C92F-1BDA-5507-BF3EB0FC99F3}"/>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DF9DB969-EA4D-3118-B8A2-ED7E85428885}"/>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B11353D6-9C07-17EE-D1CB-5666CACF2740}"/>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11737D31-5935-127A-28CA-96C9E7BC2192}"/>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A5E6F989-A884-023F-9B5C-FC248E83F147}"/>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AA54C096-3744-2CB3-8A23-4922E613D0C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1AF8B649-1D17-48B3-5DAF-12ABC0CDF1FC}"/>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9064FD9-7C50-A39B-75EB-A2E680E2EF7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2232F0EB-ABDF-9E05-F929-BC31ACBC6C26}"/>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A6DC8DE8-52F0-0E7B-D7DD-53C011E9BE62}"/>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AE16DEF0-0C76-8968-CCEF-61994FEA53A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7CE68117-125F-96B1-06A7-7D282A6887A3}"/>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47EA3892-4C13-FDA8-B1A6-1FAE9522FE46}"/>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FD3E50B5-F05F-BCC3-9D28-B68AB1DED6FA}"/>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172FD0A3-416D-EA51-A7ED-3162301815B5}"/>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2F70E0D8-B08D-573F-5F05-D69B0567AB88}"/>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2B03243B-F538-D7E8-4BA2-943CE00DE3CD}"/>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59523969-8AAB-1507-629D-6012159784E6}"/>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04238182-791E-0DC1-B303-D1E279CE74FE}"/>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DED6BA66-3F9C-73AD-EE8C-04C4539EEC86}"/>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6AEAD897-AC6A-2596-E0A6-2E0821A83AC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F7CBEDD-3457-23D5-975B-BFAEC49B2042}"/>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48AFABB7-BF66-34C9-F003-B74BAB1319EA}"/>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9309A7E8-62C4-E761-1099-A855F0EAD348}"/>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9A0937DF-D3B7-88EE-9082-BF57F06A599D}"/>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787382A4-994A-E2F5-D2A4-0E6D262C4261}"/>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4D65681D-D6B1-9E9A-4B24-9EE7EC83134A}"/>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1CA554A8-0977-865D-F81D-6FB099133726}"/>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F8F247C6-26F7-97B4-B9A7-84597625116E}"/>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87D3F1AC-44D8-7D34-5002-18ACF407B81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332E79E9-B6E6-6BCC-30B0-59A3E5B6991D}"/>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1491E4B3-3191-7297-5885-CCC3548A58D3}"/>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2F84543C-FD56-20AE-7F3C-8C2BDCD94D3C}"/>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919EB42D-66D3-E6F3-F839-D2827B374CC8}"/>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60F06796-7F54-9F8F-61F3-E94637ADF3AB}"/>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E11AB798-5D3D-FF6C-6364-665C4BA41169}"/>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D6F10ED2-8E42-D153-E756-EB66FE1D2EB1}"/>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4A6D2F0A-461D-3CBE-AA76-D91886644C7E}"/>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DCCD59F7-36C4-C9D8-C354-5B016BB2A074}"/>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3670F080-0D4B-C7A0-3563-2EFAC82F9DDF}"/>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5314942B-C99C-4A7D-DE2B-A09B7B065015}"/>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275E755-837B-A186-61BB-1E3C141A528E}"/>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FBC2EA18-A34E-9409-F19B-A6E6618F9097}"/>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0EEE1975-2E43-D11F-34D7-50F64CDCA44B}"/>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1F90B538-66F1-3C10-0A47-8AD58BD0E4C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F12B297-D867-7BE0-5DD5-EF7125DC8DC2}"/>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D94DEED8-99E8-2F75-1DA6-759EC3F51D62}"/>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386ACE34-D135-1C72-3F95-18D58A5A2EA9}"/>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BC93F54F-71EC-7058-B09D-C837B5EECAD8}"/>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07613D43-DBC4-E293-79AD-8D67971A6FDC}"/>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25F00EE-987D-8583-9976-E485C09AAC93}"/>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E805798A-761F-CC85-08AD-3B5FCFF2077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55B3DB9E-AA68-1B72-03EF-32832825F380}"/>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24F582D5-36FD-C9D7-E5A5-9EF9071A5D2F}"/>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8C04F708-DB0E-CA36-D5E1-FFE396011637}"/>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1E331381-B3FC-D128-A89E-D88370ADA389}"/>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9622FB43-083C-4C31-5319-57E499EFEAA7}"/>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216DC7DA-5656-5B7A-7E8C-932A6BC0040A}"/>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CA099195-A0FA-158D-01D3-7132D25C4C0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974B1754-FB39-5BB5-40A2-C1503AFF8796}"/>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649930FB-30D9-67A1-E9BF-4A89B0616FCD}"/>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DA4B6868-9919-73AA-2770-6EF0E6A60415}"/>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567CD604-1C94-CD00-E378-3825FE427E40}"/>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23A3E7A8-FD6A-E4C1-B62D-06D0DD437023}"/>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45404327-D275-8F3E-B726-1F596146BB51}"/>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6D7CCB60-7F43-FDCC-57F1-39B930B2578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6DD08AFD-D86D-F405-70AF-BE70498903B5}"/>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FDD33FE-2874-D825-4C62-63FAD10F5382}"/>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29672788-9F83-D7EB-687F-8B3BB1FAF162}"/>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30EC78A7-803A-11CC-FFBA-B5862151C4EE}"/>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B86A0E08-AD77-97F5-A784-197453B6FC6E}"/>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9374DE27-8A99-48B8-1589-2E00330EFA95}"/>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CA69AE01-54A9-8297-15A5-2B03C6A78334}"/>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44D8267F-7648-C738-5FF4-66913230FAFE}"/>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01EC4A68-F31E-2388-193F-FB216B96C4CA}"/>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80217BE9-4613-BA08-555C-89EC8BCEF620}"/>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A780862A-CD8C-A705-44A3-24B3406CCA5B}"/>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4D28006F-6972-8041-201A-9031DC091B70}"/>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3875F014-2023-B9DF-01DF-40A039A02FC6}"/>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F37A514C-14A9-3572-53F4-E3679BFB24DB}"/>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C7D498CB-571A-B42F-822C-BEF0857F891D}"/>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C1B75687-E25D-5081-CC49-5EE058E12818}"/>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CBE7860-E4B8-A564-CB08-E1B59855E20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8C7478D4-CB38-A841-3975-CB08F14210CC}"/>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EBDC07AB-691B-9247-908E-8BE7DD79055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37F7C3A0-7A22-3BA0-314B-2B687B2D736D}"/>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E89BDAE2-6E5F-371C-CBEC-893D67C04BDA}"/>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61BE261C-AF1B-5119-CFC9-B1AC8A84A1E7}"/>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BA1E4E60-132F-7D2B-CBAC-49314355BE40}"/>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FD10F40D-DFE8-47BF-FA69-0254E1AD3EFF}"/>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B1737E0-0306-27AA-A1F1-3B00BCC612FD}"/>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3143A98C-A748-A953-DE72-54CB1E519C1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7EFBD3EC-3843-A8EE-F5A6-21CE1378566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4591861D-2B64-FAC8-2592-D5431BBA3E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46CD9692-6180-5C00-60B3-BFC241F04154}"/>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98F42A1A-8B10-EE96-AB3A-363EBCA605B3}"/>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56755D80-AF7F-A0B3-75D3-0C1CF56B8BEE}"/>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FC83311E-2247-CA6A-ACB9-88F9CC0D49C9}"/>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33C23197-B991-EA45-651B-38B3228BD2E0}"/>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FEABA187-556A-1EE3-5942-F6CC887F3029}"/>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FE443F80-4F3C-2FEC-5091-CC04D0CE99DF}"/>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CD1AD30A-FBB8-3B74-8F1C-10449CBC4034}"/>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BB06281E-4126-76AE-323B-7E4626F332A0}"/>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37FBB198-2F22-FF59-0731-338C5820B2B0}"/>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DA4A4579-B16B-560A-3023-FD22CE82F951}"/>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308D3BDB-9B1F-5D46-3E07-13C0C6A20E3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52728929-7C19-9871-E2B5-F0E4FC3EE5D6}"/>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319E3022-EFAF-DEF8-4573-FCE09B3FBDBF}"/>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1284980A-AC12-1904-386B-D77527F2FA34}"/>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C4ADF910-9487-E8B2-A624-C96769D5EDEB}"/>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2078A6A1-660B-427F-A9C9-70A1F56F7074}"/>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6C63FCC-0981-0028-C338-A5594BFB76A7}"/>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F44BE183-B9F5-58B5-852B-3FDA483E759B}"/>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F10A6AFA-D167-8F70-7710-152A79882C60}"/>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6045BAB2-F398-1EDB-100C-027AD0AB78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EA1700E1-0552-7CC2-C13F-F360AD09D072}"/>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87A5BD08-2AA2-4FD2-3544-5D29D084FC44}"/>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3BED246-320E-EE48-C385-7B2312823E9E}"/>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9C69AB6B-38DF-DA43-0942-A2AC42E9C0C3}"/>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324FD4D4-7300-A7B4-D644-DBB399838278}"/>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680681A0-6BF9-1878-2215-FF526376DFE7}"/>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283BB3F-61BB-05D8-C974-72F247928A15}"/>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6D6791B6-0E13-8A55-CFBD-8EDF9835315F}"/>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305CE9E0-59BD-4469-8030-DD219A5B2248}"/>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4E97F052-E245-76E4-738A-34367A811089}"/>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86AE8B48-516A-EB07-C895-8688F3C4872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B417FA49-35E3-21EB-C282-B4B7C0E3C07C}"/>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155A3277-6135-596F-4469-BEAC0D6A4376}"/>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C16ABD66-2BCC-3CAC-0321-964E00649DC9}"/>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4FBC9FCD-9AB3-C038-A516-3360C1CA6E69}"/>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1BC73FCC-496A-CCEE-35C7-9C42CE82CF6A}"/>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0D3F0C97-6210-9B62-F82C-A8324D91197D}"/>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AC1D1CBA-BE64-5115-C5B2-682A73DEC3BA}"/>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D0A4FD02-C7E1-E286-4EC9-4D337F4E7612}"/>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8EFE9C02-9620-E63E-1ABE-46296DF1C7B2}"/>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FFE87E68-2717-705E-B5FC-325DB1F51ECF}"/>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C82E13E4-F855-19B8-F636-C084A6F3AA8A}"/>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F1F3F4FC-4629-A874-1DC6-FB1CEDC9DF99}"/>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62A6E884-4694-B805-77A0-9C951D59FB4A}"/>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C56A7830-8D77-6585-25CA-3AC8ACC2A1AF}"/>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683F4298-E321-76E0-7F43-1F722A78F6F8}"/>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ED33B0AC-B938-388A-1E46-A5C91D1859B4}"/>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40944AF2-7896-C489-DFB7-761CCCB7FFF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E508273A-2681-FA43-D96F-8AFC47CCDB65}"/>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C954AA03-12C1-47A4-0FD2-86E0535CF77F}"/>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DF534453-ABFA-5AB2-843B-EEBE4409AA78}"/>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5D8BC16C-2118-757B-8583-AC3EA2A29D51}"/>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B39F5C9-4682-8FEF-F91D-E9A4536EF8AA}"/>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5FE3B0F6-259C-8C1E-86A8-58DDA3B6242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D1B8C80E-B51B-964A-F348-49650796AC3C}"/>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C9BFBB26-F152-BD4A-3053-A8E05B376E92}"/>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2AED2D84-5763-9E1F-016E-DBA30B775ACA}"/>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8769595B-6C8B-81CD-F832-F14A18C615AD}"/>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542F4D46-7E5A-9D88-59A9-49BE13A97D7F}"/>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E996CE55-F5C6-7919-A069-DEB72A116993}"/>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3514731B-BBA7-0B8F-A585-DA1E56C09CCF}"/>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2D60049B-DD05-D782-5836-97527BAC9259}"/>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5A680828-E00C-1C41-BD1E-EF202DCAF8FD}"/>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D1DDAB67-B1AC-9B6C-586E-E3FB868AC3BA}"/>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6F43B206-BD48-ACCD-5CB0-9C813B30528A}"/>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C33E6D3E-1A52-A2C6-DFA5-05995D961FD2}"/>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7BEFA4C2-5182-2718-50C2-6C23193D3030}"/>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8BE7498-9FB7-066F-BA73-BFAD2E9C7876}"/>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A07F3867-E5A8-F61C-DD2B-B1A614AD8FD2}"/>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25B57D88-D1D8-03A9-D839-D22CE7F98E32}"/>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EBF6DEEA-5A84-22F4-11FD-9851C8648675}"/>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DFFBB005-5823-5EEF-E596-022BACAE66DC}"/>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F997295C-E5F0-8FCC-C37F-AAA585D6D73A}"/>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3119CA9B-E7FF-0CFD-6FEB-65BEC4431B83}"/>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E0E64343-8730-BC30-98BD-035C733BB835}"/>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0F942C0E-5FF9-1835-E73A-BE85536D8042}"/>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E2087C5C-20CF-7938-3683-008405073E79}"/>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94E6B472-DD32-F065-A151-F39ED58CC124}"/>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47C113E9-5B86-077F-808C-61703C282382}"/>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D87714B8-2331-CCE0-7E01-1289DA267AC6}"/>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58AE82FA-7892-34BC-53AE-5537F87E7A4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B3F1645B-B645-190E-4079-E4F73F465527}"/>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AC71954A-D00E-40AD-3648-BF8133F7350D}"/>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775C57A9-D68E-B7FB-7CB2-BA4DEACDA9B7}"/>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EED5DD4-7038-0440-19AC-6DA4F74FFE68}"/>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691C77CC-FF61-897E-B74F-FB8B33B2A0E8}"/>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D88FFC82-BE2D-379F-7C4E-8C0B55DCA90B}"/>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797313CA-7BF7-7420-512F-678E9C3A27A6}"/>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74C12B67-C1E9-A138-C7A8-306AE01B013B}"/>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3C5C6B20-1556-2E17-BFD2-3CEA1BADEBDC}"/>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DED1F4A5-FAFA-67A4-3DE5-FC477B8B2CE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40BF67DB-5314-5FF1-E678-ED98B0D8328C}"/>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3BF467F-1C2D-8F5E-3C69-BEA3223E406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BA4996D-6E1C-58BD-EAA7-C16E12615B32}"/>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BDB3E0A1-0394-6E5E-236C-99F012DDE684}"/>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7EBBC58C-1748-601A-1289-8F6DF10A34E9}"/>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23CA8BC9-807F-D5C5-6F38-5ACFD63DDDC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E253C03E-F681-7B5E-BB7A-C8D10DE9D3F4}"/>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983E0-6104-044F-0536-DC84B58AE49E}"/>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EB86A0C1-561D-4503-1EFE-C51A913BEB77}"/>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129D9AC3-057C-E5FE-4107-3E3BEFE2371F}"/>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D4632650-02E0-1D47-D47D-7C7F0E3F07CD}"/>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2FC3DDA0-F1FF-AD08-C4E9-7DD29363E14E}"/>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C0634564-08A4-59A5-8660-A287C7D74EB5}"/>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32A29139-1B82-410C-10CF-1EDC842066CE}"/>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5D79181C-833A-009F-5DD1-4910977988DB}"/>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3598D48F-C62E-1F48-B87A-D8A62BAA8B0C}"/>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414A48E1-2402-1D1A-2789-483593E98351}"/>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AABC66F6-A27E-9905-7E9D-E678AC5C2E1B}"/>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29ED63B6-3D21-A5C3-C570-CD1D4819394C}"/>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4036F2C-E3AD-A7FF-7DBC-A0FEEC4A3A03}"/>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63C9AFA4-573E-15CF-9C1C-AD3D67AE655A}"/>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03AE5431-F4C2-DC85-91E6-35534727D88A}"/>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491C42B9-B70B-D0C3-1E69-0A2251DC832B}"/>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A19E3A67-FA42-68C8-7AA5-890DB9F6A2DA}"/>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24CA22F4-A992-F3AD-5B8A-35DCA153A901}"/>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6FE32CB9-3DA3-7685-8769-527F2D8E20CF}"/>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B926F8EB-BF2C-EC8A-19AE-92CA9AFB6C96}"/>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650B30FC-C461-143C-4ED0-BC6F5384D116}"/>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3362711D-7E63-F0B4-2E7A-E6FEE002B94F}"/>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2F29FA2F-F460-C7AA-86EB-18B710315D8C}"/>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F4978679-AEB7-22CD-5291-AF2033E48568}"/>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DC88B02B-0DB1-3F59-F8A8-47C0F4BA336D}"/>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C69BBB5F-939B-E996-7AC3-B7BF4857D9F8}"/>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0DB87DA0-29F2-2656-C6ED-658373E7E896}"/>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C9C6F253-E250-3B6B-CFDF-21D365562BC9}"/>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B364F0AC-723E-17B2-FB70-B20C80E5DB85}"/>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648670D8-22D9-327E-DFC2-2EAE0DC5AD3C}"/>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6989DA1C-FC6C-5274-F809-373F579FA41E}"/>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D1155A7A-D554-73DF-CBD5-54AF02BBD137}"/>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B78BA89B-B940-4E13-8F47-3B30B9986602}"/>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39091CFA-57F4-670A-4C8A-1905FD56A54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16EDB01F-69C4-057D-3908-6A872F9C7108}"/>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BEF62C18-4061-E682-FD1F-B7C043BDD06C}"/>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2DC9E58B-142F-576D-7BE4-9A585A5AC31A}"/>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ED8F3E8D-2041-F13D-C898-108769A72F30}"/>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9A1724F9-67B1-21D3-88DA-037F5706AF28}"/>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3A91E52C-6FDC-670A-1F23-12B65D238852}"/>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B6EE413D-D0A5-3EF6-B353-B1822468A9D2}"/>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FB94EA8D-8632-60C0-D2E5-6C50A9EBF81B}"/>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2E9585B-FD75-46AF-7DB9-057274D282B5}"/>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564DF84E-83C2-ABE5-EB79-2D2DF021F5A7}"/>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D30125D4-C5A2-8BCD-73D6-6EB9679061DA}"/>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DDEF5D0D-C326-3B57-15AD-907BE271F4CD}"/>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7A2CAFBB-B5FA-2929-38DA-5443FA75A911}"/>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192866BF-D726-7E33-A666-8B9EB14D6C0B}"/>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2F6AD433-8625-64E5-3F76-840399D5259C}"/>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6780FF4A-29BF-B3F3-B074-D7468FF0E5FB}"/>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53969E64-9F9E-6490-6D3F-F3DC82E27896}"/>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B41FB15E-C4F1-8F5B-BE74-3D6A3485BCDA}"/>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E4096042-E865-CF18-1A42-1FD8D944E639}"/>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DC2F0A08-6478-411E-6241-66368F9FD563}"/>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90843F91-FDDF-7852-2F79-70EBEF115388}"/>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77A92247-5CB1-3A62-91B5-77B384C19610}"/>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57DB499D-6460-9498-BDA7-155618506615}"/>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A7ECA140-671C-AAE0-DF64-30FB00BFDC68}"/>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5B9AF328-A379-EF21-7454-C9AADF7E0247}"/>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D9818D4A-70A6-E054-9911-C760F912A201}"/>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C66CEBF4-6E03-9F59-EABF-FB1EDCA24F56}"/>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445EDDBF-94E1-FF29-0B21-F7AD9FB738CC}"/>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95517620-19E2-7CD3-A4CE-0A71570961FB}"/>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47DD66B5-7215-4A5F-9786-3660D69E2460}"/>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A7608074-2797-05EA-8BFD-0373482F156E}"/>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FD279871-08F6-21F6-EA48-04CC93DF2B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C36A0297-7663-9505-2974-AF0217A4C0B8}"/>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587186F1-19D2-CEC1-F748-FFB426E91742}"/>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0DC97D02-2839-78D6-49F1-34D67494DFAB}"/>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DF012FD3-9A44-EEE3-1746-3D3ADFC6BCBC}"/>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0D0F38FA-9550-8EA9-A915-4DBACDD6937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7803BCA9-9B79-DBE6-C462-4BD185DF9782}"/>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4EE4586D-20B0-66C5-2A68-8791B97026EB}"/>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D27BA75-3EEF-8CF1-37D5-877C79BA4B56}"/>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21257C3E-3170-A9E9-B472-26229C813C10}"/>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C54A7E7F-B7BC-1FC3-F766-8324D341FDAF}"/>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A1DC5945-DF70-A29E-BBFA-0D7FE2156ED6}"/>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768F914F-CAB3-02A2-C8FE-9B50A064066B}"/>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15AFB923-9E3F-BD6E-14E2-BAA57B824BF1}"/>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E885F6D3-AB71-078E-4A58-9D0DF27F892D}"/>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E7719FD6-FAB3-C4E6-9A7A-1AC8AE1E05BF}"/>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E2B6D66F-955A-BB8C-B21F-5CB900DB1821}"/>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F62568B-EEAD-9068-EDB4-56A6461A184C}"/>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028F63FE-BDB6-7FD9-B8BF-C2A3AA633D5F}"/>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771A3507-9895-85BF-DE24-77FF0034FBE1}"/>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EE25E2AE-511B-FC69-1A30-41F0E36D37D9}"/>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C757C21B-F164-0AAD-6A1B-544F62E0B36B}"/>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90DB4062-E841-62EC-20F2-79BBCC19A2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D3B91E54-E426-0A46-88C1-832FBC8E74D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D34A8A2A-3D2A-2FC6-62EB-794F0A129473}"/>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DDA00E27-4341-9A74-D418-0EFE17BB98B6}"/>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6BF8EB64-AE2B-8E94-D51A-4872B45CAA7B}"/>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BE4ECB26-D883-5CA8-0528-180772D61054}"/>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D6991A48-A8AD-C898-8B9B-A4ADC1D61CFF}"/>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32645904-661E-F637-8A78-DA6C0AE92AE8}"/>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C114AC09-BA24-8717-4E60-B11200C37A78}"/>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FACDC665-258E-6EE4-5044-3414C3BD3AE6}"/>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BC2D2BD1-389C-D088-0F9D-D920EFED3A7A}"/>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E5C5560B-9385-1F54-F44B-6FE5AE42FCDC}"/>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C311BEEF-0400-BD77-29ED-8DAAFA1A3068}"/>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7A740B26-882F-FC61-6617-1922B922A9AC}"/>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28CD2E2E-FA2E-D820-5F04-D0CE4A69CCAD}"/>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5A151BC4-6530-E360-463B-5D1D2583741C}"/>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B3B657-2D26-C82E-4410-4FE94236C4C7}"/>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FF326A48-E8AB-CAE5-CDB0-D8642E5D5698}"/>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B6165EA1-187A-7540-E299-51B63F87FAEE}"/>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4499AE19-BF28-741A-7BB5-00D3AF02E0F6}"/>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BA9B0E58-AEF6-D383-D8A4-4F7D80698368}"/>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546034CB-F0C8-9230-28AF-A064837E011B}"/>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3CC19F3-329A-8E88-3961-BDB07185E74F}"/>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D3F0BA00-E3FB-2593-62E7-F253CAA0BDB7}"/>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35B1B665-5309-C490-66EC-F589FF0801AA}"/>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771A20D0-47BA-C1EC-E332-3B2466D822DA}"/>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AFFA235D-CB29-1B06-2ABC-F3791DD95DAF}"/>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9F2F2A76-B641-510C-3E2A-350D979DE9C6}"/>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81EBCBBB-6883-382D-B1EE-0EE7929E3069}"/>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7893F640-807B-D4CD-27EE-969810838C79}"/>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77B9EE4D-1744-0E63-D810-9AFF7F3CE5C4}"/>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58F1C5B7-DD6B-916C-1961-FB818305C731}"/>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C32D8652-E27A-C746-BC0A-494E884646A8}"/>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5E6D584C-F8BF-0DD9-73B5-CF7EE366E862}"/>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BFDBE52C-0E02-4C38-D698-B4F7BDD6A3C4}"/>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9C35D044-4E5E-7413-D640-429290496121}"/>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D96425BF-6911-AB8F-3399-3FE4F354FA40}"/>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0F093C4F-D1BC-4711-A350-28B574813169}"/>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FDD38F94-EFA4-1307-FB46-42D80289DE51}"/>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D186A483-FC47-1EDF-F7C6-D2302BA721B4}"/>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E818A975-51BE-86F2-35CB-7F506ACE5674}"/>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56E4BE48-8E1B-8835-B488-F0C774B4F6AC}"/>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A4504871-0CCD-ECB4-7FEF-1EDBC95922FD}"/>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E849407-937C-A6C6-80B0-50939447C1B0}"/>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0333DAF9-9EA0-F38A-10EE-9E68B423C576}"/>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2F2F6755-9BE3-C836-1DDD-7854E393A5B7}"/>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49E2C390-B06B-93BA-1EE7-91A348271FEF}"/>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1384FC15-CDE6-F3D4-0EFC-0BC394012213}"/>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7B61DAA-977C-FEA0-B7FE-64A9B472BD9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231875BB-FB2E-DB8B-1D4E-A810C1818AD8}"/>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6F830B31-813A-8B8C-493B-F2B5CAAE4CD3}"/>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2D4EC80-FC5E-DEA5-0319-E100C8791CFF}"/>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8D92F088-7234-27D5-F98E-5CA3CEF03AB5}"/>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CBC990B5-6CF6-5AA1-34D5-CC873C323E0D}"/>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60AB16F3-6706-AA8D-7747-83ECC2C55E51}"/>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845477BE-C645-D7B1-151A-144A5CCFB70E}"/>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52CA1A4F-332A-ECE3-CD88-96D62452317C}"/>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44EEEE53-F4B6-4210-319B-C4475F96D8A7}"/>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AE11915-639F-7B7F-8AA9-1893652171E5}"/>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B3D13FC4-3C89-5DF7-6624-A9B5197DEEB4}"/>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18D9FFAC-D66C-24CD-F690-939A22C1B5F9}"/>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B1C4F81-8110-59D9-FB48-E9826CB15C10}"/>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51D09807-D7BF-B9F4-F50D-4D39C1EFA591}"/>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38CC1D53-9C46-B197-83AC-CBEC7737E92F}"/>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CBDE41AD-4655-3F5C-F95F-EDB694D59D7C}"/>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E7B30A95-D458-2574-8A45-170423D19340}"/>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FF30316E-84C3-E9CB-8CC6-9DE6AE60FFCC}"/>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F7D2C39D-0225-8E26-1A19-5C2D55CDFC94}"/>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4384B528-A7A6-4D44-2D3B-B7036C79C185}"/>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3516BEA4-4EF9-47BA-865A-0431F803D39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1E327441-48B7-80BC-01E1-54B4A65CC3E4}"/>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49B4FF01-0861-3794-908A-1807B1AE577D}"/>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2CBE2D7C-4BEA-1668-422A-7A0E7F974091}"/>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68F63AA2-BB5B-15B2-B67D-B0F2634E19D5}"/>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1E093E42-81C0-D6F0-FDAC-216BE2AF5C35}"/>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60FCA10D-F8AA-AE0C-1C87-8396EE291EB6}"/>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E7872D9C-BA05-1102-90D0-139706D69F36}"/>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7F7D420-FFC4-98EA-6577-36C5AFA996A1}"/>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3CC843D5-817C-E6E2-64B7-57201BB08020}"/>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CFF3A940-A2B7-57A2-68A3-DFC28F12FAD9}"/>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7764E058-D05E-8F69-C135-2A0DAC71834C}"/>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F753AB3F-2E65-571A-2C7D-F7D5C4EF8594}"/>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0D0A1E1-9464-B2AD-0A68-E138FF9E4847}"/>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DFE5F755-D418-028A-6063-6EA31727728F}"/>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1D3B07EF-3E91-268C-B66D-C4F4041873FD}"/>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1667E57D-4A14-CA18-5ECB-FCEC8C3E9FD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C4A7774-5717-0EB9-A177-DB8327962BEE}"/>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F1589087-58CD-704D-CBBD-DB81BAEDEC45}"/>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F1866DA8-BC93-D8BD-4BA4-C3F584C548F3}"/>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BBDA28FD-4D20-FC30-4873-D9BFA91228C7}"/>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56974E3-7BF9-F413-0260-762D65C7FECF}"/>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1D382F84-9761-F72C-E4C1-ECCFDE922AF1}"/>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8671166F-43D6-FDFA-BF53-79DE62823704}"/>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0FE5AF7A-02FB-3BD3-797C-2E3CEE88F2B2}"/>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DFC68D9-A19B-198F-26E4-74A01DA2073C}"/>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F522F8F-4980-2AFD-AC04-9603ABA090DE}"/>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A174CFB4-D81C-E70B-9A72-2F8A17C61435}"/>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7EB53C9C-CA22-1ADF-F044-1F331EE46E3A}"/>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DFC73EDA-973E-15EF-FC7A-FEB488A7E3C1}"/>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2C4F0EED-C10A-6AC9-24F0-F8943F777676}"/>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A37365A3-19ED-E1E6-4B87-F91A5602A27E}"/>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7BEB8556-27C8-F570-0583-E21FEDBFF4AE}"/>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5FB6537F-29C0-EB49-B671-05F85D0FEF76}"/>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69807B6A-3F9C-B746-1F10-171228A54F02}"/>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72262D35-30C3-7E84-7559-4AF70FFB994E}"/>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1A8B9D34-2B5E-7E7B-3215-CB7A527A0E45}"/>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84379FBE-9C93-43B7-9F6E-94BCDC8C8AA0}"/>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DAF9E969-E3D1-4B00-1D9B-FBBDEFD34733}"/>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A6512020-C7BE-7328-B90A-2D222AE7560A}"/>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B98703C2-61EC-9D18-C906-5072C4655BEF}"/>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D3C50DCD-65ED-E25F-0D62-B4FD00D1201E}"/>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B12050D5-BED0-CA4F-8E67-A64798A0EE6C}"/>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8FBEAF77-5C29-13F9-5123-4FC7EF654CFD}"/>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0A2DACCF-5D6A-1618-B25A-513266D48B0F}"/>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6FFFDF8A-7171-168F-701C-426DCF5BCAC8}"/>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920677DC-C787-055E-2890-CDCCE5F8E3E8}"/>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AFE09744-A509-7B3D-90E9-4442A7D74764}"/>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46754B73-B8ED-F519-5CBA-4415F4E48830}"/>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AB1A75A4-3AE4-11B9-C961-BA50C2EF49E9}"/>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724A12B9-AC63-DF8A-C814-6AA68ECB56E3}"/>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88706C32-02D0-EBAD-EABD-4567F60FAFBC}"/>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F4216471-078B-174E-8F53-45682C9724D0}"/>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FD1D4727-1E49-FB0D-26A2-8C30D7596D17}"/>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BFF9AABF-453C-E7BD-1C66-65E038E61D28}"/>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D8BB6F39-53F2-55E0-57A7-A1E320821866}"/>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81034430-5335-0333-7FB5-611A57411ECA}"/>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184D3912-8385-F848-472B-9C2B8ADF49A4}"/>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65E01F46-D804-04E2-9528-0FF32F9F9C2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CB78169B-7743-5DA8-C61D-E42516318AC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D06C1DDC-52F9-7E63-9C18-33437EC1EEC9}"/>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27F26673-BB04-C08F-A373-974BC4F9BF16}"/>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3A677BF1-8CC0-1BFE-6C4D-8E0C44BE1267}"/>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3A5A8920-F5E2-F0F2-054C-7AAF8B274ED0}"/>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8B3B561-CEF4-52E2-EE8B-DD87B3760EB1}"/>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EEDA600B-AAD5-2DB2-429F-75726443E31E}"/>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4532C49C-99E9-3816-B28B-A414D5233116}"/>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94CC4872-231B-9E25-D0F2-CE9ED57347E1}"/>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59B40D37-B742-1074-B28A-7236789C40C4}"/>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1CFDE91B-7FAA-1406-06C2-01947D5C2053}"/>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ED90A025-F05C-671B-72C4-87C1B15FF81F}"/>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C86AEF83-D932-A2BF-27CF-60B8A0AD629B}"/>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25B99782-1FC4-A32A-F799-8C4F3E248F3C}"/>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F71CD8AF-EC95-29AB-4537-2CC16FA317AE}"/>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8D04ED91-A29A-5C6A-39C4-CE0A11156D5E}"/>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EF62AA72-CE32-7E2B-F281-A376C8CE39BB}"/>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DA2923CC-CB72-C167-E0BE-9432D5D0B143}"/>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EEB06C29-85AB-F424-6275-E9EFDF132AD3}"/>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C8D3DA51-3FFF-4659-6E28-047F84427B32}"/>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E47B1A2D-4B10-7A6C-4A6A-62E277C0A6ED}"/>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BF6CC745-6CBF-C114-C0AA-F5515601206F}"/>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D4D5CFBC-183D-4096-04FF-61C49778FED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AA3E93E3-B70D-98F1-BE32-6995385BA2D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3409DEED-730B-8FCB-64F6-9B5C75125CA3}"/>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212CAC91-C1C2-4D4E-2C15-8BA5AB064522}"/>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24F6A0E2-97B9-7B42-EC96-939528234833}"/>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3846C0BA-42B8-61FD-9F7D-54C5FE06F22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83918B7-D35C-14E3-C9CC-D2CF32D3FF7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E5F17CBC-9C09-287E-2B87-729DBF8DF804}"/>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15DCC012-F7E3-7EAF-D152-9E0155E403F4}"/>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68CCC9DB-7FE1-E52E-8538-2CC86B111674}"/>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6092FDE5-7550-3133-BC56-15670A464B46}"/>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090D115E-1272-127E-E687-78069B79EAE5}"/>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202791E2-8D29-0C16-50DE-128FA909203D}"/>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DA59AFEF-0EF8-3078-8EB9-1966E300E035}"/>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D0344D26-5594-DAF0-4BDF-5717B451D894}"/>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A83FEB40-EE88-2CAE-C5D7-7689204939F3}"/>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11BB9A4E-68C1-675B-E9AD-C90F0233753F}"/>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F278947F-43B5-A59B-1CDD-348AB63C3B35}"/>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2A21B8EC-730F-61B4-B251-C631F533724E}"/>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D94BB518-1FB5-2D30-A88A-859493FE81E4}"/>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EDC9F712-FE79-27DF-F014-2C7AF3FBB06D}"/>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5BD02840-CC2C-99AC-93AE-E83D855C4D98}"/>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716CC5F5-B279-7D1C-1B82-D189FAD8675A}"/>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F65FCDD2-72CD-5437-9E68-14703A404702}"/>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8BD633AE-6992-0421-4D78-47ACB639F250}"/>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4D4FA0D6-71FB-59D4-B10B-8F32F7AC7085}"/>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A19CB4DD-79A0-3CA0-305A-FAAB9053F539}"/>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D17C4365-5554-F577-E60B-BB4C06795B98}"/>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6BC04209-2714-FA9F-B697-340CBD0103CA}"/>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13DD6EB6-3E1D-30E1-5AC9-8526907FAF9B}"/>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12A3E97E-E4E1-003A-36CE-E52ADE383925}"/>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FD696165-A0F1-3760-837F-6C8BE4461BD9}"/>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9F4A47B0-BF13-1F53-96D2-203A11C7BB06}"/>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A17730FB-A17D-F25A-2380-62ABFB772776}"/>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98BF22C-508C-B09F-81FD-F740CA7AE8C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82DE4D24-388C-577D-15AF-12D83EFF6822}"/>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0230A84-F756-E144-D9F7-29963B1617C8}"/>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56E56872-EC0C-544B-3E27-9B9F14D9F1B9}"/>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0E187A27-C759-9F60-C00A-AC636C48F2EB}"/>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005C8D6F-F62A-C234-CD27-6FB9746EEDAF}"/>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DF22304B-7757-B677-B650-1B417A552F37}"/>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2B2857EB-AE6E-8030-11C2-922C5DBF9963}"/>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BE1048-9D02-3D88-7CBE-1D9A08599DA0}"/>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58945BFD-0898-6B08-DB3B-14012491BF28}"/>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41ABC7B3-C7AE-BA69-9C72-A52D9D0C3EC4}"/>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3C1BB3A4-FEB9-EE48-5A1C-FAE66E827913}"/>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BB044420-2CE0-6BD3-6C07-7C813B850386}"/>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9B7ABE69-0FA5-4FD7-CD4A-1FB9F3F4956C}"/>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07B7D698-7E92-EBA7-11B4-8182378F4540}"/>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83E13420-35D5-1F72-3994-92B972A2F5C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671D6AAD-11D4-F485-90AF-47C0C00BA081}"/>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369CB3CD-7B0B-1A23-E073-0995D7A5286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2DC70AFD-043D-FFB1-EA64-AC23CDC47819}"/>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E9193E9B-6DA4-36AB-33C5-1A0A7FF27093}"/>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3613E4A7-C6EC-FC9B-170C-4137AA02DA07}"/>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BAA9CDCE-0444-30AC-47FB-48BBDEDD4C5E}"/>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E58932E6-A0B9-572F-31F6-77374ED4D2F4}"/>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2FC53CBB-DD8E-8D8F-1AFE-3D32AE6A3CB3}"/>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24EA4853-AFF2-E28A-2691-C0B6DDA90E2D}"/>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C5D4259C-D17A-E66B-3B27-20057EF3AF82}"/>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C74B316B-4AAE-C640-CE05-7F6F762F83BD}"/>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1C6E4B95-CD83-9BAA-7CC7-590451CF7469}"/>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422F350D-C26D-1E80-C020-627321E2BA3C}"/>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4409D1AC-959A-F8FD-99FC-135257E72ED1}"/>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1B633AA3-3C48-7891-EA27-0DC8F0A0810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F19DE59F-0E62-A74B-4CE1-31F2DC0EB3CA}"/>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41D1F345-1DFA-69BD-60AD-744E1213971E}"/>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C2E5D365-EF72-604B-C82C-3F026CC0ADA7}"/>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D3966D2C-7EF3-1256-3A34-4BAC2950D63F}"/>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B5170D7F-C65A-5D6C-7E45-C28C2553B71F}"/>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9237B4AC-B0AA-D40D-7B94-D31B300F8A7B}"/>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1A2D30EE-6BB5-D9A5-017C-7CA691BD3351}"/>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DE957FE-359C-983A-4EBF-8A984EACB84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B5D6CC11-63C4-0D3D-025B-7CF4342BE98E}"/>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F0169912-74B3-1D7C-7A07-8118F80CFF88}"/>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CD46F7A9-480F-3DE3-1718-25D4097338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3A34FF9E-66D8-76DE-05AD-EDACDFF5EE25}"/>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5CD0A98D-1921-F10B-1FB6-29F818FB9CB7}"/>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8077F729-C7E4-C796-6562-B8353206942A}"/>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137C3773-E64F-2406-C829-D28AD243416A}"/>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E92E659D-D429-27FD-7738-990598832A65}"/>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E73ABD5F-645E-57F5-70A5-94E039ACD064}"/>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8DDFB452-B23D-2278-8475-D81E09F95CEF}"/>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356BA64F-6613-8DEA-320A-B7892E35A015}"/>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BF98021D-E574-045C-EDFB-EF7A031F9D3A}"/>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8F94584C-3866-8EFF-4F43-52C49BD4814A}"/>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57AD0C7-EA36-E4E9-BD93-BB0F15639499}"/>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44D1DDD4-5403-1328-AAD0-514154AA5591}"/>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B00F38DD-F4BE-6AE7-4E6A-B4E9474ADED3}"/>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F9D24DB8-C096-7509-FAE6-AAA6A7C6910B}"/>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F1DA861D-C9A4-8B53-8536-F00BD2F57076}"/>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30203CC1-F9A7-0204-3307-F613D60E6505}"/>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080D02ED-1C5F-E037-C806-7F0DC6A41A2D}"/>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71C6AA2A-BBFA-9F09-09AE-4FBD1244FF36}"/>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925BCC0D-D035-3258-E679-96D7F09D3B48}"/>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4F5A40CC-A7F3-BB1D-6119-09D346C8A34D}"/>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5E00BE14-4262-0397-AEAF-9108BBD1D198}"/>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01BD4B9D-E382-F7EE-FFDB-147F0247353A}"/>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CF1EC3ED-9236-151D-C7ED-E6B9B96DF7EB}"/>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9F768C80-AA05-D82E-23DE-B15774B7C439}"/>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B9D4D67-CE4E-37F1-EAA0-37811ABF3AE9}"/>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ECF02810-2D58-2FB6-80A3-17101FFDA512}"/>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9AFA2A8F-494F-5162-3F27-C02E50DF265B}"/>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C28AB0FA-8C99-F5D0-5958-85877D8241C8}"/>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5DD1FC85-7F82-2502-C076-B87C829CDCD7}"/>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FF6B22C8-F73B-37A7-1D78-7F4B06AE1DC5}"/>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D18B5AFA-ADA7-C8D1-253E-95E19BD3876C}"/>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FDC4CDF-D636-A99A-2C22-26C467A8279A}"/>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263942A5-30F1-818C-FF09-A9E3799EA884}"/>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F878205-C4A3-EB6E-0D16-40E03EA58D30}"/>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E4D9DF3A-8FE9-0CCA-AD4B-EF1E6820161D}"/>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186B49C0-B782-D7B9-2219-3BFD69DC50F9}"/>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8A19F2A1-2787-5484-ECBC-E0102126E6F2}"/>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A2B2DC9D-49F0-E66C-6AF5-199731C10667}"/>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3B1B18F-9C59-D61A-65B6-5C5527B0092A}"/>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B07D9945-F934-9FE5-8BE6-A5E0A13DDA85}"/>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1571AE43-4B98-C6FB-21BF-D85835E2407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7C1E48-BED8-79DF-3DC6-1083AFDF9A7B}"/>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04B6DFC-A5F1-5EAF-8BBC-31944D878EF2}"/>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B57A52E9-6437-6007-68D7-5DC6214CE5EA}"/>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5663796D-86A2-E7F2-F51A-D2A15DE505CF}"/>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4CD5C82-F30C-2001-EE7B-22E9EB944DB8}"/>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2C916108-8B8E-5105-4748-0016202E5DA8}"/>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B451544E-39C0-EB7D-B785-0DC9CFB388F5}"/>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161710DF-48E1-FD22-73E9-4F9D8B0E82E2}"/>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C3C5D8C-157B-8CBD-906A-B397C76B5E76}"/>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C43EF7AE-F0F4-1766-18B3-359B55C13F8C}"/>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46E91590-66D4-A685-E540-63933622C357}"/>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75836375-97E1-86D0-C6C3-750F4F3F9DD5}"/>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1AE6F405-E813-3EAE-97F5-05E008E8F95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0A0381D8-B666-E581-012B-8064C1C52A09}"/>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90FA65A2-F2A2-10FB-2455-C8C8CEF6F2A8}"/>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E403B494-1A94-3F6C-48C4-3DE8A4BD7C9D}"/>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561F4230-4382-BD36-6522-9B567E951EC2}"/>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6CC8212E-91FA-EDDE-BF49-CD6345D5CC61}"/>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2852D1B8-4F85-7D6C-B010-3E260EA2AFE0}"/>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BA282817-CB0E-978D-E785-847F3F95EB7F}"/>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651BF58E-543A-BD96-41D2-4E5D97CDAF19}"/>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24411AE5-9E94-DD54-7789-78BFC4B1D667}"/>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025EED2B-492B-5347-FBB6-78F4FF6B553B}"/>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987C7769-B2ED-186D-C0AE-20AE4FC039B6}"/>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07439523-FF80-1164-8AED-11B274F30638}"/>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A2332CF2-0E0C-A9AB-2430-1FDCE83871DA}"/>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E923725-3B17-3D50-43A7-77409E482672}"/>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E7F30FA3-71F8-D25F-E671-7E4F8D2F37DC}"/>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13B11507-0F11-EDB8-C408-7624DC26D4AA}"/>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5F10AFB-B80F-9DEC-BC2D-0F23ACA9E178}"/>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B40787EE-BFEC-6B89-4803-D1E478488AEE}"/>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3299A905-18E0-9D4E-4105-E4E8FB389751}"/>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9875A22B-460D-B72E-BD41-DE7AEBB6A788}"/>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F1CEEB12-2084-8127-83AD-8F177744C91D}"/>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0FED420A-B7C9-5B2E-B15F-F8B87DCA423A}"/>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9F378742-DDA6-6557-CFDE-D4E0783C9381}"/>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87B17DFE-E53A-3F6A-F679-0303A20C1375}"/>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24E0AD96-20A5-EF15-2184-1278E4576004}"/>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B3D991FD-564B-D08F-BD88-6F82721FC724}"/>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27BAB3AD-65C0-054E-5146-0860F800BD0F}"/>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54194DA7-7CE1-E5FE-68CE-6681B2419061}"/>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159791E7-BE6B-5536-0D22-F1FD863E709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D842DEE4-1B69-B2C3-FF60-1A9E324A6103}"/>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EFB595C8-8AF2-A763-AA1A-4A59B51380D0}"/>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573D3DA3-32FE-4BC3-9613-92A26D41E40B}"/>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DB1ED9A5-9236-322C-33CC-020AB4383D86}"/>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352965C7-7926-B273-F886-BF420DA23292}"/>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CAFE03AB-C11B-181E-107B-6470E423AC1E}"/>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01833B72-0648-BE35-FFD6-25452596D6B4}"/>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08551F35-80F1-9ED8-E181-F345A25EE376}"/>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36A8B08A-865A-35E5-CC53-3F02D2864B77}"/>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7DDFD13F-DF2C-4A11-C59A-E56BF60DF125}"/>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3AB4B7B2-E901-74CD-EA79-B2FD2B70A638}"/>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DE9BEEB3-9314-B2EE-EB64-B8CFF5B17269}"/>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A6A33E1F-0C45-43C9-77CF-4D551526EB0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A6F1B2C8-40D6-465B-42C2-E5BFFCF329CE}"/>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99BC0504-ABAB-99F3-ED67-93837C045566}"/>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E7BC3EF1-88CF-EB2D-4E78-C18487C06CC1}"/>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2A279C97-E880-ED74-22EE-8A75B60EAB09}"/>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064879E5-708C-C2BD-4EFC-E54EDF397BE7}"/>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A8F5AC83-0F0E-34A7-0225-8F50A6E388C9}"/>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A89EF897-7060-15FB-D0F3-4B85123DF86A}"/>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C7E11A24-2184-B40B-001D-F07145D94460}"/>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D57488AA-E6D7-CDEE-36A7-4E1FD93AE783}"/>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352C0FDC-C527-BBE1-A438-18736DE7F2A1}"/>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7CA66782-99A5-38F4-6953-CB0A5C6864AA}"/>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27E4ABCB-5FDD-3CCD-4B1F-A3D4E00E394F}"/>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9577244E-B28E-19A0-CFA0-1E49AA45B7F1}"/>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1A1733A6-7448-B0FD-84E3-19BE7D1813FE}"/>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A76C3F2B-45C0-5451-4F17-6AAECEEB078A}"/>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EEBAF3A9-FB82-5A0C-D1FC-CAD095CC1D93}"/>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A67408A0-794A-54E6-0973-09EC647D17CC}"/>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C901EE9F-DF75-A59E-4105-7400813B978F}"/>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E565791F-EA8E-9642-B39C-4691B029B6BF}"/>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6053AB53-F001-FA55-58C2-1D5C244A9169}"/>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326E4758-0D06-5427-E390-8E2A7ABDD905}"/>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DE58D90-C19D-E7D9-8603-F878DA943E03}"/>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D3909F6-3B3E-5875-4707-43C8B68F5528}"/>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DA24BA11-4150-A7A1-A8D4-A51502E6B186}"/>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6A62D619-15BF-6315-76FA-80B8A12843B3}"/>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2E7B5EDA-D4AA-E3D0-4118-BE6887AC832C}"/>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15EC2476-B6DB-9AF7-6992-DE6AE4EFFA38}"/>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B095DC88-8C82-BD58-8328-E833E7D8C8D5}"/>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C07F0EDC-87DA-2B28-958B-86F09B0E09C6}"/>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90753C8A-6776-D6A9-C258-357A32CF474F}"/>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E36C2E7B-A044-19D2-891D-76A49001490C}"/>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46F7ED74-85CC-44F3-A086-65B6A2851346}"/>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DD3CCC26-0FBA-C81A-F395-898D667BC7FF}"/>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4B6D7F4D-C2C5-F536-9C43-9302096CE0D8}"/>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048E196-4C3E-B8D6-0B56-06765C413358}"/>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23522A33-8893-42F8-DE1C-7D7B0F02B9AB}"/>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2FED69BC-C6D4-43E2-81B1-391F797C2E93}"/>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905B3289-27E1-62B8-4BD1-9113826AE5CB}"/>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0116736D-5CAD-4A6F-6C05-A05C7528F2BD}"/>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BB99FB45-840F-9DC2-C9CB-35B5659BC4C6}"/>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0DC0C902-5BDE-8071-25A2-51E19AA79790}"/>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9DEB0787-019E-4020-C0AB-839003C2D6E7}"/>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A55983D0-C5BF-4432-4572-FA844DA05DB5}"/>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7F8AC98B-1A96-CD22-CEEE-BCA22D0E7BDC}"/>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F4197E81-AA70-6B11-E8B4-CBCE24A98427}"/>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C6B19C52-FA25-F73F-8BA5-0AA26991634D}"/>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7D777A7-DB48-59B5-4B21-37B59F79C60F}"/>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5791CAA5-5CF7-E929-77CE-69275751DC0C}"/>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C65618B4-00E6-5A2B-571A-16C41BBBE44C}"/>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F1A5ED57-DC9B-7649-EE04-6F73E8690C02}"/>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AF861276-B6E9-34A3-5A7F-DECFA9731782}"/>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E39B4F12-7D86-6568-0925-660D045C467F}"/>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1E5F59AD-3D85-C04C-90A7-635A07646398}"/>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48CBC1DF-7FB5-50BA-FBA4-F96793D8C66E}"/>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A067BE6B-6A9B-5D16-E628-8EF8C30E7E52}"/>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12895B24-DEDE-2A4F-3B52-2DBAE89CF81E}"/>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E8E67309-DB03-DB89-9D30-AFFB7469639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CF71C3C2-4855-9264-4C29-93E137FCDF9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25A095ED-A01B-15E2-C269-814F4A3A707F}"/>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AEE77DCB-0742-3452-F5EF-9C07DBE90A66}"/>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729B54FA-59C5-AD56-2E7B-6A34362B00FA}"/>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4D611C92-BB2C-B98A-6C8E-4AE28EF1A4B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A09974B9-7112-CCF3-67EC-58E889CF296A}"/>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40747583-EE9D-86F0-6661-49D910F2D633}"/>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93F02E2C-9882-37FC-0DDC-DD4A1180AAF5}"/>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64FEE8E1-714B-41CF-105C-5D8B396D16B1}"/>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558AC128-8EB3-F412-13FA-D2DF44956223}"/>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5B83C822-2C0E-C577-F82A-444C6E44FFDE}"/>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BB6D5302-9E5A-9479-7434-820EFDC25C07}"/>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C6E472F8-EADE-3EDC-AAC9-812D5A6F2B39}"/>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B9243E55-D093-BC72-C306-7C71277A5F72}"/>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F562E848-E504-478C-51CC-611F62C5715B}"/>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566D5093-027B-3536-8D4B-70FC87F7CEBF}"/>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4BFC76A1-CA7F-98FB-D8DB-DE155B4832B9}"/>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C93F7249-75E2-8346-2978-0C6748FCF0E8}"/>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3797CE6E-5A89-B769-8E1F-1B919FAEED8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069BF4FE-0CD5-F4EF-FFF1-181933FEC9CF}"/>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4E28B9EB-2889-2FE1-1DB1-EA6F59855FDD}"/>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A587E494-941D-D1C7-7C82-6A6446306C20}"/>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604CD333-3E7E-A3EC-8C3D-D143C50C93AD}"/>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BAC31A5B-15B4-461C-6CDD-F3D993532FAA}"/>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4E1E1071-8533-11F9-F1D5-C7D40D368CB5}"/>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69265099-1ECF-A77A-5506-2037312B9FB0}"/>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868EA664-0BAE-D915-B4C3-36DB515FFC83}"/>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94820F0F-1CC7-925E-ECE9-B3641E0834D8}"/>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37D335C0-20B4-61DA-5359-16F18D8096FC}"/>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6E880C5D-5749-34AC-086F-7C4E2C534634}"/>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8CA37627-320A-E325-CFE0-5D45839D113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2419830D-7E2D-0828-2062-12B3DDC65A58}"/>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522421F0-0FC4-382D-E56C-335E556FA1DE}"/>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E5BA90C4-B50D-9BEB-6AB8-86C2D735FDA8}"/>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8A7A9C10-6FFA-972C-0E79-DE8AF35EE973}"/>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126D829C-C475-6CDF-3542-4E42E7693CED}"/>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3DC40275-6ED9-7817-0F07-CF55657F16AE}"/>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38F464DB-29D3-3636-B343-F6DC9D540BDB}"/>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999B888D-EB98-21D9-6A51-C58EDA87362F}"/>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26B92C9C-ADDD-07B0-A72B-51AE344F4F65}"/>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AD43739B-CC87-C46C-9EB4-F123E5675E87}"/>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041715E0-2077-4AE3-48BA-CBCA2B21068E}"/>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FB94288D-27AD-D758-CCDA-BC8549ED4E9C}"/>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F9BEDED3-BFFB-FEC6-D6E6-26F88F6848F1}"/>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531E6E82-E5F1-8D51-96CC-7B01173E852B}"/>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D62402E3-3C48-4D99-BABC-1BD2742DCB4E}"/>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A69476F6-ECD3-26A8-6AD2-713ABDE3CB55}"/>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D9E1C6E7-97B7-AB9E-A100-346D61E06CB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AEF517AC-0699-88E1-E18B-861CC946600F}"/>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E7860687-B95B-3F68-7E0C-C9343ACD3D08}"/>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3D72F3AC-840F-63C2-0A0C-2F22F483B227}"/>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D8A9C53A-6C75-55AB-F78C-F95CD3C9B1A2}"/>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F12E7235-4694-149D-6093-BC14A1C84046}"/>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4DD1C995-3A08-6B6D-B716-E84B7D8E5D92}"/>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27D5CD23-D73F-D044-9536-29B6868ED4CC}"/>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E5221730-7211-D30B-C563-FADAB673686C}"/>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850037CD-58AD-325B-DCB9-72DAD929B391}"/>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FAAF0D55-E615-BE91-909B-810228A75241}"/>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D30CAFDF-DE2D-F69C-C424-A36AA0E45206}"/>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DB6F58A5-FC98-B9D8-81F0-FAFD534147CB}"/>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DB81249-2260-14DC-51F6-979834FC88D3}"/>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AAF7E478-A411-8D91-B82B-292471FC55C9}"/>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FF14E94C-83BE-6A58-F72C-2404245AA286}"/>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46802005-7812-ABF0-6706-56697654BE78}"/>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F3413806-7311-015B-8969-752AC191C6D1}"/>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A8561A03-0FAB-74AC-F893-A87E374DAC45}"/>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D51B6128-679B-92BC-AF7C-AF2508471E85}"/>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9AEF3D9B-ED42-C44A-1247-F44025CD9A4D}"/>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5A3ED92-1D93-12B3-829D-B5C06B41038C}"/>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59BD1D43-6318-D10B-E4D7-7605922E598D}"/>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57994C3A-891A-64C0-D062-0F6FF6396486}"/>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947CD0C0-3BB6-8717-8545-C225C86BA51C}"/>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C36114D0-56D8-4BFE-BB65-DDF6985747DB}"/>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6D90CB6-AF89-5E7D-C37B-49811BE2EC5B}"/>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405FB632-1136-72FA-1292-C9ECBF78E951}"/>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7E04E4BB-F75D-A16C-11C6-6359EA1F38A0}"/>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90C437D2-240A-BFB7-05F7-53A45694A1D4}"/>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74082412-C1CF-52A1-1666-0B1613DBA10D}"/>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491156AB-4E78-91EA-1F4F-047673798167}"/>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88553D0C-9F29-5FEF-C45F-0D76B13127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4AD379A1-40F1-9667-15E6-D09DF7518E1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CF7ED30E-1B45-FB13-3461-E01F30D51BD6}"/>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54A8C33D-38A7-5710-C2C3-BD8BC4EE0FFA}"/>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53676FE7-40E0-D6CB-0418-3EA3F3F221F3}"/>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A152EE0B-DDA9-DBCD-150C-B15013E0C48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0028CC15-5FE4-242D-58EC-B5A352E4ADFA}"/>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CF2E04D3-B58D-D59A-7648-6C7C9EF8B62D}"/>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9315D549-5F43-4CCC-AB3E-2900DAFA86A8}"/>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9B47D8A-584E-D23D-F5E1-DFBDB727172F}"/>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0234A14-B1CF-BA64-AACB-8F05D2C82505}"/>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75974C4E-4F06-7B14-5074-81F887A758A1}"/>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6ED82913-42BF-C80A-BB1E-62C7DE83B1E4}"/>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5A06CC5E-7858-3FBA-0B2C-BF42BE7BD12E}"/>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081ADB27-0559-399F-66DC-EC80FFE6E323}"/>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92B2C65B-3EE9-28A6-A82F-FC9613735858}"/>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89199834-BFFC-854A-082C-22B134A1FA6B}"/>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F8550FB4-E09B-8DBE-85F0-787BA907FF92}"/>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2DEDEBE6-70DC-B348-58E9-790B7FE0DFA7}"/>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BDD67714-980F-E093-48DA-A137407CE8AF}"/>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39A65540-360F-5C77-0C60-3BE67B643AC9}"/>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85B959CE-C37E-5EC9-A8D8-1B24B0811DB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72618C0F-1CE8-903C-5A5C-E9789CAC7FD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66E67E88-917E-93D8-6BB7-4C21EF2CBF0E}"/>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2C3E6B60-F3DF-E044-A74D-71F603B535A7}"/>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D04B5D39-7FD2-735E-6AF1-BCA695C2718F}"/>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CFEB4FB6-4343-465C-7238-C99FE215DE3C}"/>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A3D85813-C172-023A-FAF1-FC30885AFB18}"/>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C0CFC59A-2B0C-BC7B-FE85-878E7CBB41A5}"/>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B9CF1B54-71EA-83C9-2C18-A95CD9379B34}"/>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A1584922-3940-FF23-D7C8-7DE1E176C4A1}"/>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02B519DA-BE37-A045-8BED-5B709396B31C}"/>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9BF84CB0-EE88-3319-1866-33FC6CEC50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840C297C-B0AD-76D8-1B16-DB2D2BA13B0D}"/>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68A592FB-6594-05E1-FE21-49B9B94350B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EDC9FC2-44F5-27C8-D7DC-06EFE2E406EF}"/>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DB07127F-675C-CBD5-6A9D-9A07E5F70B94}"/>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EA754337-03DE-791F-F87C-FD8CD9A3CE88}"/>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5BECD1F3-E336-D8FE-C0EB-578BA53BE2D9}"/>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CEBBF55E-6808-FA37-43C7-787CECDA7821}"/>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002F9F97-18A9-576D-DF52-35AFF277658A}"/>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FFD75808-4503-E4C0-D60A-0C5A96118528}"/>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F4375CBB-544D-6A23-ADA6-FF202FAE047C}"/>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48B44760-6ECC-8DCE-410E-AF41E4179EB1}"/>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D3A34B9-2E73-5C09-A2C6-A318F297B406}"/>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663357A1-C478-2D86-0965-406ED072C4F2}"/>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C05D141B-116E-2FBF-DAF0-9ACEEBF3CAB8}"/>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D74AE8A-C85E-0F62-B603-74764E4E126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0286FD05-01D1-700F-2C0C-C8EFF703D120}"/>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8F35087B-B19B-9A30-D5DB-B96D00584A17}"/>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27681A56-1DF5-AD1C-D1AA-F16A536EC83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95E4293C-BBAC-98A9-D683-E8D6B1E5A695}"/>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180EA20E-4E94-9858-2ED4-406DE8A76710}"/>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6F3F4104-0BE8-693B-4586-F763103DE12E}"/>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CF76A9C8-5439-2D1A-27C5-3DC3A5ADBB53}"/>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47835BFC-9AB1-F104-33E8-4A7A1F5A330D}"/>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A37566E4-969A-01BC-38D7-87F2D2E0A60F}"/>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842D1FB0-3C6C-ED44-96DE-5784495D3BF0}"/>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CC49CB98-2FCC-3375-F60E-20827095FDAA}"/>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07481711-A42B-D5BE-A27C-F87CEDECE170}"/>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F01D8860-B1AF-226A-FCEE-F482D3D419C8}"/>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A9F83148-41ED-C337-318A-D6536147FF0B}"/>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4905A859-7EAF-87A1-79F7-D3ABE39E2912}"/>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589E934C-1496-D86C-DF3F-97D4F5A95393}"/>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6C1A1F79-834A-2F78-19C2-21380AD902BD}"/>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90CC3F1E-92B5-3899-B64B-5225F1ADE9BA}"/>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E5115A30-DA12-C802-2BCD-A6CA8A34EB56}"/>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7AEC33CA-63D3-4411-D863-8E7FCFDBF138}"/>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3B053B89-ED84-0F63-68AB-479539D23462}"/>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0D469E72-75E4-890A-0C7D-DA4CA8154250}"/>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568D5C62-2A2F-C0B7-BEA4-62BF3DB82DD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B613A85B-6C26-770A-498B-1555C112BCE1}"/>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0CA2C7F0-56C4-2BE5-9F23-B6602F69BE01}"/>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4A659CC9-0FCB-B3ED-2900-77E4769E07AB}"/>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815DF80D-2D07-D32F-7C8B-651864CF5F0C}"/>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811E39ED-3115-9C6E-F58F-64B3D7437145}"/>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14E389C-1730-8590-24ED-D351AFD4120C}"/>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120C8EF3-A629-B08A-CDE4-9C45353F62E4}"/>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4321A8FA-9FD5-9C63-E32B-225E6669719F}"/>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FDBC5162-3BCC-1486-96C4-93C4E5DE00D8}"/>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02FF00BB-83BF-6DA1-E28B-7177D5F0F8F9}"/>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075CEF9A-67BA-8FBE-3C0E-B69499F34BBE}"/>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FF08BFFA-6FD0-9DD0-8A5A-97092B5A5C22}"/>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F8397B21-5458-E79A-46A5-94845D03898F}"/>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D067F18F-8C3C-AF12-A5E9-427DE9A7F5A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4E3C5997-02B9-B4D4-8F8E-1270A666A79B}"/>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BF468BFC-2855-6407-FC1B-444867D770E8}"/>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C2FAA2C7-6205-E5C8-A458-BAECA528557C}"/>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0AC8D0DC-7188-9F97-AA56-FFECE1568F12}"/>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B26E86AA-CAE5-ADF4-DD45-E42FC9E4C11E}"/>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D93DE641-6AA2-3466-F93B-BC4BAA3D7CCB}"/>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5D1C990A-9876-2416-C157-6283AEF57C19}"/>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68ACF2F7-61DB-963B-6732-62AF9268ACEC}"/>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2E1DC288-462A-1649-4E35-438FB44ECED9}"/>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3960AA3E-26E4-BB18-9A85-6FE623B32E7E}"/>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952F04EA-426D-3CF8-F78A-0B22E39D1074}"/>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8D928D2-5A18-AA83-B37B-30A90C638B6F}"/>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59B6C591-6DA8-4D6E-DF0F-629353673F80}"/>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6CAC8589-D2AA-51C9-57AB-6EC92DDC2EAF}"/>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E3596E93-B7F9-609A-16DA-E13BF358038D}"/>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F43D96E-62F7-EC39-EAFB-2FD8DE60FE88}"/>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D800A3C4-F3D4-9EA7-ECE1-A84F0815A898}"/>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054DA8A0-F692-F9CC-4B6B-375D370F65DA}"/>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B246037D-4AF0-ED7E-714C-15362730CB14}"/>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1C512F9B-5E9A-06DF-3166-5C0F16D83CC0}"/>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D5F3AFBF-C5BF-17E8-69A9-C690F32C4008}"/>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AA778DAC-5341-FC8C-11BA-3D15B4683EB0}"/>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D528D7B4-31AF-8023-BA48-33F1FD1334A2}"/>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6911B985-6A0F-9B05-C53E-725376CB7C9D}"/>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A0C4D539-DE7D-73AF-81F1-C52E1FB8732A}"/>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9B6BC697-A62A-0BF9-5E21-59CD57452E34}"/>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E97F545F-DFD5-6CC3-5C7C-36C62EEB575A}"/>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FE5D11FD-FD97-DEAD-3D8E-520619BBD731}"/>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95048997-E30F-6050-B662-E52C76E8FFEA}"/>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121E155A-B704-96F9-56EC-FEDF9B1BC11E}"/>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0F73B2A5-55F9-18AB-8F6D-6A4682CA7890}"/>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3D708EC8-273F-2F7B-253B-A76B5AB9A562}"/>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FBC7E4D3-DCCA-19F7-3055-8C7457DAC63A}"/>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B74E7145-61BE-7E9D-2840-F35EA8B5E52A}"/>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263CB6A2-4231-1C67-3DF8-9301E3753F4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F81A65E5-2A5E-604F-6873-3A3F2AE93259}"/>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D0767D2E-203C-54EA-3EAA-9AE7E9BD368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AB774643-EE01-41F4-F4FC-F37C3B2DEA19}"/>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8F2F8BF0-3803-9B0D-0316-3BCB0404B9AF}"/>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3696ACFE-FE6B-AE2F-2E22-20301E591927}"/>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81739C81-8AF5-AD5B-F543-937BB44732C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BD1DA60C-F8E6-1B33-B793-1901EE0BF8E6}"/>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5D39E421-CD8B-F9F8-4B85-61B7DBFCD46D}"/>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189671E2-0E06-507F-CCDA-605C0CE0FF6F}"/>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1DD21861-EF8F-B674-0A00-0C2D6A81E1CA}"/>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53B61CDE-687E-788E-3C46-70038F54B5DA}"/>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659284D6-6795-FED9-2925-75BDB903892D}"/>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A834B517-F12F-F3B1-869D-6D5B328101F5}"/>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FC34D4D4-BDCD-0FC9-06D0-7116B7DACCA9}"/>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B4A290C5-CE1F-AFD6-3143-9059D1E501EA}"/>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31A668FE-15AE-48B4-3F93-D2CD2677D0D9}"/>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B7DEE00E-0693-31F5-3D85-51AE53EB2ACC}"/>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890A7475-0D88-518D-E37B-534CAB3B77E5}"/>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BF4F34EB-64F1-160A-4826-760FA81A06DF}"/>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6E012194-2093-F75D-A5AA-69201B5FD6AC}"/>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7C13954E-2F5E-811F-BE7D-5DF9CF53D401}"/>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A063E64D-1519-B9C4-FDC5-C5649032606E}"/>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5663688C-0CE2-99AE-C0FE-3D29469855A3}"/>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E915B44-7681-E17F-F7DE-0C7DEAC19317}"/>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8E99538-462B-6D49-2E88-87327D8F36EA}"/>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6CD4C9DF-1A4D-EEB7-BDF2-7E33BB523C42}"/>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30CA590C-CBD0-8BEB-ABE1-EA9B09E6FCC5}"/>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D492CB65-596B-FB05-45FC-9B941C3D57C2}"/>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D2A06BBB-D872-ECB3-8DBC-8C7136BD4C16}"/>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E524AF55-32D2-CEB1-DCCB-026E8453239D}"/>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7577AB75-0A2A-DCB0-DA54-F217E210EA0A}"/>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C1602806-90BE-6A2B-B740-8C2B24E47B8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AFEA99D0-CE17-D509-5F38-395DA5E6F462}"/>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4B316DB0-4CE0-E3C1-6523-982B04FC6941}"/>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862C5B08-84AC-C4AD-AF3F-BA2FCCDEA312}"/>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81902A39-2C74-CA99-70EC-61BDB77582A5}"/>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D96EF7B9-FCFC-CAEE-7E2B-2D8FD21624D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6F02D9BA-C1B0-2F19-00AF-D8FBD5D06C51}"/>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970A7A82-3FF0-DFFC-AA99-4B10858799F5}"/>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1010D764-3D33-8688-230D-7FE81F410ABF}"/>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A5E58F3D-DA6C-03C9-F305-C6C4488BA50E}"/>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4F02878B-1D4D-304B-2CFF-F1F7DCCDE761}"/>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D4CF2D4B-4F73-F19D-2C22-77150775A620}"/>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BE32E92B-59FF-D7DE-931A-12FD307056F1}"/>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9EC042B-71F1-C7F0-112E-9D8FADE9F803}"/>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1B85BCAA-4D14-1606-061B-B9F8C9F793B7}"/>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6BD6110D-8C34-9FCA-B579-55FCA329A526}"/>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A4F129F4-B55D-CB81-0ED8-CBC269036A3E}"/>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4883F9BB-0FBC-07AA-C933-3E3A0F43E26B}"/>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168DB961-1ADD-FFEE-2929-07D0FEB9A199}"/>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23E53EE6-3A19-069B-2EF6-A9E1588B19F1}"/>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84EA54AF-F8E9-07D3-DC3C-17272157747E}"/>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E3E3394-C203-E4F5-2C16-A98D9018AF79}"/>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B8BE0720-8DD6-B7E3-6744-F14FDB5E4F85}"/>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B0F378F4-5DA5-2B8A-43CE-846008954EA4}"/>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894E1D2C-3C1B-FD2B-C234-79FD8F24D907}"/>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ABCB8672-70A6-BFD2-1193-14F4FD3E6017}"/>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2E3B4D7C-CC65-6D81-5CA8-3AA0831E1CEB}"/>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E3242DE8-8BD8-BA51-28C6-C2EB7BFFDEE2}"/>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BA02BD07-E9A8-85C2-F187-B010BACFD567}"/>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C2094675-33AE-CC66-1ACA-06A59479917E}"/>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8B454A51-46D4-1C8B-62CF-DB6F010BE89E}"/>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F8A9668B-C3E1-6C5D-3D71-208BA54246C6}"/>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EB936C70-B901-06F1-16EC-B8B8E97F8337}"/>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485DA756-6A76-46C5-BDF9-817DFDBEE5E6}"/>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350AF979-E885-E35F-CC64-64DAAC273693}"/>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F8DD5BC4-27FB-0451-F635-7BF5DC8B7F8C}"/>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714F1084-63C9-A834-DFAC-571A3F69E030}"/>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3E42E2A8-59CD-6A83-3A00-06CD3940A326}"/>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FE179FC7-1797-9DA4-5C30-6931540B9E37}"/>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A7561912-D4D5-042B-6D47-C114D0D0272E}"/>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A4BF9288-E0FC-D578-B027-93C512C93A5C}"/>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F2642BFD-E870-6753-188F-7FE95EAE7A55}"/>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442F592E-A643-F5F1-4741-34FB6919F751}"/>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592C4616-B5BD-6637-2751-27F246FC7053}"/>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D7D4C4F8-76FA-824B-138B-141F5338D8B8}"/>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199DB1-7830-214E-6EC1-E26CCBA8EAD8}"/>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BAE17733-C063-5DEE-E8AC-F83467DBD680}"/>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04607B7A-4F60-81CD-3E23-1D7A9AD820D2}"/>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58FA8A13-58C8-B950-30C1-ED3169D1E9A6}"/>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7BC3FDDB-0248-A40D-CD90-2FFD72C5678E}"/>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6A5FD7AF-2404-A6B4-0840-C26708F078A3}"/>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89D809C5-B5B9-4FFC-9488-AEC9F818969D}"/>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D2E324BC-6FB9-968B-BC71-82146A53799A}"/>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FEC52104-2EA7-53ED-017A-E54B7611032C}"/>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247D30B1-E4FC-C351-3443-DEDFE105207B}"/>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2C03EE3B-9D44-15CA-32D7-329A9E068D99}"/>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2BFCB2A4-FCBD-0169-DDA1-1DF6BFB86B1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171FEA04-DF69-0EA5-A933-634AE6CD5444}"/>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E20C799B-3E90-06F3-8F39-9A732089E41D}"/>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34A22B4F-71FC-84A4-E7F4-4CA830F7C10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4C36F165-0CB7-61D7-7BE8-D0176992EABE}"/>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FB192937-4843-CE53-D9BE-912CCDB7A9CB}"/>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82391CF-1FAF-93FB-4ECF-80CF51BD78B5}"/>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8D9C42BB-B393-C61A-1104-EA34C2581138}"/>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6BEC470D-315F-6335-4F8F-87BE715FF85B}"/>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AA8FFFDC-5F0F-5451-4405-CDB075DD6D02}"/>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AE3F62DD-8592-6D25-7115-A49DBE0EE973}"/>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C7594540-5B29-DCD0-0506-551CB300ED6B}"/>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229DDBCF-6BB5-DB00-6AE8-8278A01B76B7}"/>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415DA3F9-CB14-5082-4BEB-68DB35783410}"/>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4E4FF8B1-512B-4460-1D77-E454D5198E2E}"/>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C57541B2-6791-ABB0-F3C1-245B097C1C8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1E2385D6-97ED-AE8F-A4A0-7387BF30E0F1}"/>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36539DA4-6F9A-165E-2DC1-C84DCF16405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B5BBF443-286B-9287-95A0-6657AE4531E5}"/>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AD3B45CA-6F30-24ED-9FE0-2EB9E4E385DC}"/>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6928D298-ECAA-784A-93D6-54A3364B7CFB}"/>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D95E7C8F-4497-315F-387F-08F7EDC4B57E}"/>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93CF8CB7-A9E5-3D21-773B-57DC6D96E7F5}"/>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1CC13165-5DA8-A59F-014D-A5D88949DF32}"/>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ADA3947B-6437-5662-2F90-A73975FCD224}"/>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DF01D468-9B23-91BD-C9CA-90947BC32FDD}"/>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CC9405FC-E9BE-606E-C3CE-253BEB695219}"/>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5E140F1A-DD32-138D-C83F-9985E8852132}"/>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B28CC2C2-3609-837F-3B62-986C592C4929}"/>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2981C3C0-68BC-B697-CBFB-A8CC14064EB7}"/>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CAB90886-FEF2-2CC6-3D6A-2C46D42CE7CD}"/>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08E2CA0D-0CD9-3F92-8A0F-C6FD606E37E3}"/>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974570C7-D61F-6D4C-521C-3F1039276577}"/>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31DD30B5-F058-66BB-5969-2A7D628C9574}"/>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A6162BEC-F6AA-6AA5-082C-11E1C019DC8A}"/>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2732A77E-07AE-CFD0-D0A3-82616216017D}"/>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C4FA5811-D8CC-AA8B-1060-DAFBFDA8CBE7}"/>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15E1BFD2-4A75-8EAB-4491-84A53F9FD6BB}"/>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3A45EE29-8188-FCC5-E0A0-26AC22EF1E32}"/>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300CA83F-C681-4C7C-75CC-B771BE9FB06B}"/>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0A0112D-B97C-AA6F-1411-194B168E2674}"/>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29AD891D-3D5E-3413-9912-FD254886E41E}"/>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BBFFA220-B56E-25BF-A8E4-B1E81B014494}"/>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A6BEA5C1-7C04-4348-804D-C60559D23DF1}"/>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56E918A4-BE46-14E1-39C5-E00CBE758BB0}"/>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E68F6E2F-A76F-3DA5-84D7-5E7037A356C8}"/>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6C0A7655-CACA-7555-2114-76550E38814B}"/>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AEBE1803-C300-6841-20AA-D7A70CBC0F54}"/>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883C9410-D83B-6332-DC70-E7566EDDF6B5}"/>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DC30103C-FACE-C0C6-BE5F-20468C1BC529}"/>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93E4FF72-612A-8AC2-369B-7937710FDF46}"/>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6548E2B5-0907-F0C8-DB64-4EF152CB02FA}"/>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09091C28-B653-D232-81BC-DC6967258DF8}"/>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92898749-ACDD-9CBB-8693-D0975892C382}"/>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DC3B774A-39D7-74A9-6619-F67547E1A7EB}"/>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E9B454EE-B93E-2F78-4F3B-7D2670BE60C9}"/>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EA923FCD-7445-B639-CF31-486293EAEF57}"/>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F7C25944-90C6-4C39-B3D0-46EE109E5571}"/>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5428625B-9417-A247-FE53-3DA21F2E76D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ED111F7B-97F9-052E-EBD1-64050A8B98FC}"/>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9310D6CF-0481-699B-B1CC-DACBAFF39D02}"/>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0D86F9DB-E65F-8BD5-0DC0-049A0E6865D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D5779AD-2236-3A04-699A-537815156A6A}"/>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D26B41EB-93A5-33E2-F331-2B17DC01AF49}"/>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F2BC56C1-5E30-C6CC-6AA8-C63509AD8DFE}"/>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7A799E79-85AD-FE58-F43A-239BED81FA49}"/>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D6E1CA6A-F001-72FF-D29D-170A2CC3F4C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3F2886C2-B15B-029E-F44E-205A5826A370}"/>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0C590F8B-35E4-5732-AA76-4A2454744C2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95CE9DD2-89F2-BD96-5150-44AA79217BA6}"/>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534501DC-FC31-BE68-0795-1B3EEB808D95}"/>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537ED413-5CAA-8028-28A6-D7E236D8CD6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CEC6E9FF-71E8-A8D4-3C20-F5F4B9E9B02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8E6D22AD-33BE-7197-97FE-EB4E7DE11E53}"/>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118E9522-BE72-C6EE-451B-2BC5AF7319DC}"/>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F80C24FC-A62E-F5FF-2255-CC9ECB7AB767}"/>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62B8A79D-6355-1680-6A0B-86273F11A9AB}"/>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1F5ADF3C-8904-0798-173D-5CB9AAA7C921}"/>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356E0D69-52BD-C609-9E57-D724B77720E9}"/>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AE5E5402-D4FD-5E24-8679-075C25A63B96}"/>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A95B5ECF-7BD6-A9C2-D0C8-D6E9E81CCDE6}"/>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71615F4C-4083-1AC9-C440-A376E7CEEB2C}"/>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3335F226-B6B8-1CCC-D8DD-3189E25A7B04}"/>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05D7DB7F-FD34-D70C-FE42-9B146999D938}"/>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F1B58C07-BACF-B57F-482F-04334166B231}"/>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932FCC7B-588C-69F8-8C3B-30DCED0918F9}"/>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3EB36407-5708-429E-59F2-B5E44B6E797A}"/>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153FC7E3-A0F3-96E7-B11D-09F98511D3C2}"/>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27370674-0138-80DF-B27A-FEFCF5D8037E}"/>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16C37E7C-B831-B8CE-D52A-F68B7163AF06}"/>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1035E00-C647-3253-481D-024264006B43}"/>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8E42CA9-9D53-0C0A-1A72-6DB19A172839}"/>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22254B12-025B-8CEF-8C2E-8BCF2EBB2C02}"/>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010DF012-4153-34F7-2F18-FC1C68C7181E}"/>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0AE6DE0-0356-B961-05F6-7704BB891E22}"/>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E418920D-11AD-E805-5A66-47787D2EA321}"/>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AC74F31F-D5D3-4C7F-D8AF-972F8C9DA3BC}"/>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FF0CBD70-14E2-44BE-1A22-0E8E97CD721F}"/>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C5D3651A-B6B4-0B2A-6A44-EA295BF3374F}"/>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9ACEFA7-0100-6917-850A-5401526D30D9}"/>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705EAED2-E9FB-E437-7F61-0C61EC3C91E4}"/>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B8640AF0-1280-2C2A-2B54-0F0F2CC335B5}"/>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42297C3B-154B-BC6D-A809-E10406FD3027}"/>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954EC90F-0C1A-692D-9650-B5095658415D}"/>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04132669-7ED4-28DF-00DF-D37E27534F6F}"/>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6BE40DD5-B929-62CE-6ACF-1EFDF63483C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DB15F569-6E0F-D320-181F-8031D7D3A4C4}"/>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0F6AE291-B8C3-E4E1-A3ED-E81110E4E36E}"/>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676BDDC3-D174-A0B7-30EB-FB64F039E42F}"/>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C71C31B8-AF70-1138-C924-E7B277525B76}"/>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9B77F21C-34C5-B70D-F918-58E2467E9445}"/>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DFF7981F-9523-8B18-3BBC-6A88F5A5A5A8}"/>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6E3A0E9B-9FC5-241F-8DA2-13B6A42E906C}"/>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17815E2C-6A9A-8BC6-B1C8-81C9F1184DA6}"/>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95AA5B23-60AE-5B79-36B9-52DEF963579E}"/>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2CA8AE61-EC94-4D7B-DB64-CA5826DFB52E}"/>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666E97E0-4436-5254-3E33-5BEC25D2BD24}"/>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40DC1774-B347-B9DD-DDF6-0C28DC9BE4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3D64F19D-9880-34D8-541E-21F800AC9312}"/>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B57F3467-D6CB-4E50-EFA3-77F1978F87BE}"/>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75C868B0-29CF-E954-93E0-CC4DCB8640CB}"/>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08857AF1-C0BF-BE7C-877F-5AD0CD73E025}"/>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FA0D276D-A0FC-85BA-F203-544B69B17527}"/>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32E6C9F2-66C9-199B-9B66-9501212B51E3}"/>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E3B3FADF-8FF9-A207-2332-FF848CCAB81F}"/>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EC285622-F745-D90D-7371-5B161FA9F844}"/>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D859C943-5F58-FDE5-46DE-A9065780DAA6}"/>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0FB895F-7826-0676-49C3-1D0EC0D59D8E}"/>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542F7712-BE28-66F6-9D1C-A9F247231B76}"/>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49664913-E4CA-0A49-CD6E-3FEC039156B6}"/>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58E20D19-0EA8-57F8-09CF-92F66D1B610A}"/>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FCC74B3-E77E-F07B-721C-46A8EA026D96}"/>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A17781A1-DCDD-D45A-6468-78A64D5A0EF7}"/>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8855F812-315E-DCF7-DAA1-C448EB9F3BD6}"/>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7AA37C1F-B2AA-47D0-D08D-3C9B4EBD2F34}"/>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A0C2DE05-5270-FB1D-0F6E-373CFCFA9595}"/>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808B0CAA-21FD-8833-63C2-88760A2C63D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6F2813B1-FE7F-B531-8306-0CD9E7DDE9DC}"/>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27D5459C-7846-4EF1-9540-210B6A325A73}"/>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8E14A272-4088-0879-1495-7F491581F9AC}"/>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64AD30C8-F95D-0FA9-074B-FEE78FFAE40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9D9532BC-D157-71AD-1009-E646DA573B3D}"/>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2806445B-CF41-48F6-3B32-FBE56161740A}"/>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C8FF6471-AF08-3144-20FC-FB90B447659F}"/>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9B92EE71-AEAA-B736-5E13-6AB9BD556323}"/>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C8BC6605-D9F3-1DAD-B4F7-169EDFCD74FC}"/>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8EDAD799-7BFD-AED4-51A5-7E0651BA79C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8ECC40B4-2ED4-E558-6D96-AD25C0246F1B}"/>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C156FA69-7123-A381-6957-D307BC584B00}"/>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516BAE09-85A1-6351-9966-92428ECD27D9}"/>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E0BD491A-0F35-D3BA-35FA-5BC59F562090}"/>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AC16112F-9188-5AD3-178D-7C092B0BA543}"/>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AD7F58E0-CB59-3CB8-128D-5E9E2389E968}"/>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6ACB600A-541A-39FE-CB91-57277F20E704}"/>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6043D0B3-761A-F80A-3D7F-986156B0A8D2}"/>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CA233A78-6F1B-2966-142A-F544A7F852CD}"/>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459DE4BD-E6B5-2997-47B5-AF3CD0F57E41}"/>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1C3D2419-0F66-25E6-26E5-DC8C1871CF42}"/>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F9DDB10B-15AF-DD7E-2ECD-C2E78CE0B355}"/>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F6ACB6CB-40F2-F842-ADB1-A47C97034E56}"/>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8AC93F7C-C6D9-B858-F936-EB98E45EC7F2}"/>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1B07F0CC-31CE-666B-65FA-279C8A576291}"/>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A307684-D497-0983-B4AC-0AC8CE2497BF}"/>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48CE14F1-45D2-9731-9B24-3587A851F301}"/>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7EA687D4-02EC-3E04-F470-1A77B1119A8A}"/>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B3291071-9C96-14EB-B59F-95BE67E7AA68}"/>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FF330CE2-4BAE-B29D-246E-10BCC847420C}"/>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1499CE60-E029-5CCF-3745-2AE9196B79CB}"/>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5319C912-C603-678D-A189-23AA8B397560}"/>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697AC925-9E59-24BC-707A-69C49491D2B3}"/>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526B43BC-6F2A-3E68-F4C9-81D0DF0909BD}"/>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7191DE2A-7836-2BEF-94CB-2F529EC56BE1}"/>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5CFFC47B-E331-1161-53B6-0FEFE5299D84}"/>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04194103-7AEA-9A18-02E2-9398FDBFC5F0}"/>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5ECC2B7-7BC6-8DEA-4623-3CA22AB2625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99E1DE83-75E9-E7F7-8001-2859EB2846DB}"/>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D7F6FCDD-1620-C10B-9BA4-EB10CA9EF00F}"/>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7E859C00-A15B-3B72-CBA0-A47329E6B7BC}"/>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DB389C21-C556-86B5-2759-EBEF9540D8E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404F7DFB-86F1-9C74-E24C-EE5599749717}"/>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CEA0C7D5-239C-05CA-B826-6DBB767D26EF}"/>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51C863C9-D3E8-3C73-2EF9-229963FD35AF}"/>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264F1472-1994-B8E3-09E9-FA72ABCDD61F}"/>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D7D9BEA2-EB9A-3556-6273-D9F6F5B90D61}"/>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FD0A3686-CBAA-A54D-B8A8-87FEBB3D0AFF}"/>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78C93E94-F11B-A1FA-3781-FD4F8613D51C}"/>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1679C1CE-085B-7B12-6EC7-1D723D829D16}"/>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1A2F42C7-9FEA-6D97-34AE-0CDF302F1BC6}"/>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CCC09BF7-91DC-E8AF-EA81-2C944EA27F01}"/>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2B0C78A7-624F-744C-1139-D6C887425EAC}"/>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7A9B75A-A1D7-A376-7477-FB8A52E27C19}"/>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07E8BF2A-9511-D1F7-0FF8-492EC40747E1}"/>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8C4D6275-68E2-B9C2-3775-3E83D21A3731}"/>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81447F62-CBBF-ADA8-FBDB-1AD6364DC11E}"/>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875176C2-AE9B-5034-D752-3BBFD8CA95FD}"/>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C4158A2-73EF-9226-F8DE-F9EF16C36D92}"/>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0F29AFE5-AF2D-D47F-695C-65027B50B730}"/>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421F4C51-4EEF-00C1-D00A-3436F5DEA57C}"/>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3A71C90-A501-F4D9-BF8B-0BB665946D9A}"/>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4DC80DED-E115-ADA1-953B-2BF43FCF1EC5}"/>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F77B5E4D-4774-1CBA-2BD4-68762B880FA0}"/>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4390ECD7-DBAD-F181-7D78-6C3D628EE342}"/>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7689D3E-5BA8-2A3F-9194-A2BB0FBB7237}"/>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3EF148E3-D9BC-ED37-D0A0-F4CBFF3E97D9}"/>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17A0FF17-4DC3-99C2-76FF-465B30BB6587}"/>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B54EA7A4-1A0F-2C32-FE7F-F148657A8FE5}"/>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C539F99F-1E14-6456-B001-DA26E96929EA}"/>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5BBEA1F9-1EFF-D269-7958-B36BD3304FF0}"/>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E22C4258-40FA-E0FA-20D7-0916AC8DC4F6}"/>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30EC9683-C360-F01C-6309-9207B235673B}"/>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85784391-3FD0-13B1-87AF-F69113929EE1}"/>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6453042F-1EB5-DBBF-27D9-B92032D6412B}"/>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9C4F8BC7-8094-FD92-2EFE-B24D2134A9B8}"/>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648B8E77-FCFF-3DE0-4FE6-CEDE0071AF3E}"/>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8C1B9772-ED11-5A89-1906-160371DF41D6}"/>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D4BBD24D-8D5A-4D51-746D-432FB00F99F6}"/>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A4BBFDF-6568-5FA0-F8F2-22E728F7A379}"/>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E8297F3A-3B11-A4C2-E918-08A71E794D95}"/>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EAB30B2D-21A7-C674-6252-30520E03B308}"/>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AEBAD2E4-AE77-8C42-3713-1DE1D932A34C}"/>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0C7B3AFF-FA07-D1B1-A07B-3F0525AF94A6}"/>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DE5D9796-7A23-1EFD-73D2-B30FB19438F7}"/>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5523B555-71C3-56F6-7034-60E7ED58D2E8}"/>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3F2C8DDD-F4E2-7A5D-2F98-FC4FF0481188}"/>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FA76654C-91A7-A887-DE44-1CC338FC125F}"/>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1E46C0D0-91B0-7117-4DC1-C58BDCB74810}"/>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496F4EA-8432-1CA5-30A8-D180D6DCEA8B}"/>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9D574C65-5C11-E3FD-4A0C-00FCC51C532B}"/>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A65548F6-A83D-1CD3-39DC-3EE6EB74143B}"/>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E7D60040-A42E-6FC9-8897-F2E5A8766667}"/>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1F4D5A38-65F5-CED0-1378-258998C94BBD}"/>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12DEC223-009C-BDC7-28E0-0964096FA470}"/>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2C62D1D0-6F4A-A334-B674-B99DAA34DB48}"/>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F67D47A7-CFC3-135D-EBA2-BB11C59A3798}"/>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5987D9A0-A072-6B08-CF9E-8C4E560E1711}"/>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FD17433B-66C6-D6BD-7BED-4FFCF2695CDB}"/>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4B13AB77-696D-327F-C151-A0565C81DA34}"/>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3C8D8FD1-6E9C-2DE0-517A-BB1BF5B265FB}"/>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F6FE58C8-2720-AE79-5D7F-729B2FBB22EA}"/>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489B2BE4-5AA1-C04C-0760-71AD049F0B81}"/>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21B48C2A-36DE-5322-AF19-E7E8858DF2BE}"/>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73699362-43F5-836E-7A4D-25A41BCB713A}"/>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A7A331E7-4A7F-A73D-BC67-D5ABCF2696B1}"/>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AB6CD7BF-EFFE-D75C-0F1A-9ECFE03B5373}"/>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3ED2B0C9-1097-E216-E162-1454EC9BE736}"/>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B0ECFA30-7B72-141A-79C7-9997F65DC32A}"/>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DC8D6694-B3DF-7027-3F35-DE29978E7507}"/>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3724E495-A0E5-3E7D-0B0A-5D93CFA1DB7C}"/>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C5754642-9FB1-4C35-6C29-DCBBBC1CF042}"/>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6178D96-A2B3-3995-8E15-D01CB43969CF}"/>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3C95C05E-8BDB-65C8-DE83-7688B602FB9C}"/>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E7DD2FD7-B587-54BF-FCFD-7CE74A59DB76}"/>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D7F86E22-3AD0-B133-D89F-58646338580F}"/>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1215A96F-CE2B-0C94-5641-16B65D3813E2}"/>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D7AF4A63-B4FF-FF94-BCB2-BBB8FC0AB70E}"/>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BBD86BB5-7B98-B6C7-A721-6235E65BF5E8}"/>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D0240823-38EE-AAB1-BB20-618150CCCFBA}"/>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842A7C95-02F4-0D88-BE87-0D3F0C03C852}"/>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2644678C-2CC1-5557-5FB5-AB99D04B390D}"/>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27271740-51C5-5087-0D36-29DFA2DE19DF}"/>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0B2B953-8B2B-7AC4-4BF8-4DD564B48FD2}"/>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D4489E24-9419-B9B0-3F52-BA08A33611B2}"/>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07907C02-1718-6C7D-424A-8CC964DE26E5}"/>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9FB7FE3A-4220-3384-8B66-FCFD91B22091}"/>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6AD0A380-C70C-FB37-43AD-9F0EBE419C28}"/>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FBA8126E-A6B1-0CFD-F380-C4625A3F518C}"/>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C98F7313-2C3C-E915-8714-9D0324FA8877}"/>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C1C876FC-E992-0872-C014-71AA8CB6E842}"/>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F01D47DB-16CB-0BF6-0968-BF6CCA543C40}"/>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58BFF063-8594-261F-A7F2-BC96C128FAA6}"/>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ED3A4056-E303-FF8F-4D86-8EC23950C3C2}"/>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CE4910D8-C4BF-008E-E8E8-653E8630FF48}"/>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596D318E-A863-CFF0-70BD-4B443D54CA45}"/>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276E7689-31C0-1FC2-C081-E9EF15259A2E}"/>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05CB4681-5567-A6A6-C75A-95B4C71D3D59}"/>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917E8D4F-8229-7B56-999F-05F5C05858E8}"/>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C17D8A87-5ED2-68C0-B6FE-34276721199E}"/>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FF5D9E74-E4EC-A430-8E23-3CCC4034B93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3013521-8188-844E-02BC-84D32AF52FF0}"/>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2A4DC0CB-74A8-3455-745A-60D998FE4071}"/>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C3A7289-6704-E49A-F981-2EB0EDCC947E}"/>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4F533536-4BE1-4D9C-504D-D2EBCEC7435C}"/>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CD75F560-1A32-4FD7-86EB-61CF863685E5}"/>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FACF9F4B-A753-DB4A-2F35-F03163CB2A14}"/>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26D42CE6-23C1-4E08-88F0-A7FBED3F8E3D}"/>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A989A222-F121-6922-CA11-9D1250C29647}"/>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A8883571-2F88-5802-06A6-05DF8701F43A}"/>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20DA5CA3-8565-B74E-7BE8-FCA64ACADD02}"/>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7DB0909D-CFEC-38D4-D222-99AEFC9239EE}"/>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0F3FFABE-8DD3-25F8-4950-9CA701FD5975}"/>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273AE27C-7AC0-101B-8B05-F8EFEF795EC2}"/>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1F88AB03-9DC9-75FC-FD72-DD802D378AA6}"/>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3E8645E9-30D7-A16E-AECA-E44CDF2A926A}"/>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E6123F82-1E12-C065-A72A-4ADD60F377B7}"/>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84839EFE-26CB-F413-7427-8D1D80697D1B}"/>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D32A161D-6D98-83D3-D16D-87A496950453}"/>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720D8BC1-DCEC-97A3-DE4B-67C6961A4780}"/>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E5478112-5ED5-50A0-BCA3-492FCECD485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C8567CA5-D833-C7D2-1028-FEE5FA3F882B}"/>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A6E33E9C-FAAA-F38B-05FC-A3939D7CBD5F}"/>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476432B7-88BB-F096-D761-BF5183DACAE2}"/>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75644C1-BE7D-E86A-5152-2CE6A90C1D2E}"/>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4586F017-EFCD-D4A8-DA19-F7CDECCBAF18}"/>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0A8A10F2-A551-028E-411A-95ADA382A4C2}"/>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39B46B80-A015-16B0-D702-A5C4FA86F0B4}"/>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6E11A254-FE29-177F-6F18-C6F8FBBF1381}"/>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ADEBC8CF-14F1-E8F9-BA62-B522240DFF3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38353348-2E1D-00B2-66D8-DFB761FB8609}"/>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06F6BC20-BAAA-5DCD-9083-CB3EA726E28D}"/>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5BCA4CC3-9D91-C0D0-50D7-15C6EF7C86F1}"/>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93B2E529-1EC4-3055-67A0-B88D5D9D3955}"/>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CE4344D7-353B-F6D0-222A-F0BC7670F1AA}"/>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D40F999C-F511-C8CB-2B8D-08A51A47D023}"/>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5C3B1F6C-D462-F3D6-8A83-B54684632823}"/>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645D8D0-BAD4-89C5-D06D-169A95BBC5E7}"/>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50263C6A-62AF-C34D-6BBF-B875ABA885F3}"/>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26C389F5-A026-B2F6-4B30-5AB455D4B37A}"/>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1872A6A5-5B49-8992-7413-75E14A5CB687}"/>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CA95347A-B9B5-D6B1-E61B-8812A2B40671}"/>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7CDB4B5C-F8F6-4496-4089-8F2DE117C6E8}"/>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039985D-C6F5-395B-8A88-EFBF0927D52B}"/>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2F077B3B-6D81-9792-DF36-783585F9DC5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E0B61F1A-65ED-9811-0F24-8A2FB2CEE520}"/>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2C69BF6B-DDF0-8B05-5C5B-5C9C80EF7FB1}"/>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0100AF1C-0E7B-7C02-FEF5-4A2D86B0F186}"/>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0109325E-A722-EA83-4EBB-3FD688EE7DE6}"/>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630E3E2C-179C-6E25-522A-8AE9747C19DB}"/>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00166076-449C-2C2D-B721-87D2995F0E47}"/>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8D88F6F9-93D2-9255-159E-A6DC30758B02}"/>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EDD95C8B-E5FE-6CFE-C878-DE5A50902E7C}"/>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6B923788-C640-DBFE-0BFC-1504300B96C8}"/>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64C12AE-5E63-4B62-B202-CFB0C6FBFB19}"/>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8A0EB057-5B12-DA89-CE08-5B134E5F64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4C9BB180-C76D-2227-AF65-4639312EC4A0}"/>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E1CDEFA0-DECB-0D41-3A9E-6C453776C1AB}"/>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ADBF805F-B89F-70E3-EE34-14157B571D72}"/>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B40FA88-2B0E-1F07-E88B-296F0925B771}"/>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4B6CE904-E179-34C2-1285-0DEFCE40779F}"/>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7B6E3ED2-9F1C-A6DE-EB79-51A5F79F5307}"/>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34D9FA41-700A-B165-02D5-3E44C4D0F04A}"/>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DD48E69D-5245-7348-785D-8477048DEDC6}"/>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4159829F-1E9F-6F0F-13F5-38F6AD9387F5}"/>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6B38AC9A-B54F-9313-EA02-5E2EAA11EFAE}"/>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70626DFE-6196-3184-8853-2CCFCA07004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2CC8E8C4-9353-7882-1CA0-00EAA69BD81B}"/>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767BAF31-5569-2A1B-E25D-93136D8EB89E}"/>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37A14455-B0D4-556A-051C-26D74F79EAFB}"/>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1417096B-5AA7-EA9C-93C1-B242D9486E98}"/>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AD0E893E-89DB-2B01-39EB-D682EE527872}"/>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105CCBB-2208-C189-9437-407E7641850E}"/>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C54AAF47-9BE2-D9B7-0A6C-7E1078C7E5E3}"/>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0760C354-12B0-FC74-2C81-C3FBA36301BD}"/>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F16E9D49-CE4A-6182-DCC7-548677956E40}"/>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40801815-27E0-5E1B-7855-400351712D42}"/>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1D0C8203-DB19-1A2A-4994-1E02312496B2}"/>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88F39F34-D622-A2F4-471B-B1D2B5457CB9}"/>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F70573D7-7409-609B-9C3D-4B69DBE200BF}"/>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9BC08047-46E6-AF97-4C19-F33C94C3DF83}"/>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62AF31B3-CB3E-6B86-4E49-BCBE7162A8EF}"/>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1A969FC0-8892-8CD1-759E-FBAA5C162E29}"/>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F3611808-DCD7-FB12-C284-5E35339F502E}"/>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2B4391D9-6166-08BB-FDB6-BE03AC9AA155}"/>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698A0960-DE53-9B1D-8DED-8B107970C5ED}"/>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993CF7D7-56F1-729F-A379-4FCB6871B04A}"/>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9D413387-DBF2-2555-F06B-C6C62B411901}"/>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C330E4AD-4A87-135D-1B78-84649C9CDE91}"/>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88FB8F3A-89E2-E662-9F95-5B0B93D1C8F3}"/>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8C4B5BAC-8803-5CA2-CD28-7EFD04A30F1D}"/>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F25C6B08-C0CA-61DA-3C33-553838C54A16}"/>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88AE4F79-5F1C-FFFC-9664-96234E8817C9}"/>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1F74E63A-FF55-772C-78BA-022A39546F38}"/>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C387372F-1DAA-CCE1-D2D3-D81563A48146}"/>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2115C8C4-073E-672B-9E43-F9C87016B1B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91276CC-86F3-BA7B-7F8D-C2E386D2D483}"/>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9BEA07FF-5E7D-13E7-D908-9B9A03F6678C}"/>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4EF1FAC0-D542-8D33-EBEE-630FF49D98E7}"/>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95A87872-88B6-22F3-E557-B4E44A3D69C9}"/>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35C7CDF5-ACCA-62D0-5471-22716596A144}"/>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CE3FFBDB-F7DB-46B4-E5AA-C63EAF5ACE53}"/>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385CA5F3-5F60-3B6D-566B-79545A76CBD0}"/>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6BEE9E1A-F2D7-7ACE-65A8-DCD85B4E6EAC}"/>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E0566A58-923B-7714-C6F8-2B303D0B55D7}"/>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768C4FD6-D3B0-B66C-5AE4-321F4A761368}"/>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5C62C11B-8F7B-DDE7-38A5-C94D2C92FA6D}"/>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6EB481D0-9BF5-89B6-7318-85D1FFE289A4}"/>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4A99DD19-2B00-7FE6-AA47-4E14057BE318}"/>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4E07FD35-F0A3-26E7-230E-D4124E37042F}"/>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B29C1C84-7166-9BE2-BBF7-95F38E529493}"/>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77914215-8350-C497-D0F1-A09C41E065B1}"/>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E3C912C0-BFFB-B8D6-6C84-8A28C0F4A2C4}"/>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99EBD8F0-11B2-7268-74B8-EDA4AED7EB20}"/>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2D199068-141D-E62A-AE96-17C2C971033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D1723338-6D2E-A845-F69E-ED9FD05A6AF0}"/>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9CB1064E-0A04-AE28-A79F-CAF19760B6A1}"/>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C1430998-55DB-7C8F-FB2A-26DEA87868F5}"/>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D5285396-75FF-ECE8-88A0-4ADBB4C26B87}"/>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5CC8C4B5-1869-6E71-6630-30B88F174798}"/>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997DE8AD-9F93-BC25-859B-E15726D5086C}"/>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D822283F-D08C-2BAC-317E-13FF1717606E}"/>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859C2736-F08E-8911-DE82-8563F6CDF500}"/>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CFB3C5B1-0EC4-EEB3-FA04-D4B61F78E8D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801C12C6-7261-FFE6-A5B9-2ED3F2209670}"/>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5AD88612-2849-2360-742A-48452EE1B69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5583614A-E0FF-6B87-FB80-6943B67E11ED}"/>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02016D47-9299-D600-6255-1D50E28183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257BC1B2-C7F3-20FE-9AA2-BA0677CEDFCF}"/>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098AD5EE-22E8-3D42-69AB-941860F6D4A0}"/>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7D537099-D111-A2EB-E804-4AD391AF57B7}"/>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93CE6845-E914-679E-1637-FACF497DDD6A}"/>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99BF4EB1-77A1-A2D5-E84D-F0B74AA02476}"/>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2BCBF695-DF7B-7FD3-875F-5622F9C5EB8D}"/>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277DF345-0311-D2C6-28B6-F9F21F543818}"/>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C0203051-FC53-6CD0-4347-E5799C897215}"/>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258626D0-E03B-F182-4586-09CC3348169A}"/>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42B448D3-DED8-3761-2D8F-EB86A455D006}"/>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6B712496-BDF5-B01A-7DA9-49D74C70E788}"/>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3A61E4E7-3C97-D61C-E53F-E0340FBA24EE}"/>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88C3A96E-7056-1402-EA8C-5A85136E7A61}"/>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0C21C5F2-971A-6ACE-FD69-5DE06C679CD1}"/>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3AE579ED-F251-E6FD-BEAB-F897C506327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A4E0E89C-4B70-384F-192D-F8E053087C3E}"/>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064E4533-D7A3-3CA1-7530-4631E1714427}"/>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4281ED4-0505-1B81-8217-350882D66D3A}"/>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F1B93A77-1876-1888-51F5-9616269A17F5}"/>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87B09136-86F6-3E7F-99FF-F404E0EC686E}"/>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56987008-9A3D-1ABB-E7F7-ACAB63412B2B}"/>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C391FB1-8D72-4EFA-7EB8-1EF6618477F2}"/>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EDB2F43-9149-B991-611F-DE0CEFC1F153}"/>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95126951-FE8C-85D1-0F31-2A3009753B89}"/>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A2F6C245-5487-7F44-6E55-F42E8BFD777E}"/>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B0D41344-30D6-8EB0-6013-55FC90F0F74E}"/>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07DA4650-ED2C-1227-2D38-710912C13EFC}"/>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D3FD06EF-171B-4218-7BF6-1C0BBA2C1FB5}"/>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3692C39D-0061-0360-5FA5-9F603C158DAA}"/>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6AC8DB13-76F7-C89F-9FCB-61F5ECAF2D0D}"/>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60F81F59-79F0-D82D-1361-DF46D060E0A4}"/>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B871173F-882D-6DD6-FF87-0EB5DA1BC4E8}"/>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AF3F5346-7E52-A40C-C04F-D8F5B2D207D4}"/>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27683432-E67A-6FBC-F523-CC4D5DA3E16B}"/>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9D1D4420-8890-16A2-53B3-20D1823D2954}"/>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EB031ED7-0530-C636-BE77-2C070741F057}"/>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BA6AE35A-A93A-FD65-DA61-7A2C29EE082C}"/>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D779D580-A35A-CC28-718D-B57BB8192B60}"/>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C3F86971-CFF6-4D3B-A720-66ACA4939F6B}"/>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C66D712-DF1D-153D-749F-364E98D82BA5}"/>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7A5E83FE-0893-9093-ED68-A5EDDEF73D7A}"/>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4780336D-87E4-9F25-8A60-BD1A210DECCB}"/>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23C0BB4D-C2FD-2B46-203D-52BC338C0688}"/>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D5682C5E-9CCF-6810-10CF-A1BA4FF8E650}"/>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983B2778-E95D-7EAB-4B65-377F4F5DD113}"/>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E189556D-9CA7-DF63-3D0B-BA5A24C8399E}"/>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703F7982-E2AB-9782-A203-08EB024A759F}"/>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CCF1877A-6410-EF86-B289-FC34E1D79323}"/>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941ED2CE-D0D1-B906-75EA-E8D4F75C7052}"/>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87DF3E2F-7FA1-8077-0059-82DE5B5DC079}"/>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8BD4B8EC-05BA-C929-11CC-7A8187603DC1}"/>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080B9DE6-E479-EF9F-CE0C-BCE9F5A10997}"/>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E5E8E0C1-D452-586E-CC59-18A3F6C48302}"/>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5D3162B5-9069-B4DD-17FC-64E5A19422AC}"/>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BFCEAE1B-EB12-ECCE-2E3E-E77CDB566E75}"/>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3BFC2B3A-4C26-324B-2E12-FAE88DBDCD28}"/>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0EAC8738-7A7B-4B0E-42F9-0FA250B933B9}"/>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1795CE28-1F21-80BA-605B-961D256F9895}"/>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080A392D-9B07-52B0-6280-7D61CE24F22C}"/>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436F36FB-4CA4-FAB9-ED2A-8D765E3538BB}"/>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231DAF7F-8A04-710E-513C-3E3753478C51}"/>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16D20532-7CF1-121B-E737-95AC4A7555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F9DAD94C-31B0-EBAE-5E71-F36C8AA0247B}"/>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2F6D78CC-DC2A-61E4-28A5-A23DEEABAFC1}"/>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2BBF8FDE-8283-9919-3967-4BE0FF4D61E3}"/>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C6F1CE10-D89D-8A4B-A148-490276D122DC}"/>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9AB3CDB9-0A12-B90F-7C9B-6796F59AC80F}"/>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639FC84F-B224-3A13-F83D-F154000BD1BB}"/>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6A628A75-F37D-848E-50E8-6B14D81C8AAD}"/>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620971DD-EAB7-C2B6-28F9-322497B579C5}"/>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7312172A-D388-4B1A-9259-D2C77333AEF5}"/>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50C4F870-4324-8E71-0C5D-B2A1A91BDB4B}"/>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F18F5F9A-8549-3FE3-585A-6EE1522CC5E4}"/>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2869DEE-9823-7FE3-36A2-80B8DF96C55C}"/>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AC278434-C9A2-F3C6-304F-489B345D95A5}"/>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4243B3CB-68FD-2CBD-76CE-F9E4AA24F4D7}"/>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EC50F6E6-A1AB-BEED-2458-E98164AAF6D1}"/>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CBC9DC25-2BD2-993B-B672-C9CBBC0ACA14}"/>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62625DF7-35E3-965C-38AD-6E2B18DAA3DB}"/>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3162235C-DD55-1669-2756-9A06B0014609}"/>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36CD6E00-EBA8-7FEC-13F4-A163886D5445}"/>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B72B5856-5B3A-46F6-5609-87A4ACADC808}"/>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A0B5692C-E316-DD92-A98F-0ABF140FA41C}"/>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B7612F13-0BD2-9CAA-0804-EE9B464C23AA}"/>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BE70566B-DCE9-D489-9BA2-3FF6AC339DED}"/>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8254B965-0566-67A1-15DD-041EAA79AB15}"/>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28B02DBF-2632-3303-1BC2-A616767B2FE0}"/>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8AEE3155-CD05-97BB-E7D7-2C9CE2B0967A}"/>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CCF46828-1DA6-2835-DE15-261F410BDD2D}"/>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8F4A829A-EF71-A778-59C0-29F914238538}"/>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71744549-CF97-5806-8BCE-9A45C4DB6996}"/>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B259C20E-87F9-2E14-659A-B8ABF12F5CB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0FDD6251-B799-573D-AD36-E73ED9DF6430}"/>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E5BEA61D-7EE5-8961-62B5-E34F8C9733CA}"/>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B9B4D06A-E331-160B-1B83-4C4ED1E43A27}"/>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FD74640F-B017-FE1F-3163-076A5834D0A5}"/>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843A088E-619F-FCCA-9624-F417E3515927}"/>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10218043-4114-D0D8-E7AF-95F498697637}"/>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C115B8B-BA60-F84E-EEE3-EB7AD317C6F1}"/>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234509A6-83F7-814A-06CA-32392AF3AF15}"/>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9E2E7867-8736-5938-1435-79D2D7254A03}"/>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53CB8B3B-FC82-ECBF-37C2-754477DA2171}"/>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9E25D6CF-EE90-EDE9-033D-5D505E3AD337}"/>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487D0EA1-B265-1CC2-3A66-968E00744642}"/>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5C65E83F-A6B9-6420-6104-6834F80894BA}"/>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1D869429-41A5-D2B7-BEA9-7A5638A2437B}"/>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EB0A353C-EE5C-CA6A-5D55-CDC6CE9FAB38}"/>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9F13E4BE-93B1-5A46-AC66-4F34BD93E1F1}"/>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9624E328-F79F-DFA0-B1AF-FE32CE629A73}"/>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498AB4EC-C050-354D-EAE5-807DBD55D787}"/>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8195D130-5BCC-928B-E1D2-37B22EE26D18}"/>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C4011B25-EA9A-EA7C-ADAB-A5F7A32D9940}"/>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7435B735-73E5-5D06-D3F5-60DEE7A83CD8}"/>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377DDDFC-7769-2E1C-4CA9-46173C5A216E}"/>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3AE3243E-E940-DCDF-2FDA-48B773043217}"/>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5C91FABC-4BCE-EC59-72C3-EFD97D09B3E3}"/>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ABB81D20-6BDE-EDD1-FF83-BD3571DD5AE1}"/>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09A695FC-6AA8-A1DE-7EF8-05CC19CD70DD}"/>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17E1B356-46AD-72D0-BCC3-151E2C09F0CD}"/>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D344C8B1-18B0-2B79-16DF-3DBA4D1B579C}"/>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7CF35E0C-BC6B-057D-A814-2AF015CC9914}"/>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ED8AB17E-109D-B4F1-400E-86447C08120D}"/>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0832D6DD-6B67-AEF8-307D-817B6EF31CD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29C0C94A-FD3E-C954-A62E-B51F52559E82}"/>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657FC421-0C80-699E-B817-2FABBFFFD459}"/>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FE472A6B-CCE3-7E01-C233-BACB573CC67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41B8FF19-69BC-213F-8B5F-DCA26862BE8F}"/>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5BC1B60F-DF83-E54A-CA8B-E412E4D06CCF}"/>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A5E5B1A9-EFF5-D16A-B59A-8D993DC128CA}"/>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BD5B058-044C-44DE-BFCA-1416BE02E90B}"/>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EEFB773E-0061-5678-37F2-AA99928E964D}"/>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1924E4DA-345A-EE88-2863-B64CDAF52D23}"/>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D86F1369-4E2E-F038-ECF4-23290C9BF8A7}"/>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79CE003-4349-7528-735E-4E4B527AC11C}"/>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E4F6B295-49E6-302D-8B5A-03CDD426FE7D}"/>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9F6410A8-FBF9-3760-E8CB-FEE5448FAC12}"/>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A8B6782B-9AF3-1360-562E-5460E0814D95}"/>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B8BDCE90-89BA-B533-2632-FA04FEE58B24}"/>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8963B0AB-F536-4843-E2C2-C3127306798C}"/>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90D6C5A7-580E-488C-E119-CF8F56B8A94A}"/>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38985ADD-D85E-8E2E-3B30-35A49F82171F}"/>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E206D74-7FE5-02A4-DF66-D28986520FEE}"/>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1CDEC39D-F403-056C-A848-D513AFF152F9}"/>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A2962A0F-D70D-089B-EA69-A26F52977F2E}"/>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95D969DF-4D22-324D-B6F4-0E92A2149139}"/>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88B7A8DD-8BCA-D5C7-8A0A-8AD22F8165DA}"/>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095C3A01-71FD-CE75-6FFA-A8A2A3BA4CF1}"/>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F5BBAE04-209A-4C97-4F10-5534691ECC7D}"/>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236A1563-CC7F-508E-8650-698BE7C9DBC8}"/>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8A95C3B3-C7E3-253B-B48F-BB723E038B79}"/>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72DD91DF-447B-4E17-A85A-786C794C1C35}"/>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1E22516F-2F38-D6A5-5394-B9AEC9C946EC}"/>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44417445-D32B-CD56-15CB-FF3799893DDA}"/>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8F7238FE-0DC0-0187-ABB1-07438E91E96F}"/>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0EE127DC-8B93-EB48-0C43-6FBD2E0DFA37}"/>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AD93ED08-0717-1FFE-BBDA-D13FE1EA3C93}"/>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9BE9307B-D800-85F9-399E-58A047F2244B}"/>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FB94ED10-7753-01B3-73B3-9C3CBFE567B7}"/>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43BDC947-CC33-3587-F99A-DAA5DE994CDA}"/>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B44E096C-94A2-4703-D322-E4E7D11D546C}"/>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AF1A7B94-D124-C19D-6350-0385A83C6AE3}"/>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6C7C62AB-349D-8DE4-B2D7-834AD8D4EA31}"/>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0AB27936-911F-9D12-4B48-65F6211F135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3FB26226-5E56-FEB9-2DE0-BA9FFA8F414F}"/>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D5B21E44-533D-3DE2-74FE-9EBB1DDDCBED}"/>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AF217440-5A30-515D-63B7-9CB19E8394CF}"/>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915E3CDF-04B2-35C1-97FA-BE36957045D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50752633-70F1-951A-6EA2-CA234FF19308}"/>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6244582-2C9A-2719-1C3A-5006795F64FE}"/>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5AAA0E77-C819-54DD-D9CF-8B3D639845E6}"/>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6700B230-1C20-F376-16A9-92B82E657110}"/>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EC53BFC6-36C5-A155-0D0C-BE0805DED637}"/>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D7532F4E-37CB-ECE0-82CD-33C79EAD133B}"/>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20E89C3F-3DA0-95FE-401D-C0C0C8AFCED7}"/>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5E937A58-113E-0906-292E-87780654E09F}"/>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54E43FC5-EFCB-D101-2F7B-F5513B6ECCCD}"/>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81F0A043-D7D7-144F-B871-DAAA6C5C9319}"/>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257BA791-05C4-644D-2E4D-5CA2B2B09DC2}"/>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2781CD86-EFB2-8682-2178-12CD85946AC5}"/>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CF87E21F-C856-2BDF-5937-3C6B209413D5}"/>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A02F8CB3-9965-2E58-971D-D81167697E40}"/>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47685700-8CF0-3DCD-8193-E759A21B5CA4}"/>
              </a:ext>
            </a:extLst>
          </p:cNvPr>
          <p:cNvGrpSpPr/>
          <p:nvPr/>
        </p:nvGrpSpPr>
        <p:grpSpPr>
          <a:xfrm>
            <a:off x="7493171" y="2098532"/>
            <a:ext cx="204069" cy="56923"/>
            <a:chOff x="15046860" y="2588926"/>
            <a:chExt cx="707099" cy="197236"/>
          </a:xfrm>
        </p:grpSpPr>
        <p:sp>
          <p:nvSpPr>
            <p:cNvPr id="6115" name="Pose_0__6114">
              <a:extLst>
                <a:ext uri="{FF2B5EF4-FFF2-40B4-BE49-F238E27FC236}">
                  <a16:creationId xmlns:a16="http://schemas.microsoft.com/office/drawing/2014/main" id="{52B993FE-27A4-BB9A-0519-4223BE42B006}"/>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D4C030CE-48AC-D238-559A-4724D392403C}"/>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CF52B03D-D375-6AD1-DD04-F0D327D1E4F8}"/>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010826C1-6F4E-3BED-D511-4B8F89BB6533}"/>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0E13BB40-88F5-D197-B153-0CDB9528998F}"/>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683D7FFD-33CE-997C-4836-23DA59FD6D06}"/>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A48FD6FE-4B94-C5AE-AD56-1E55BCB83A59}"/>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51D43921-A6DB-C817-BB36-DA5A1DF58D96}"/>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56FE8A63-47D4-60F1-F231-83216C6EBAA5}"/>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72BF9EB1-E3D2-B9BE-D033-18F26C5BFC7B}"/>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F31C797A-34F5-FFE4-5DC5-27B3E1504D80}"/>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1A68869A-366E-F9EC-41E0-8B31DA3B0BE4}"/>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E907DF34-D886-AC76-9021-F5AAB7F4D69E}"/>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C83AD4F0-9B18-B2C5-9279-EF16D72FE1BD}"/>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EF364ED3-227C-7E8B-AE45-9DB80F8A681D}"/>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BE330468-9AD7-9446-C24C-3D188A2D53B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4607339E-E0B6-E5FD-C476-08DAF036DCD7}"/>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71B8B20-AE5A-A413-DFD8-B8CDC9F72BFC}"/>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AAA1B9E1-B86E-900B-EB00-54554BD5D53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8ABA0F77-6EA3-C312-F508-B70663C28B77}"/>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7710417A-212D-3F45-5430-CDCF0EEC19F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A75EA27E-7CF8-F06C-708A-BD45CDAE4CCE}"/>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5ED7A44A-B391-00C6-ECEF-C512C0EAAE42}"/>
              </a:ext>
            </a:extLst>
          </p:cNvPr>
          <p:cNvGrpSpPr/>
          <p:nvPr/>
        </p:nvGrpSpPr>
        <p:grpSpPr>
          <a:xfrm>
            <a:off x="7729578" y="2436649"/>
            <a:ext cx="204069" cy="56923"/>
            <a:chOff x="15866010" y="3760501"/>
            <a:chExt cx="707099" cy="197236"/>
          </a:xfrm>
        </p:grpSpPr>
        <p:sp>
          <p:nvSpPr>
            <p:cNvPr id="6137" name="Pose_1__6136">
              <a:extLst>
                <a:ext uri="{FF2B5EF4-FFF2-40B4-BE49-F238E27FC236}">
                  <a16:creationId xmlns:a16="http://schemas.microsoft.com/office/drawing/2014/main" id="{DEDBDE4E-4B03-FF8D-CAC8-2AD769EE762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3934215D-DC87-09C0-4E0D-29C37465695B}"/>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C40795CA-2630-606B-554A-B9BEC0D34EF3}"/>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32E14311-C0C4-83AB-8D1B-EB8EF19B1C7C}"/>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E404693D-E608-F20A-AAA9-4D1BD98F6D46}"/>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B692D4A6-AD0C-902B-AA5A-F2B83B23026D}"/>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CC5F2AF9-FAF9-D233-AD13-D56498785DD9}"/>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5689494D-7CA1-804A-0FA1-B05E9D2C4CFD}"/>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76D476AB-CDAF-F52F-7ACB-F8EC5239A5C3}"/>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86ED2AD5-7B6D-06D7-1F63-BD9D1EDA37EE}"/>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C771BD2D-F35D-BEA1-31C5-BFADE83F9383}"/>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305A8A1E-DAE2-62A0-B34B-4642E15E04D4}"/>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719AD72-1747-6D02-6CAA-88B18EA1472D}"/>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5418E822-B1B4-E9D1-9C0A-E15053432665}"/>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B760DC0E-ABCD-733B-10A8-3EEDE755B8DA}"/>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421CE0EA-A0D8-2414-E09E-C69BF580684C}"/>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82F257C7-CC66-06A4-BDEF-C55D8BE93B8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BFEA532E-BC16-B618-42D3-EFF24D43259A}"/>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F1A28BBF-73C2-27EC-0A09-D75153E92883}"/>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2009DD61-FFAC-EFB9-59F7-BBD4F7399C96}"/>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BBC2B13F-2AFD-E83F-9BE0-012C85DF9847}"/>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6CE356C8-17B0-6128-3C35-B0C7CC779B11}"/>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747E2F5E-3F0F-D14E-0C73-050858A36098}"/>
              </a:ext>
            </a:extLst>
          </p:cNvPr>
          <p:cNvGrpSpPr/>
          <p:nvPr/>
        </p:nvGrpSpPr>
        <p:grpSpPr>
          <a:xfrm>
            <a:off x="7538658" y="2477884"/>
            <a:ext cx="188408" cy="68555"/>
            <a:chOff x="15204472" y="3903376"/>
            <a:chExt cx="652833" cy="237543"/>
          </a:xfrm>
        </p:grpSpPr>
        <p:sp>
          <p:nvSpPr>
            <p:cNvPr id="6159" name="Pose_2__6158">
              <a:extLst>
                <a:ext uri="{FF2B5EF4-FFF2-40B4-BE49-F238E27FC236}">
                  <a16:creationId xmlns:a16="http://schemas.microsoft.com/office/drawing/2014/main" id="{11BC3C03-9662-83C5-6ED8-DFB18ED71D33}"/>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309C8D04-2BE6-91D6-AF21-91486B5E13B2}"/>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9CAA876B-C717-B425-390D-BF1D9A940F27}"/>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0B657ACC-FE00-2A2F-C8E2-8E69F0459FEC}"/>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212FA2A6-F9FF-08C9-DE20-2EF409C15D11}"/>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DE913C7E-4B09-917D-1089-B3240AE3ADE0}"/>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10BC6644-9EFD-71EF-66AB-6EE0DAA97725}"/>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289FD69E-7E5E-71A6-B8E9-EA4344549A54}"/>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95F4B8F0-771D-4646-B952-4D110AA68557}"/>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72667E0-FA5B-9C4B-80F6-EE6EEF1BCA9A}"/>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42C55754-2D1E-3CBC-7BCA-BA1FD1E80EAA}"/>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B9CF7EFE-BE4F-CB30-3924-268D5444FEC5}"/>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718A335E-DA40-33AB-FDA8-10AAAF4CADAB}"/>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AF494F42-58DD-1668-6C85-22A8BB0D5724}"/>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2B1DB20-9E81-D848-678A-04DAEC5F2C5A}"/>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6A9E21DC-FE28-6831-93C4-09AC97A7A4CC}"/>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BDCF6A23-4732-0996-854C-3111BC7806C8}"/>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7A45C929-86FD-C867-2935-6D2F23F75926}"/>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F67277FC-CB3C-A1FA-CE54-9D0CC4596DCB}"/>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1DE6EA69-365A-F762-003A-12847DA99F48}"/>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5C13CF46-F037-5B10-307B-94E3540D0F41}"/>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5261E047-862D-7C4A-28CE-6000CF4776EA}"/>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C6EDF570-8A31-52E4-D45E-6E060C7F9E0D}"/>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7E5A37CF-C38B-3D59-5174-B6E72EA4733C}"/>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C41E1435-F53E-36BC-A8EA-119728B3E3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09F5F57A-D501-038F-4433-CD8C32E38920}"/>
              </a:ext>
            </a:extLst>
          </p:cNvPr>
          <p:cNvGrpSpPr/>
          <p:nvPr/>
        </p:nvGrpSpPr>
        <p:grpSpPr>
          <a:xfrm>
            <a:off x="7693567" y="1996150"/>
            <a:ext cx="178069" cy="69228"/>
            <a:chOff x="15741233" y="2234169"/>
            <a:chExt cx="617010" cy="239875"/>
          </a:xfrm>
        </p:grpSpPr>
        <p:sp>
          <p:nvSpPr>
            <p:cNvPr id="6184" name="Pose_3__6183">
              <a:extLst>
                <a:ext uri="{FF2B5EF4-FFF2-40B4-BE49-F238E27FC236}">
                  <a16:creationId xmlns:a16="http://schemas.microsoft.com/office/drawing/2014/main" id="{09129D87-D65F-396B-CA0C-35E901BAF40A}"/>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06278730-D5E4-6FA0-D4D1-BDD9529FC9CE}"/>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573EB436-8378-0BD5-9077-269B9E68608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7CE5F70A-CA4D-3724-4568-72F8CE655A1D}"/>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9FDBCD32-8179-0327-CE62-F3155A8255AE}"/>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B2B54C2E-94DB-D2D7-4C80-612F6FE57F99}"/>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7336039A-3E06-32C2-0127-BE8C778F5C84}"/>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98DC340E-8F4E-E716-7841-ECDFE59B5D01}"/>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146617B4-88DA-A689-5445-87EA139D59C8}"/>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C2F94AEC-3389-1E52-ADFA-7756953A3839}"/>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8AF9B320-9519-43BE-33F8-4D1125B05856}"/>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197E5637-89F1-1EF4-7609-37ED5C73CDFC}"/>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A5604AA5-FC94-B017-F770-607B013605EE}"/>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D6A8C56E-5179-0E11-8447-1445D288C516}"/>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03C84B01-24EB-190B-0D20-C67CE650FB4B}"/>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E1393CDB-568C-0FCF-FE6A-827AA63B2071}"/>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4AD78230-DCF8-C8C6-11DB-E333B65E25A6}"/>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B59F0676-0F66-44B2-0F6B-C660BC322A44}"/>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159566A4-05E7-6681-B008-47EE3BEB535B}"/>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35831019-A66A-01E2-84BE-D59DE29CF403}"/>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E6B3BE5A-2790-345C-348C-B561B2A2E64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2D6F260E-99C3-0F40-8A19-9E041C6CD9BD}"/>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10905C33-2799-7274-08EB-82707FF4410F}"/>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sp>
        <p:nvSpPr>
          <p:cNvPr id="1973" name="label__4139">
            <a:extLst>
              <a:ext uri="{FF2B5EF4-FFF2-40B4-BE49-F238E27FC236}">
                <a16:creationId xmlns:a16="http://schemas.microsoft.com/office/drawing/2014/main" id="{2169A95E-CFF3-36DF-8C89-06B67A1F1801}"/>
              </a:ext>
            </a:extLst>
          </p:cNvPr>
          <p:cNvSpPr>
            <a:spLocks noGrp="1"/>
          </p:cNvSpPr>
          <p:nvPr/>
        </p:nvSpPr>
        <p:spPr>
          <a:xfrm>
            <a:off x="6393305" y="2824009"/>
            <a:ext cx="219913" cy="82468"/>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468" dirty="0">
                <a:solidFill>
                  <a:srgbClr val="5C6570"/>
                </a:solidFill>
                <a:latin typeface="Arial"/>
                <a:ea typeface="Arial"/>
                <a:cs typeface="Arial"/>
              </a:rPr>
              <a:t>R</a:t>
            </a:r>
            <a:r>
              <a:rPr sz="468" dirty="0">
                <a:solidFill>
                  <a:srgbClr val="5C6570"/>
                </a:solidFill>
                <a:latin typeface="Arial"/>
                <a:ea typeface="Arial"/>
                <a:cs typeface="Arial"/>
              </a:rPr>
              <a:t>eject</a:t>
            </a:r>
          </a:p>
        </p:txBody>
      </p:sp>
      <p:grpSp>
        <p:nvGrpSpPr>
          <p:cNvPr id="6" name="flow_Match">
            <a:extLst>
              <a:ext uri="{FF2B5EF4-FFF2-40B4-BE49-F238E27FC236}">
                <a16:creationId xmlns:a16="http://schemas.microsoft.com/office/drawing/2014/main" id="{6B918436-9205-A873-D5CC-197250DB9C22}"/>
              </a:ext>
            </a:extLst>
          </p:cNvPr>
          <p:cNvGrpSpPr/>
          <p:nvPr/>
        </p:nvGrpSpPr>
        <p:grpSpPr>
          <a:xfrm>
            <a:off x="6687596" y="2286000"/>
            <a:ext cx="244654" cy="32987"/>
            <a:chOff x="7162800" y="3209925"/>
            <a:chExt cx="847725" cy="114300"/>
          </a:xfrm>
        </p:grpSpPr>
        <p:sp>
          <p:nvSpPr>
            <p:cNvPr id="4002" name="flow_Match__3998">
              <a:extLst>
                <a:ext uri="{FF2B5EF4-FFF2-40B4-BE49-F238E27FC236}">
                  <a16:creationId xmlns:a16="http://schemas.microsoft.com/office/drawing/2014/main" id="{40530874-EAC6-3564-B8C1-F4FF5F3CCA82}"/>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3" name="flow_Match__3999">
              <a:extLst>
                <a:ext uri="{FF2B5EF4-FFF2-40B4-BE49-F238E27FC236}">
                  <a16:creationId xmlns:a16="http://schemas.microsoft.com/office/drawing/2014/main" id="{1E6DD00D-1E0B-3AEB-9946-4C2AB1EF3FF6}"/>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pic>
        <p:nvPicPr>
          <p:cNvPr id="3998" name="图片 3997">
            <a:extLst>
              <a:ext uri="{FF2B5EF4-FFF2-40B4-BE49-F238E27FC236}">
                <a16:creationId xmlns:a16="http://schemas.microsoft.com/office/drawing/2014/main" id="{45EC5897-C070-7860-BD69-A73F8B62627D}"/>
              </a:ext>
            </a:extLst>
          </p:cNvPr>
          <p:cNvPicPr>
            <a:picLocks/>
          </p:cNvPicPr>
          <p:nvPr/>
        </p:nvPicPr>
        <p:blipFill>
          <a:blip r:embed="rId4"/>
          <a:srcRect t="34099" b="31224"/>
          <a:stretch>
            <a:fillRect/>
          </a:stretch>
        </p:blipFill>
        <p:spPr>
          <a:xfrm>
            <a:off x="328316" y="411149"/>
            <a:ext cx="11290223" cy="3617588"/>
          </a:xfrm>
          <a:prstGeom prst="rect">
            <a:avLst/>
          </a:prstGeom>
        </p:spPr>
      </p:pic>
    </p:spTree>
    <p:extLst>
      <p:ext uri="{BB962C8B-B14F-4D97-AF65-F5344CB8AC3E}">
        <p14:creationId xmlns:p14="http://schemas.microsoft.com/office/powerpoint/2010/main" val="2751425463"/>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left-A">
    <p:spTree>
      <p:nvGrpSpPr>
        <p:cNvPr id="1" name="">
          <a:extLst>
            <a:ext uri="{FF2B5EF4-FFF2-40B4-BE49-F238E27FC236}">
              <a16:creationId xmlns:a16="http://schemas.microsoft.com/office/drawing/2014/main" id="{F01B10E1-6A66-9846-CC78-02942104C712}"/>
            </a:ext>
          </a:extLst>
        </p:cNvPr>
        <p:cNvGrpSpPr/>
        <p:nvPr/>
      </p:nvGrpSpPr>
      <p:grpSpPr>
        <a:xfrm>
          <a:off x="0" y="0"/>
          <a:ext cx="0" cy="0"/>
          <a:chOff x="0" y="0"/>
          <a:chExt cx="0" cy="0"/>
        </a:xfrm>
      </p:grpSpPr>
      <p:grpSp>
        <p:nvGrpSpPr>
          <p:cNvPr id="2" name="Build左侧-A">
            <a:extLst>
              <a:ext uri="{FF2B5EF4-FFF2-40B4-BE49-F238E27FC236}">
                <a16:creationId xmlns:a16="http://schemas.microsoft.com/office/drawing/2014/main" id="{904E6846-95F7-E5AA-47AE-EFCC54776C67}"/>
              </a:ext>
            </a:extLst>
          </p:cNvPr>
          <p:cNvGrpSpPr/>
          <p:nvPr/>
        </p:nvGrpSpPr>
        <p:grpSpPr>
          <a:xfrm>
            <a:off x="0" y="0"/>
            <a:ext cx="8216900" cy="4572000"/>
            <a:chOff x="0" y="0"/>
            <a:chExt cx="8216900" cy="4572000"/>
          </a:xfrm>
        </p:grpSpPr>
        <p:sp>
          <p:nvSpPr>
            <p:cNvPr id="6" name="label">
              <a:extLst>
                <a:ext uri="{FF2B5EF4-FFF2-40B4-BE49-F238E27FC236}">
                  <a16:creationId xmlns:a16="http://schemas.microsoft.com/office/drawing/2014/main" id="{5538D7DA-079C-47B1-346E-61798B536783}"/>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7" name="label">
              <a:extLst>
                <a:ext uri="{FF2B5EF4-FFF2-40B4-BE49-F238E27FC236}">
                  <a16:creationId xmlns:a16="http://schemas.microsoft.com/office/drawing/2014/main" id="{C52C1ABE-149C-24BB-5B22-F65251310163}"/>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49984" name="label">
              <a:extLst>
                <a:ext uri="{FF2B5EF4-FFF2-40B4-BE49-F238E27FC236}">
                  <a16:creationId xmlns:a16="http://schemas.microsoft.com/office/drawing/2014/main" id="{19211518-CA1D-F25A-6E95-9AE32B3684AC}"/>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49985" name="Input-map-and-receptor">
              <a:extLst>
                <a:ext uri="{FF2B5EF4-FFF2-40B4-BE49-F238E27FC236}">
                  <a16:creationId xmlns:a16="http://schemas.microsoft.com/office/drawing/2014/main" id="{194DFE7A-2B2B-250A-19AA-98C8F139EF32}"/>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9986" name="Input-density" descr="Input-density">
              <a:extLst>
                <a:ext uri="{FF2B5EF4-FFF2-40B4-BE49-F238E27FC236}">
                  <a16:creationId xmlns:a16="http://schemas.microsoft.com/office/drawing/2014/main" id="{ADE28D4C-E052-6349-3F19-150D4B26CBA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49987" name="label">
              <a:extLst>
                <a:ext uri="{FF2B5EF4-FFF2-40B4-BE49-F238E27FC236}">
                  <a16:creationId xmlns:a16="http://schemas.microsoft.com/office/drawing/2014/main" id="{7580E98B-5927-E8DB-F17E-373E83558C5B}"/>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49988" name="Input-receptor" descr="Input-receptor">
              <a:extLst>
                <a:ext uri="{FF2B5EF4-FFF2-40B4-BE49-F238E27FC236}">
                  <a16:creationId xmlns:a16="http://schemas.microsoft.com/office/drawing/2014/main" id="{CB3BF6AD-7B8D-348C-84F6-584EDF8B333A}"/>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49989" name="label">
              <a:extLst>
                <a:ext uri="{FF2B5EF4-FFF2-40B4-BE49-F238E27FC236}">
                  <a16:creationId xmlns:a16="http://schemas.microsoft.com/office/drawing/2014/main" id="{2CDFF462-920E-8E83-E502-3B8D5366CD91}"/>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49990" name="CryoAtom2-flow">
              <a:extLst>
                <a:ext uri="{FF2B5EF4-FFF2-40B4-BE49-F238E27FC236}">
                  <a16:creationId xmlns:a16="http://schemas.microsoft.com/office/drawing/2014/main" id="{F9351675-BDEF-3CFD-EE6E-C9173DA6EEB2}"/>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9991" name="label">
              <a:extLst>
                <a:ext uri="{FF2B5EF4-FFF2-40B4-BE49-F238E27FC236}">
                  <a16:creationId xmlns:a16="http://schemas.microsoft.com/office/drawing/2014/main" id="{78145856-C2DB-082E-74BE-F34131BAB30B}"/>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49992" name="SMILES-frame">
              <a:extLst>
                <a:ext uri="{FF2B5EF4-FFF2-40B4-BE49-F238E27FC236}">
                  <a16:creationId xmlns:a16="http://schemas.microsoft.com/office/drawing/2014/main" id="{CBABC81E-39CE-2B64-91A4-1B166DAFCC0F}"/>
                </a:ext>
              </a:extLst>
            </p:cNvPr>
            <p:cNvSpPr/>
            <p:nvPr/>
          </p:nvSpPr>
          <p:spPr>
            <a:xfrm>
              <a:off x="4699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993" name="SMILES-BTN">
              <a:extLst>
                <a:ext uri="{FF2B5EF4-FFF2-40B4-BE49-F238E27FC236}">
                  <a16:creationId xmlns:a16="http://schemas.microsoft.com/office/drawing/2014/main" id="{0B1A8DD4-3C12-C7C5-4B9E-9BF502C7DBAE}"/>
                </a:ext>
              </a:extLst>
            </p:cNvPr>
            <p:cNvSpPr txBox="1"/>
            <p:nvPr/>
          </p:nvSpPr>
          <p:spPr>
            <a:xfrm>
              <a:off x="5587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49996" name="SMILES-DTB">
              <a:extLst>
                <a:ext uri="{FF2B5EF4-FFF2-40B4-BE49-F238E27FC236}">
                  <a16:creationId xmlns:a16="http://schemas.microsoft.com/office/drawing/2014/main" id="{8A9B46A3-7EC3-C788-023D-F4DE72D89F9A}"/>
                </a:ext>
              </a:extLst>
            </p:cNvPr>
            <p:cNvSpPr txBox="1"/>
            <p:nvPr/>
          </p:nvSpPr>
          <p:spPr>
            <a:xfrm>
              <a:off x="5587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49997" name="SMILES-IMI">
              <a:extLst>
                <a:ext uri="{FF2B5EF4-FFF2-40B4-BE49-F238E27FC236}">
                  <a16:creationId xmlns:a16="http://schemas.microsoft.com/office/drawing/2014/main" id="{C023AB6C-33DE-45B8-CD8F-9D55A9AE513E}"/>
                </a:ext>
              </a:extLst>
            </p:cNvPr>
            <p:cNvSpPr txBox="1"/>
            <p:nvPr/>
          </p:nvSpPr>
          <p:spPr>
            <a:xfrm>
              <a:off x="5587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49998" name="label">
              <a:extLst>
                <a:ext uri="{FF2B5EF4-FFF2-40B4-BE49-F238E27FC236}">
                  <a16:creationId xmlns:a16="http://schemas.microsoft.com/office/drawing/2014/main" id="{0EA26869-2BDF-C750-1C0D-C95985570928}"/>
                </a:ext>
              </a:extLst>
            </p:cNvPr>
            <p:cNvSpPr txBox="1"/>
            <p:nvPr/>
          </p:nvSpPr>
          <p:spPr>
            <a:xfrm>
              <a:off x="5333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pic>
          <p:nvPicPr>
            <p:cNvPr id="49999" name="Global-candidate" descr="Global-candidate">
              <a:extLst>
                <a:ext uri="{FF2B5EF4-FFF2-40B4-BE49-F238E27FC236}">
                  <a16:creationId xmlns:a16="http://schemas.microsoft.com/office/drawing/2014/main" id="{D9F838BA-D6C9-A41B-7B77-60BAA48424A0}"/>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50000" name="Global-label-B1">
              <a:extLst>
                <a:ext uri="{FF2B5EF4-FFF2-40B4-BE49-F238E27FC236}">
                  <a16:creationId xmlns:a16="http://schemas.microsoft.com/office/drawing/2014/main" id="{CEBC2B8F-9F58-ED30-7030-09808ED4428D}"/>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50004" name="Global-label-B2">
              <a:extLst>
                <a:ext uri="{FF2B5EF4-FFF2-40B4-BE49-F238E27FC236}">
                  <a16:creationId xmlns:a16="http://schemas.microsoft.com/office/drawing/2014/main" id="{691B6C4F-F7FF-2F1A-FA97-568D15CE507A}"/>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50041" name="Global-label-B3">
              <a:extLst>
                <a:ext uri="{FF2B5EF4-FFF2-40B4-BE49-F238E27FC236}">
                  <a16:creationId xmlns:a16="http://schemas.microsoft.com/office/drawing/2014/main" id="{FFC277F9-715F-02FE-9F17-21CDEDFF7884}"/>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50051" name="Global-label-B4">
              <a:extLst>
                <a:ext uri="{FF2B5EF4-FFF2-40B4-BE49-F238E27FC236}">
                  <a16:creationId xmlns:a16="http://schemas.microsoft.com/office/drawing/2014/main" id="{D6EA5620-FBC0-2DE0-9EA6-D6B900F08C7B}"/>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50055" name="Global-label-B5">
              <a:extLst>
                <a:ext uri="{FF2B5EF4-FFF2-40B4-BE49-F238E27FC236}">
                  <a16:creationId xmlns:a16="http://schemas.microsoft.com/office/drawing/2014/main" id="{1AB2AC9C-9BE7-8DEF-2998-81C710A71324}"/>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50063" name="label">
              <a:extLst>
                <a:ext uri="{FF2B5EF4-FFF2-40B4-BE49-F238E27FC236}">
                  <a16:creationId xmlns:a16="http://schemas.microsoft.com/office/drawing/2014/main" id="{A304C691-5262-FFBA-251D-E6FBD0BCC1BF}"/>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50064" name="Find-arrow">
              <a:extLst>
                <a:ext uri="{FF2B5EF4-FFF2-40B4-BE49-F238E27FC236}">
                  <a16:creationId xmlns:a16="http://schemas.microsoft.com/office/drawing/2014/main" id="{2F1D79E3-1ADA-7DF1-9642-6D6E8A8BD507}"/>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50065" name="label">
              <a:extLst>
                <a:ext uri="{FF2B5EF4-FFF2-40B4-BE49-F238E27FC236}">
                  <a16:creationId xmlns:a16="http://schemas.microsoft.com/office/drawing/2014/main" id="{1192C1B0-5120-D028-B15A-36AE692C679F}"/>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50066" name="Match-arrow">
              <a:extLst>
                <a:ext uri="{FF2B5EF4-FFF2-40B4-BE49-F238E27FC236}">
                  <a16:creationId xmlns:a16="http://schemas.microsoft.com/office/drawing/2014/main" id="{8D458535-2DAB-3D22-D946-6C4080C4BCBD}"/>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50067" name="label">
              <a:extLst>
                <a:ext uri="{FF2B5EF4-FFF2-40B4-BE49-F238E27FC236}">
                  <a16:creationId xmlns:a16="http://schemas.microsoft.com/office/drawing/2014/main" id="{18D688EC-C03F-9BDE-B8AD-3BDBBF91EB19}"/>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50068" name="label">
              <a:extLst>
                <a:ext uri="{FF2B5EF4-FFF2-40B4-BE49-F238E27FC236}">
                  <a16:creationId xmlns:a16="http://schemas.microsoft.com/office/drawing/2014/main" id="{8D455047-DE47-62A5-8D5A-AD9D4550E0F0}"/>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50069" name="Blob-column">
              <a:extLst>
                <a:ext uri="{FF2B5EF4-FFF2-40B4-BE49-F238E27FC236}">
                  <a16:creationId xmlns:a16="http://schemas.microsoft.com/office/drawing/2014/main" id="{9C242D07-4F6D-C805-D36C-ED2F6380F64F}"/>
                </a:ext>
              </a:extLst>
            </p:cNvPr>
            <p:cNvSpPr/>
            <p:nvPr/>
          </p:nvSpPr>
          <p:spPr>
            <a:xfrm>
              <a:off x="51816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070" name="Chemical-identities-only">
              <a:extLst>
                <a:ext uri="{FF2B5EF4-FFF2-40B4-BE49-F238E27FC236}">
                  <a16:creationId xmlns:a16="http://schemas.microsoft.com/office/drawing/2014/main" id="{65F669F9-7F37-001A-0A4A-420DECE6067D}"/>
                </a:ext>
              </a:extLst>
            </p:cNvPr>
            <p:cNvSpPr/>
            <p:nvPr/>
          </p:nvSpPr>
          <p:spPr>
            <a:xfrm>
              <a:off x="67437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071" name="Match-label-B1">
              <a:extLst>
                <a:ext uri="{FF2B5EF4-FFF2-40B4-BE49-F238E27FC236}">
                  <a16:creationId xmlns:a16="http://schemas.microsoft.com/office/drawing/2014/main" id="{01C5FE46-50F1-30A1-6ADA-2A6E2A05AB94}"/>
                </a:ext>
              </a:extLst>
            </p:cNvPr>
            <p:cNvSpPr txBox="1"/>
            <p:nvPr/>
          </p:nvSpPr>
          <p:spPr>
            <a:xfrm>
              <a:off x="5232399" y="9652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50072" name="Match-blob-B1" descr="Match-blob-B1">
              <a:extLst>
                <a:ext uri="{FF2B5EF4-FFF2-40B4-BE49-F238E27FC236}">
                  <a16:creationId xmlns:a16="http://schemas.microsoft.com/office/drawing/2014/main" id="{21490E40-AC84-EEEB-B503-30CF8FE99FF1}"/>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24500" y="954162"/>
              <a:ext cx="330200" cy="225277"/>
            </a:xfrm>
            <a:prstGeom prst="rect">
              <a:avLst/>
            </a:prstGeom>
          </p:spPr>
        </p:pic>
        <p:sp>
          <p:nvSpPr>
            <p:cNvPr id="50073" name="Match-label-B2">
              <a:extLst>
                <a:ext uri="{FF2B5EF4-FFF2-40B4-BE49-F238E27FC236}">
                  <a16:creationId xmlns:a16="http://schemas.microsoft.com/office/drawing/2014/main" id="{11C4EF05-3B73-3091-7389-2FA9A4928B28}"/>
                </a:ext>
              </a:extLst>
            </p:cNvPr>
            <p:cNvSpPr txBox="1"/>
            <p:nvPr/>
          </p:nvSpPr>
          <p:spPr>
            <a:xfrm>
              <a:off x="5232399" y="1397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50074" name="Match-blob-B2" descr="Match-blob-B2">
              <a:extLst>
                <a:ext uri="{FF2B5EF4-FFF2-40B4-BE49-F238E27FC236}">
                  <a16:creationId xmlns:a16="http://schemas.microsoft.com/office/drawing/2014/main" id="{715E7549-75CA-05AC-071E-F115FF91325B}"/>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24500" y="1408843"/>
              <a:ext cx="330200" cy="179513"/>
            </a:xfrm>
            <a:prstGeom prst="rect">
              <a:avLst/>
            </a:prstGeom>
          </p:spPr>
        </p:pic>
        <p:sp>
          <p:nvSpPr>
            <p:cNvPr id="50075" name="Match-label-B4">
              <a:extLst>
                <a:ext uri="{FF2B5EF4-FFF2-40B4-BE49-F238E27FC236}">
                  <a16:creationId xmlns:a16="http://schemas.microsoft.com/office/drawing/2014/main" id="{29AD1F47-FDBD-0053-00FB-7BD898BB0EB4}"/>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50076" name="Match-blob-B4" descr="Match-blob-B4">
              <a:extLst>
                <a:ext uri="{FF2B5EF4-FFF2-40B4-BE49-F238E27FC236}">
                  <a16:creationId xmlns:a16="http://schemas.microsoft.com/office/drawing/2014/main" id="{632009D6-B061-2234-654B-D3BC15637787}"/>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24500" y="1967286"/>
              <a:ext cx="330200" cy="180229"/>
            </a:xfrm>
            <a:prstGeom prst="rect">
              <a:avLst/>
            </a:prstGeom>
          </p:spPr>
        </p:pic>
        <p:sp>
          <p:nvSpPr>
            <p:cNvPr id="50077" name="Match-label-B5">
              <a:extLst>
                <a:ext uri="{FF2B5EF4-FFF2-40B4-BE49-F238E27FC236}">
                  <a16:creationId xmlns:a16="http://schemas.microsoft.com/office/drawing/2014/main" id="{FC4136FC-831A-7FF2-752F-972174A9ECB6}"/>
                </a:ext>
              </a:extLst>
            </p:cNvPr>
            <p:cNvSpPr txBox="1"/>
            <p:nvPr/>
          </p:nvSpPr>
          <p:spPr>
            <a:xfrm>
              <a:off x="5232399" y="2755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50080" name="Match-blob-B5" descr="Match-blob-B5">
              <a:extLst>
                <a:ext uri="{FF2B5EF4-FFF2-40B4-BE49-F238E27FC236}">
                  <a16:creationId xmlns:a16="http://schemas.microsoft.com/office/drawing/2014/main" id="{B7AFBFA7-8635-6581-8607-3DE809F813DF}"/>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24500" y="2759472"/>
              <a:ext cx="330200" cy="196056"/>
            </a:xfrm>
            <a:prstGeom prst="rect">
              <a:avLst/>
            </a:prstGeom>
          </p:spPr>
        </p:pic>
        <p:sp>
          <p:nvSpPr>
            <p:cNvPr id="50081" name="Match-label-B3">
              <a:extLst>
                <a:ext uri="{FF2B5EF4-FFF2-40B4-BE49-F238E27FC236}">
                  <a16:creationId xmlns:a16="http://schemas.microsoft.com/office/drawing/2014/main" id="{17126453-27A4-C6F0-5C53-F5741D5121B5}"/>
                </a:ext>
              </a:extLst>
            </p:cNvPr>
            <p:cNvSpPr txBox="1"/>
            <p:nvPr/>
          </p:nvSpPr>
          <p:spPr>
            <a:xfrm>
              <a:off x="5232399" y="34925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50082" name="Match-blob-B3" descr="Match-blob-B3">
              <a:extLst>
                <a:ext uri="{FF2B5EF4-FFF2-40B4-BE49-F238E27FC236}">
                  <a16:creationId xmlns:a16="http://schemas.microsoft.com/office/drawing/2014/main" id="{B5CFFF91-B216-F498-171A-DBE524CCA537}"/>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24500" y="3470275"/>
              <a:ext cx="330200" cy="247650"/>
            </a:xfrm>
            <a:prstGeom prst="rect">
              <a:avLst/>
            </a:prstGeom>
          </p:spPr>
        </p:pic>
        <p:cxnSp>
          <p:nvCxnSpPr>
            <p:cNvPr id="50083" name="Assignment-B1">
              <a:extLst>
                <a:ext uri="{FF2B5EF4-FFF2-40B4-BE49-F238E27FC236}">
                  <a16:creationId xmlns:a16="http://schemas.microsoft.com/office/drawing/2014/main" id="{8E9623DB-B075-29E6-3138-9C1330D2A513}"/>
                </a:ext>
              </a:extLst>
            </p:cNvPr>
            <p:cNvCxnSpPr/>
            <p:nvPr/>
          </p:nvCxnSpPr>
          <p:spPr>
            <a:xfrm>
              <a:off x="6007100" y="1066800"/>
              <a:ext cx="736600" cy="1905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50084" name="Assignment-B2">
              <a:extLst>
                <a:ext uri="{FF2B5EF4-FFF2-40B4-BE49-F238E27FC236}">
                  <a16:creationId xmlns:a16="http://schemas.microsoft.com/office/drawing/2014/main" id="{B619B8D4-B89F-515A-B124-8E5185131875}"/>
                </a:ext>
              </a:extLst>
            </p:cNvPr>
            <p:cNvCxnSpPr/>
            <p:nvPr/>
          </p:nvCxnSpPr>
          <p:spPr>
            <a:xfrm flipV="1">
              <a:off x="6007100" y="1257300"/>
              <a:ext cx="736600" cy="2413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50085" name="Assignment-B4">
              <a:extLst>
                <a:ext uri="{FF2B5EF4-FFF2-40B4-BE49-F238E27FC236}">
                  <a16:creationId xmlns:a16="http://schemas.microsoft.com/office/drawing/2014/main" id="{2BB24011-375E-B068-E403-EEA0DDC3EE8F}"/>
                </a:ext>
              </a:extLst>
            </p:cNvPr>
            <p:cNvCxnSpPr/>
            <p:nvPr/>
          </p:nvCxnSpPr>
          <p:spPr>
            <a:xfrm flipV="1">
              <a:off x="6007100" y="2044700"/>
              <a:ext cx="736600" cy="12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cxnSp>
          <p:nvCxnSpPr>
            <p:cNvPr id="50086" name="Assignment-B5">
              <a:extLst>
                <a:ext uri="{FF2B5EF4-FFF2-40B4-BE49-F238E27FC236}">
                  <a16:creationId xmlns:a16="http://schemas.microsoft.com/office/drawing/2014/main" id="{A07111E1-D381-4FB9-9635-B85E1A74A7BD}"/>
                </a:ext>
              </a:extLst>
            </p:cNvPr>
            <p:cNvCxnSpPr/>
            <p:nvPr/>
          </p:nvCxnSpPr>
          <p:spPr>
            <a:xfrm flipV="1">
              <a:off x="6007100" y="2832100"/>
              <a:ext cx="736600" cy="254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cxnSp>
          <p:nvCxnSpPr>
            <p:cNvPr id="50087" name="Assignment-B3">
              <a:extLst>
                <a:ext uri="{FF2B5EF4-FFF2-40B4-BE49-F238E27FC236}">
                  <a16:creationId xmlns:a16="http://schemas.microsoft.com/office/drawing/2014/main" id="{01147AD2-731C-E660-C90A-89351C66ACC9}"/>
                </a:ext>
              </a:extLst>
            </p:cNvPr>
            <p:cNvCxnSpPr/>
            <p:nvPr/>
          </p:nvCxnSpPr>
          <p:spPr>
            <a:xfrm>
              <a:off x="6007100" y="3594100"/>
              <a:ext cx="7366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pic>
          <p:nvPicPr>
            <p:cNvPr id="50091" name="RDKit-identity-BTN" descr="RDKit-identity-BTN">
              <a:extLst>
                <a:ext uri="{FF2B5EF4-FFF2-40B4-BE49-F238E27FC236}">
                  <a16:creationId xmlns:a16="http://schemas.microsoft.com/office/drawing/2014/main" id="{DAFA3030-66AB-5AD9-2D2A-CF6FCDDCB352}"/>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46794" y="946150"/>
              <a:ext cx="765413" cy="622300"/>
            </a:xfrm>
            <a:prstGeom prst="rect">
              <a:avLst/>
            </a:prstGeom>
          </p:spPr>
        </p:pic>
        <p:pic>
          <p:nvPicPr>
            <p:cNvPr id="50092" name="RDKit-identity-DTB" descr="RDKit-identity-DTB">
              <a:extLst>
                <a:ext uri="{FF2B5EF4-FFF2-40B4-BE49-F238E27FC236}">
                  <a16:creationId xmlns:a16="http://schemas.microsoft.com/office/drawing/2014/main" id="{B07A65BD-F2FD-3118-EB95-275CB117ECD8}"/>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36063" y="1733550"/>
              <a:ext cx="786875" cy="622300"/>
            </a:xfrm>
            <a:prstGeom prst="rect">
              <a:avLst/>
            </a:prstGeom>
          </p:spPr>
        </p:pic>
        <p:pic>
          <p:nvPicPr>
            <p:cNvPr id="50093" name="RDKit-identity-IMI" descr="RDKit-identity-IMI">
              <a:extLst>
                <a:ext uri="{FF2B5EF4-FFF2-40B4-BE49-F238E27FC236}">
                  <a16:creationId xmlns:a16="http://schemas.microsoft.com/office/drawing/2014/main" id="{75590C61-0EB5-E09C-1BB5-A8AF91F88CE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14907" y="2520950"/>
              <a:ext cx="829186" cy="622300"/>
            </a:xfrm>
            <a:prstGeom prst="rect">
              <a:avLst/>
            </a:prstGeom>
          </p:spPr>
        </p:pic>
        <p:sp>
          <p:nvSpPr>
            <p:cNvPr id="50094" name="label">
              <a:extLst>
                <a:ext uri="{FF2B5EF4-FFF2-40B4-BE49-F238E27FC236}">
                  <a16:creationId xmlns:a16="http://schemas.microsoft.com/office/drawing/2014/main" id="{ED98223A-16BD-8B50-071B-4FD90AF74161}"/>
                </a:ext>
              </a:extLst>
            </p:cNvPr>
            <p:cNvSpPr txBox="1"/>
            <p:nvPr/>
          </p:nvSpPr>
          <p:spPr>
            <a:xfrm>
              <a:off x="67944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0095" name="label">
              <a:extLst>
                <a:ext uri="{FF2B5EF4-FFF2-40B4-BE49-F238E27FC236}">
                  <a16:creationId xmlns:a16="http://schemas.microsoft.com/office/drawing/2014/main" id="{D018A885-C720-E8AF-291E-CDB0DF913AAB}"/>
                </a:ext>
              </a:extLst>
            </p:cNvPr>
            <p:cNvSpPr txBox="1"/>
            <p:nvPr/>
          </p:nvSpPr>
          <p:spPr>
            <a:xfrm>
              <a:off x="68071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0096" name="SMILES-route-horizontal">
              <a:extLst>
                <a:ext uri="{FF2B5EF4-FFF2-40B4-BE49-F238E27FC236}">
                  <a16:creationId xmlns:a16="http://schemas.microsoft.com/office/drawing/2014/main" id="{3DE5785C-E159-12E5-015E-2CA14031D9E7}"/>
                </a:ext>
              </a:extLst>
            </p:cNvPr>
            <p:cNvCxnSpPr/>
            <p:nvPr/>
          </p:nvCxnSpPr>
          <p:spPr>
            <a:xfrm>
              <a:off x="1752600" y="4178300"/>
              <a:ext cx="59690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0097" name="SMILES-route-entry">
              <a:extLst>
                <a:ext uri="{FF2B5EF4-FFF2-40B4-BE49-F238E27FC236}">
                  <a16:creationId xmlns:a16="http://schemas.microsoft.com/office/drawing/2014/main" id="{41353856-C076-BCB1-A910-CE95CFFA6DA8}"/>
                </a:ext>
              </a:extLst>
            </p:cNvPr>
            <p:cNvCxnSpPr/>
            <p:nvPr/>
          </p:nvCxnSpPr>
          <p:spPr>
            <a:xfrm flipV="1">
              <a:off x="77216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0098" name="RDKit-label">
              <a:extLst>
                <a:ext uri="{FF2B5EF4-FFF2-40B4-BE49-F238E27FC236}">
                  <a16:creationId xmlns:a16="http://schemas.microsoft.com/office/drawing/2014/main" id="{4D908230-7B7E-2414-4AED-09193335D01F}"/>
                </a:ext>
              </a:extLst>
            </p:cNvPr>
            <p:cNvSpPr txBox="1"/>
            <p:nvPr/>
          </p:nvSpPr>
          <p:spPr>
            <a:xfrm>
              <a:off x="4686299" y="39370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0099" name="组合坐标框">
              <a:extLst>
                <a:ext uri="{FF2B5EF4-FFF2-40B4-BE49-F238E27FC236}">
                  <a16:creationId xmlns:a16="http://schemas.microsoft.com/office/drawing/2014/main" id="{99E6C9E7-31BD-1A43-9E17-47D9CA9D6109}"/>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561596768"/>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right-A">
    <p:spTree>
      <p:nvGrpSpPr>
        <p:cNvPr id="1" name="">
          <a:extLst>
            <a:ext uri="{FF2B5EF4-FFF2-40B4-BE49-F238E27FC236}">
              <a16:creationId xmlns:a16="http://schemas.microsoft.com/office/drawing/2014/main" id="{ECFBEDC0-2734-042A-EBBE-746ECE58CC6C}"/>
            </a:ext>
          </a:extLst>
        </p:cNvPr>
        <p:cNvGrpSpPr/>
        <p:nvPr/>
      </p:nvGrpSpPr>
      <p:grpSpPr>
        <a:xfrm>
          <a:off x="0" y="0"/>
          <a:ext cx="0" cy="0"/>
          <a:chOff x="0" y="0"/>
          <a:chExt cx="0" cy="0"/>
        </a:xfrm>
      </p:grpSpPr>
      <p:grpSp>
        <p:nvGrpSpPr>
          <p:cNvPr id="2" name="Build及输出-A">
            <a:extLst>
              <a:ext uri="{FF2B5EF4-FFF2-40B4-BE49-F238E27FC236}">
                <a16:creationId xmlns:a16="http://schemas.microsoft.com/office/drawing/2014/main" id="{8A39B99D-D6DB-14C3-EFAE-656116A08AF1}"/>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6A4DD398-A89A-F8A9-B642-F41961252036}"/>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78612CFA-5636-69C5-924B-94B2CFCAB05D}"/>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BED4E439-B10D-D18D-DB94-2248DA34D6B3}"/>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8" name="Global-poses-A" descr="Global-poses-A">
              <a:extLst>
                <a:ext uri="{FF2B5EF4-FFF2-40B4-BE49-F238E27FC236}">
                  <a16:creationId xmlns:a16="http://schemas.microsoft.com/office/drawing/2014/main" id="{AA99219C-544F-0EF6-2594-DCE15F8CFA3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9" name="Legend-Density">
              <a:extLst>
                <a:ext uri="{FF2B5EF4-FFF2-40B4-BE49-F238E27FC236}">
                  <a16:creationId xmlns:a16="http://schemas.microsoft.com/office/drawing/2014/main" id="{BA76F2EB-AD41-F55E-4F30-4153926B9E87}"/>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abel">
              <a:extLst>
                <a:ext uri="{FF2B5EF4-FFF2-40B4-BE49-F238E27FC236}">
                  <a16:creationId xmlns:a16="http://schemas.microsoft.com/office/drawing/2014/main" id="{E1AD42C0-5DF9-E95A-97A8-6B0536601D5A}"/>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11" name="Legend-Receptor">
              <a:extLst>
                <a:ext uri="{FF2B5EF4-FFF2-40B4-BE49-F238E27FC236}">
                  <a16:creationId xmlns:a16="http://schemas.microsoft.com/office/drawing/2014/main" id="{10181D54-CAD1-A15D-8F22-3117BFD17119}"/>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B5F93C77-994F-B17C-6DAA-3FC2F9EAED43}"/>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3" name="Legend-Ligands">
              <a:extLst>
                <a:ext uri="{FF2B5EF4-FFF2-40B4-BE49-F238E27FC236}">
                  <a16:creationId xmlns:a16="http://schemas.microsoft.com/office/drawing/2014/main" id="{4CACA0DA-B260-EBE4-7DF0-6E8E520974C1}"/>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4" name="label">
              <a:extLst>
                <a:ext uri="{FF2B5EF4-FFF2-40B4-BE49-F238E27FC236}">
                  <a16:creationId xmlns:a16="http://schemas.microsoft.com/office/drawing/2014/main" id="{0055C844-C1C6-2EE0-0982-CA3CAA943546}"/>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5" name="组合坐标框">
              <a:extLst>
                <a:ext uri="{FF2B5EF4-FFF2-40B4-BE49-F238E27FC236}">
                  <a16:creationId xmlns:a16="http://schemas.microsoft.com/office/drawing/2014/main" id="{F1307951-8E6D-D703-23F4-D6ACA2AB72B5}"/>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061173969"/>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left-B">
    <p:spTree>
      <p:nvGrpSpPr>
        <p:cNvPr id="1" name=""/>
        <p:cNvGrpSpPr/>
        <p:nvPr/>
      </p:nvGrpSpPr>
      <p:grpSpPr>
        <a:xfrm>
          <a:off x="0" y="0"/>
          <a:ext cx="0" cy="0"/>
          <a:chOff x="0" y="0"/>
          <a:chExt cx="0" cy="0"/>
        </a:xfrm>
      </p:grpSpPr>
      <p:grpSp>
        <p:nvGrpSpPr>
          <p:cNvPr id="2" name="Build左侧-B">
            <a:extLst>
              <a:ext uri="{FF2B5EF4-FFF2-40B4-BE49-F238E27FC236}">
                <a16:creationId xmlns:a16="http://schemas.microsoft.com/office/drawing/2014/main" id="{1451476F-8ADC-0115-A30D-B5D524B819B2}"/>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B56D6808-C195-8FFD-3162-28DCC8222109}"/>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68C8D1BC-48E6-9145-A43D-6D0F5EE45097}"/>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96E5C87E-A996-CF8F-9A17-0D035875E916}"/>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DE11F99B-E059-A2FC-8441-EE693BA20122}"/>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B5E900E0-5ED3-65F2-3BEB-F12CC741FEC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1346CBA2-3358-FBA7-2760-7E491961C409}"/>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DBC192F1-6FE5-D7AA-7C86-5788B291744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F6253609-38DA-EDC3-C901-DDABB766BD1C}"/>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A32A974E-9432-4E67-768B-58AEC3BC07E3}"/>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A07DF691-F5E7-DFC2-D03E-805A5A783EA6}"/>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2B73D036-AA8F-C4F6-0B8D-FF88AF9A2FDD}"/>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2ABFC6DA-D0D5-A7B7-9386-E6704D963848}"/>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0FC0BCE3-7A2D-C1EB-7815-A4A469837EAA}"/>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B0662061-548B-F1BE-B710-93190030694F}"/>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9E2978F7-D148-C84F-200C-AFF8E4A6BCF5}"/>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5F10137A-3BCC-0F19-5EF2-91013392D47F}"/>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064799DB-19D1-7864-F4CA-1D96F4A87A0D}"/>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1C62B9E3-C2F6-FFED-0CCD-AAA0625E4BD3}"/>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 descr="Global-candidate">
              <a:extLst>
                <a:ext uri="{FF2B5EF4-FFF2-40B4-BE49-F238E27FC236}">
                  <a16:creationId xmlns:a16="http://schemas.microsoft.com/office/drawing/2014/main" id="{4DF999EF-3B6D-9FDB-E6B5-B7DE01E57DEF}"/>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D0937EF4-B068-3B51-DDA8-6AEA5F15C1F1}"/>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36E73B27-4156-7222-3437-E6F3043A4514}"/>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0326D579-DD7A-382E-F1C4-12D16F792D20}"/>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0565F09B-9E72-608C-DF06-BFBDBDBF2A9B}"/>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FCBC7AEA-03FA-F287-4B7C-36000FF679E1}"/>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E35D43BB-DC71-DFBC-FC72-D14509499EB8}"/>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A91C0670-4308-2641-289E-7CD783956456}"/>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266EA7B2-F693-9801-B793-EA581C76B7A1}"/>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8ED467AC-6873-1E1A-98C7-6CB421D37C4B}"/>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632F471D-D956-E312-4E18-2E6962524E9D}"/>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7F4143BC-5D5E-7839-C5DD-A44ADE958034}"/>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7E0F7EB3-BCC9-82C6-733E-ABFE6095B817}"/>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2A60B493-E22A-AEE5-FBE1-598ACF11AA40}"/>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37CCDA24-41A4-7D2E-545E-031128E93526}"/>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1D8C2533-7CF0-127C-065D-2579343277A5}"/>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744FACC3-190F-B891-4690-BD89C87AF471}"/>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24E9CCFF-F9C5-464C-8FD2-B015BBFB15DA}"/>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50842FE2-A786-05CC-587C-17B239837FC0}"/>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E57E93D7-0A2B-71C2-D09F-0E9A6BDFBB59}"/>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929770A4-B262-7508-3F71-952A756F080B}"/>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AF07658F-FC95-7EF6-E3FD-9FA8934EAC44}"/>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3B2D2170-CAF2-87AF-F642-C2D02016A53C}"/>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693EC194-DFE4-08A5-0E66-F01C532782BA}"/>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5A6DBE80-49AF-EF55-57EB-D730B3938F42}"/>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F2D88EB2-F96A-619A-C92D-25422B877D93}"/>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B254AADC-48E3-40F8-11BB-7203C594CEC3}"/>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F9D742E7-F9F8-05B8-BF9E-69E6A7CB6F97}"/>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7527AE31-3AD4-831F-23CE-27986D80FDE6}"/>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C25B5C08-12F8-D13C-3EEB-3AC0BE38F3F8}"/>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D347F373-1128-9E29-48C9-3CD1AEF5C18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1EB66975-809A-6F8B-482F-AFE953401469}"/>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BB97F066-5175-4F8E-C479-45E43057A9D7}"/>
                </a:ext>
              </a:extLst>
            </p:cNvPr>
            <p:cNvSpPr txBox="1"/>
            <p:nvPr/>
          </p:nvSpPr>
          <p:spPr>
            <a:xfrm>
              <a:off x="6045199" y="2197100"/>
              <a:ext cx="774700" cy="152400"/>
            </a:xfrm>
            <a:prstGeom prst="rect">
              <a:avLst/>
            </a:prstGeom>
            <a:noFill/>
          </p:spPr>
          <p:txBody>
            <a:bodyPr vert="horz" wrap="none" lIns="0" tIns="0" rIns="0" bIns="0" rtlCol="0" anchor="ctr">
              <a:noAutofit/>
            </a:bodyPr>
            <a:lstStyle/>
            <a:p>
              <a:r>
                <a:rPr lang="en-US" altLang="zh-CN" sz="780">
                  <a:solidFill>
                    <a:srgbClr val="667783"/>
                  </a:solidFill>
                  <a:latin typeface="Arial" panose="020B0604020202020204" pitchFamily="34" charset="0"/>
                </a:rPr>
                <a:t>False positive</a:t>
              </a:r>
              <a:endParaRPr lang="zh-CN" altLang="en-US" sz="78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AE59648F-FA77-9542-64C0-F1DB7DDA3F2C}"/>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1A54F8B-B2AC-B149-59F0-E38E7EB622E0}"/>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E69CCDB8-76C2-F506-57F4-ACC0C720C5EE}"/>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D9ECFE55-2918-7F7D-F84A-C76306917A7F}"/>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151079622"/>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name="right-B">
    <p:spTree>
      <p:nvGrpSpPr>
        <p:cNvPr id="1" name=""/>
        <p:cNvGrpSpPr/>
        <p:nvPr/>
      </p:nvGrpSpPr>
      <p:grpSpPr>
        <a:xfrm>
          <a:off x="0" y="0"/>
          <a:ext cx="0" cy="0"/>
          <a:chOff x="0" y="0"/>
          <a:chExt cx="0" cy="0"/>
        </a:xfrm>
      </p:grpSpPr>
      <p:grpSp>
        <p:nvGrpSpPr>
          <p:cNvPr id="2" name="Build及输出-B">
            <a:extLst>
              <a:ext uri="{FF2B5EF4-FFF2-40B4-BE49-F238E27FC236}">
                <a16:creationId xmlns:a16="http://schemas.microsoft.com/office/drawing/2014/main" id="{6CFC84C7-6BD0-3EE2-6B07-59D24F28EF27}"/>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F5BC85C1-4CFD-F20C-32E7-AD8616DC38AB}"/>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3D8C926A-382A-9D11-7792-F760C07392FF}"/>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3F36C7CC-54C2-4F88-5499-A84F7E4DA1D4}"/>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B" descr="Global-poses-B">
              <a:extLst>
                <a:ext uri="{FF2B5EF4-FFF2-40B4-BE49-F238E27FC236}">
                  <a16:creationId xmlns:a16="http://schemas.microsoft.com/office/drawing/2014/main" id="{1B995C95-253E-DB4A-9CAA-943B72C1334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B21821C4-C1F4-46F2-361E-C71F09E56826}"/>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652E46B9-B6AC-CB51-5616-44D6B34D16A0}"/>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D62DF115-10B6-7551-7F35-40F8FB7BD2FD}"/>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B694CD9A-B53C-36F9-C34F-5165EAB0DB0B}"/>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761C57E6-632A-4C48-58A4-38426F3485BF}"/>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89FDF1AA-F356-CCA2-A175-38EC95FC3A96}"/>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1C3169F2-77E2-030E-657C-6D72B47F1066}"/>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928018831"/>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name="left-C">
    <p:spTree>
      <p:nvGrpSpPr>
        <p:cNvPr id="1" name=""/>
        <p:cNvGrpSpPr/>
        <p:nvPr/>
      </p:nvGrpSpPr>
      <p:grpSpPr>
        <a:xfrm>
          <a:off x="0" y="0"/>
          <a:ext cx="0" cy="0"/>
          <a:chOff x="0" y="0"/>
          <a:chExt cx="0" cy="0"/>
        </a:xfrm>
      </p:grpSpPr>
      <p:grpSp>
        <p:nvGrpSpPr>
          <p:cNvPr id="2" name="Build左侧-C">
            <a:extLst>
              <a:ext uri="{FF2B5EF4-FFF2-40B4-BE49-F238E27FC236}">
                <a16:creationId xmlns:a16="http://schemas.microsoft.com/office/drawing/2014/main" id="{407C34F0-35A5-4B4C-09E6-2A636DCE4A95}"/>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F35F74CE-EDA4-E09D-2881-5F367998B42A}"/>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3B17D62E-998D-C8BD-4436-CBFD01812678}"/>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1DA3C4CF-409D-49A7-FACB-29C25F7DBF5D}"/>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439E8E5F-BB6D-6EFB-10A9-A9313B60E99F}"/>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9F7CF356-3AAB-6250-00FB-B8A23FD5D26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5F736FBA-BD2D-C5BF-1BE9-2F69BE67CD7B}"/>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7DFD372A-FFB9-C494-5173-5C46FADD80F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CB7AAADB-DE67-AEE7-8B8C-E9874E8A7CE8}"/>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ACB4A774-DDC0-1DB4-AC60-611674D27109}"/>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AEF910E1-2029-C06A-7136-C5263ACEF139}"/>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4E0099D3-319F-BD9E-13A7-25E498D80F88}"/>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46C8F4D0-A53D-1E31-2775-CD1D55A61506}"/>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5C8DB8E6-1788-BCE7-C7FB-E047D29B2BB9}"/>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E2531172-D988-2F60-E736-57D435D26E8B}"/>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418161DD-2CD2-C274-B211-BFF9E0463E2D}"/>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4AD3C59D-0FA2-9491-8271-18CCEDED9A15}"/>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C76D4E4C-17EF-89A2-F858-867CC91A53F2}"/>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1C2F3A55-8556-4A6B-0133-7BE8B787163C}"/>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D55" descr="Global-candidate-D55">
              <a:extLst>
                <a:ext uri="{FF2B5EF4-FFF2-40B4-BE49-F238E27FC236}">
                  <a16:creationId xmlns:a16="http://schemas.microsoft.com/office/drawing/2014/main" id="{C11C391D-FC7E-CE65-255C-6CC3C6025704}"/>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7935EFA2-6776-076D-C2BE-810058CBAAFE}"/>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C45DCB1C-C052-3804-1966-777288F0397E}"/>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C6F9C139-F491-7F5E-44AA-7A41D9CF673E}"/>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71C64054-B2FC-9775-6F72-3FCE3143AB68}"/>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DD0F3D4A-6420-4AE1-A68C-0AF14CEF46C7}"/>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02A64CCE-AA64-8E8A-29BC-496E8618CF5A}"/>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C34D53E4-B0C6-7048-6EAB-D12CF3ECBE90}"/>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C9916742-3D76-E216-482C-3232735A7123}"/>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6FC4E0E0-8BF7-E3FB-E065-AA7703386401}"/>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4E9F2C12-2C29-43B2-01E1-3DBDEA9B59A5}"/>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3D0C33CD-628C-A365-AAB0-A901F015979E}"/>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017C09FC-0CCA-41E5-AA53-DDCAD7385E62}"/>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9A13C854-2956-9222-D4D4-524FAACAD5DB}"/>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621DD9CB-624D-AB94-29B7-B0DC1449391D}"/>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9DF3E277-5A37-FCCA-107C-0A45487285A0}"/>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FC77D320-51E0-2CA6-CE29-2D61416AC5D5}"/>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35ED247F-FFC2-E630-50D4-7ADD2C690AF0}"/>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F1AAD705-04A6-51FB-B3EB-8A1B0D3AC230}"/>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2C21BB46-8D9F-07B8-5372-6B0BD9E8AEC0}"/>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7BE39395-9A95-F064-B8BC-3F96B912FFEA}"/>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4C7E85FB-4CB9-F04C-DAC7-442BB301D422}"/>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D17579E7-C02C-44AE-46FE-B3C3C0292B87}"/>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6AABEADE-F01B-F715-C193-02EE16FCF3D9}"/>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BD012DC7-0A27-7750-ABFD-436F4C5F4DE9}"/>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9F08E5BB-21B8-02E7-A4E4-ADA9F1A93BD1}"/>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F9714618-50FC-AEDF-C5EF-FAC029FC660A}"/>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DB290FA4-DF45-0DFB-E3EB-060FA82E6101}"/>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26C594AA-3607-5866-CA76-A6A9AB85B662}"/>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69C92691-D0D2-A2AE-D6BF-3838BA2FB8B0}"/>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ED58F171-E070-51C8-9D4C-AB3544B1CF1E}"/>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A6A651ED-519F-4B6B-CB7E-DFF3B90C6D53}"/>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3B7F4DA4-C542-07EF-3340-55F0DCA3CCD5}"/>
                </a:ext>
              </a:extLst>
            </p:cNvPr>
            <p:cNvSpPr txBox="1"/>
            <p:nvPr/>
          </p:nvSpPr>
          <p:spPr>
            <a:xfrm>
              <a:off x="6045199" y="2197100"/>
              <a:ext cx="774700" cy="152400"/>
            </a:xfrm>
            <a:prstGeom prst="rect">
              <a:avLst/>
            </a:prstGeom>
            <a:noFill/>
          </p:spPr>
          <p:txBody>
            <a:bodyPr vert="horz" wrap="none" lIns="0" tIns="0" rIns="0" bIns="0" rtlCol="0" anchor="ctr">
              <a:noAutofit/>
            </a:bodyPr>
            <a:lstStyle/>
            <a:p>
              <a:r>
                <a:rPr lang="en-US" altLang="zh-CN" sz="780">
                  <a:solidFill>
                    <a:srgbClr val="667783"/>
                  </a:solidFill>
                  <a:latin typeface="Arial" panose="020B0604020202020204" pitchFamily="34" charset="0"/>
                </a:rPr>
                <a:t>False positive</a:t>
              </a:r>
              <a:endParaRPr lang="zh-CN" altLang="en-US" sz="78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E01FBA2C-17E6-23DB-9105-EAC0302D6FB8}"/>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216B110-1AB8-3B7E-90D1-8247C39F7845}"/>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54779AE4-6E1F-3147-15A5-02F049580CA6}"/>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3986EB11-7A4F-9E5F-12DE-FC5EEDFC88BF}"/>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804743011"/>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name="right-D55">
    <p:spTree>
      <p:nvGrpSpPr>
        <p:cNvPr id="1" name=""/>
        <p:cNvGrpSpPr/>
        <p:nvPr/>
      </p:nvGrpSpPr>
      <p:grpSpPr>
        <a:xfrm>
          <a:off x="0" y="0"/>
          <a:ext cx="0" cy="0"/>
          <a:chOff x="0" y="0"/>
          <a:chExt cx="0" cy="0"/>
        </a:xfrm>
      </p:grpSpPr>
      <p:grpSp>
        <p:nvGrpSpPr>
          <p:cNvPr id="2" name="Build及输出-D55">
            <a:extLst>
              <a:ext uri="{FF2B5EF4-FFF2-40B4-BE49-F238E27FC236}">
                <a16:creationId xmlns:a16="http://schemas.microsoft.com/office/drawing/2014/main" id="{91F42127-B557-DCAE-54F0-5ED1701B6074}"/>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082D0539-FDD9-291F-BB39-3B5520D6A227}"/>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4BCC2DB1-1702-8378-F747-FDBD919112C6}"/>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1C9AD8E7-38F2-2BB5-BF55-F0AC1803FFD9}"/>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55" descr="Global-poses-D55">
              <a:extLst>
                <a:ext uri="{FF2B5EF4-FFF2-40B4-BE49-F238E27FC236}">
                  <a16:creationId xmlns:a16="http://schemas.microsoft.com/office/drawing/2014/main" id="{96798CE7-CD01-C269-04AC-A5604ED2034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2C435BF4-D3E3-0A24-8CEA-6B77F3A4671C}"/>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1EBA38D5-845C-D001-54D4-28BF3E6393DD}"/>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DBD3C4B5-6F2F-F61F-A7C3-4AA9132E7658}"/>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603E99F8-B69D-6ECF-5EE5-32B768CB0CF0}"/>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848D3484-17B8-7624-1AAB-887A7C58C9CD}"/>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0A08B1EB-E44A-8414-9DDD-F4DD0560C599}"/>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4E324146-76F7-29EE-DF48-E785961CDAF9}"/>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4789622"/>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left-C-plus-right-D55">
    <p:spTree>
      <p:nvGrpSpPr>
        <p:cNvPr id="1" name=""/>
        <p:cNvGrpSpPr/>
        <p:nvPr/>
      </p:nvGrpSpPr>
      <p:grpSpPr>
        <a:xfrm>
          <a:off x="0" y="0"/>
          <a:ext cx="0" cy="0"/>
          <a:chOff x="0" y="0"/>
          <a:chExt cx="0" cy="0"/>
        </a:xfrm>
      </p:grpSpPr>
      <p:grpSp>
        <p:nvGrpSpPr>
          <p:cNvPr id="2" name="Build左侧-C">
            <a:extLst>
              <a:ext uri="{FF2B5EF4-FFF2-40B4-BE49-F238E27FC236}">
                <a16:creationId xmlns:a16="http://schemas.microsoft.com/office/drawing/2014/main" id="{00D2E51D-3905-F24C-95BF-7779EE693EE3}"/>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84B2C739-1AC1-1FE4-DEAB-DEC0C91D83C7}"/>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E46AFED0-8B4F-228B-77F7-FEC2734D658B}"/>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EEEFB3DF-6C23-503F-3EF9-51ACEC9C4DAC}"/>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837FED93-24BC-FE1F-EE5A-A4464CD793D6}"/>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C2739659-32CD-5410-A4E2-E9EE34A539E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F7BEC4B5-5FB8-2160-6D42-9B7594EB16B0}"/>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C5217FB6-227E-9E56-8B4E-1E8241CC1BA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4C141000-A4DC-7425-F745-86A646AF6F6E}"/>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DB89D8BA-0D82-5B51-5339-AB7ED7B97AB0}"/>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12196ACC-1A8B-3CB7-C563-0DB9F36AA056}"/>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45888A80-C212-AB70-AFDD-B801896DE3D1}"/>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EA4A69F7-BC0E-226A-F427-ED59AFCB0664}"/>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CFC7169C-5683-2450-6045-D99D087C5665}"/>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D70916D0-9B50-42BC-5343-6BC905B53365}"/>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40B00C2D-789F-2EC5-218A-B548B87BFD44}"/>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511761DF-C228-D317-A42C-F37B4B311917}"/>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5ACB9BB0-BF58-EFBD-DF54-ECE86A8776CE}"/>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BB085837-591F-B579-A023-12F97DF8CBB6}"/>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D55" descr="Global-candidate-D55">
              <a:extLst>
                <a:ext uri="{FF2B5EF4-FFF2-40B4-BE49-F238E27FC236}">
                  <a16:creationId xmlns:a16="http://schemas.microsoft.com/office/drawing/2014/main" id="{7C240443-90F9-6093-D93E-28900456F997}"/>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AA6CC275-19EE-7787-8E40-06129336AC19}"/>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3AD8DC38-F384-2D27-48C7-CE674F5BAF93}"/>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04671290-663A-8D63-92D1-739ADAECCF23}"/>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BDC635C5-FEF3-86D7-9A71-D2AEAC4A42CC}"/>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7C9D0DB7-CE9E-6053-C26B-47E4719F24D9}"/>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21D51E9C-B1EC-FEEF-6652-9CC7E849CEF8}"/>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A06C07AA-9652-2E3B-F522-62EE98A906B3}"/>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66E6AC9C-B32B-9C52-F07E-28918FFDC1E8}"/>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48E84119-1651-DB7E-4DE1-E7F6D51751ED}"/>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A8A61F07-3F39-1125-A4F6-2B236B2FF665}"/>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56B8B8EF-B134-BA02-3099-3BB198909B78}"/>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0C14F724-9C4F-3AE2-AA37-982ED458856C}"/>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8D690EF1-DCB9-99C1-D527-96122E997FF1}"/>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E42C6325-52C6-C10B-ACE7-D488CB3AF84C}"/>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C9604AF8-F129-1545-97CC-BB8A7CAF38B1}"/>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BE0B450C-A2EE-D199-E50F-6FC4DC760ED9}"/>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898C3FED-D0A9-5661-ECB8-2391F2062459}"/>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F2197BE0-B8BF-A8E8-7F21-75BC67743F1A}"/>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F4FD7DD8-C582-4901-29D6-ADE594F11CD8}"/>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D624194E-E770-8A7C-5FCA-D577D431D4C4}"/>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9CEE8FA7-0C62-7A1E-B8CB-E180995C052F}"/>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84821EAB-41A2-8AA3-1F9E-F67F69F04080}"/>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3CBF3668-14A8-6BDC-3250-D32A50E58A20}"/>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23A35E97-1825-8F2D-D82F-525430E4F5CD}"/>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93A554ED-34D8-6286-57DF-448C25D0832B}"/>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6FDB996B-A4C3-ED15-2B82-025D7201DBF0}"/>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2C712BB9-130C-30D5-D66D-826FDB332922}"/>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485588C5-7F57-4FE5-ED80-92B954C58EC9}"/>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12C27F0C-3C79-22C4-6A15-9BFAB7BB157E}"/>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CFB41BE5-F66A-66B8-348F-AC9841C4475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C794B7D8-9C52-2431-DB74-02F6D51D108F}"/>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036EE39A-25A6-1D3A-722E-48F83F20E147}"/>
                </a:ext>
              </a:extLst>
            </p:cNvPr>
            <p:cNvSpPr txBox="1"/>
            <p:nvPr/>
          </p:nvSpPr>
          <p:spPr>
            <a:xfrm>
              <a:off x="6045199" y="2152650"/>
              <a:ext cx="774700" cy="152400"/>
            </a:xfrm>
            <a:prstGeom prst="rect">
              <a:avLst/>
            </a:prstGeom>
            <a:noFill/>
          </p:spPr>
          <p:txBody>
            <a:bodyPr vert="horz" wrap="none" lIns="0" tIns="0" rIns="0" bIns="0" rtlCol="0" anchor="ctr">
              <a:noAutofit/>
            </a:bodyPr>
            <a:lstStyle/>
            <a:p>
              <a:r>
                <a:rPr lang="en-US" altLang="zh-CN" sz="780" dirty="0">
                  <a:solidFill>
                    <a:srgbClr val="667783"/>
                  </a:solidFill>
                  <a:latin typeface="Arial" panose="020B0604020202020204" pitchFamily="34" charset="0"/>
                </a:rPr>
                <a:t>False positive</a:t>
              </a:r>
              <a:endParaRPr lang="zh-CN" altLang="en-US" sz="780" dirty="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72E970E1-0EA9-B6F7-71DC-1E125488CC93}"/>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6C7E57D-736F-42C2-65C2-4929083470CE}"/>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4117949A-322B-C83F-7506-DC5D023390DC}"/>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7F7A4EA5-F5A1-574A-5244-3B5219A0D5FB}"/>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8" name="Build及输出-D55">
            <a:extLst>
              <a:ext uri="{FF2B5EF4-FFF2-40B4-BE49-F238E27FC236}">
                <a16:creationId xmlns:a16="http://schemas.microsoft.com/office/drawing/2014/main" id="{CF60ECFD-B7D1-7234-7201-027541071D54}"/>
              </a:ext>
            </a:extLst>
          </p:cNvPr>
          <p:cNvGrpSpPr/>
          <p:nvPr/>
        </p:nvGrpSpPr>
        <p:grpSpPr>
          <a:xfrm>
            <a:off x="8216900" y="0"/>
            <a:ext cx="3689350" cy="4572000"/>
            <a:chOff x="8216900" y="0"/>
            <a:chExt cx="3689350" cy="4572000"/>
          </a:xfrm>
        </p:grpSpPr>
        <p:sp>
          <p:nvSpPr>
            <p:cNvPr id="59" name="label">
              <a:extLst>
                <a:ext uri="{FF2B5EF4-FFF2-40B4-BE49-F238E27FC236}">
                  <a16:creationId xmlns:a16="http://schemas.microsoft.com/office/drawing/2014/main" id="{597D7B9E-1410-F5CC-4AB5-D9B5CA18C61C}"/>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60" name="label">
              <a:extLst>
                <a:ext uri="{FF2B5EF4-FFF2-40B4-BE49-F238E27FC236}">
                  <a16:creationId xmlns:a16="http://schemas.microsoft.com/office/drawing/2014/main" id="{F0B4B1D4-D537-EAA6-528A-0BF8941DBB5B}"/>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61" name="Build-arrow">
              <a:extLst>
                <a:ext uri="{FF2B5EF4-FFF2-40B4-BE49-F238E27FC236}">
                  <a16:creationId xmlns:a16="http://schemas.microsoft.com/office/drawing/2014/main" id="{C79D37B8-BFAA-999D-ACD1-F1245BBEFBBB}"/>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2" name="Global-poses-D55" descr="Global-poses-D55">
              <a:extLst>
                <a:ext uri="{FF2B5EF4-FFF2-40B4-BE49-F238E27FC236}">
                  <a16:creationId xmlns:a16="http://schemas.microsoft.com/office/drawing/2014/main" id="{D78497E9-6EAB-5411-9D8A-C2D659AF1463}"/>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63" name="Legend-Density">
              <a:extLst>
                <a:ext uri="{FF2B5EF4-FFF2-40B4-BE49-F238E27FC236}">
                  <a16:creationId xmlns:a16="http://schemas.microsoft.com/office/drawing/2014/main" id="{E403C9C1-3012-1A47-E6F1-4F3D2DAF57AF}"/>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label">
              <a:extLst>
                <a:ext uri="{FF2B5EF4-FFF2-40B4-BE49-F238E27FC236}">
                  <a16:creationId xmlns:a16="http://schemas.microsoft.com/office/drawing/2014/main" id="{026D1032-5EA5-305A-3749-0713FA1A1C8B}"/>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65" name="Legend-Receptor">
              <a:extLst>
                <a:ext uri="{FF2B5EF4-FFF2-40B4-BE49-F238E27FC236}">
                  <a16:creationId xmlns:a16="http://schemas.microsoft.com/office/drawing/2014/main" id="{093AD9D7-A3D3-B77C-36D8-14747D4A5C5D}"/>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6" name="label">
              <a:extLst>
                <a:ext uri="{FF2B5EF4-FFF2-40B4-BE49-F238E27FC236}">
                  <a16:creationId xmlns:a16="http://schemas.microsoft.com/office/drawing/2014/main" id="{BC38CA2E-0CBC-C514-7C87-BB9F1A84AACC}"/>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67" name="Legend-Ligands">
              <a:extLst>
                <a:ext uri="{FF2B5EF4-FFF2-40B4-BE49-F238E27FC236}">
                  <a16:creationId xmlns:a16="http://schemas.microsoft.com/office/drawing/2014/main" id="{18715357-04B1-49E1-8639-9299E61CF9E1}"/>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68" name="label">
              <a:extLst>
                <a:ext uri="{FF2B5EF4-FFF2-40B4-BE49-F238E27FC236}">
                  <a16:creationId xmlns:a16="http://schemas.microsoft.com/office/drawing/2014/main" id="{44EA7E53-379A-7797-807A-BA2CABC0F6A5}"/>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69" name="组合坐标框">
              <a:extLst>
                <a:ext uri="{FF2B5EF4-FFF2-40B4-BE49-F238E27FC236}">
                  <a16:creationId xmlns:a16="http://schemas.microsoft.com/office/drawing/2014/main" id="{E62E5F85-CDF2-D3B8-A63D-E514B3F0ACC2}"/>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065728911"/>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name="right-D35">
    <p:spTree>
      <p:nvGrpSpPr>
        <p:cNvPr id="1" name=""/>
        <p:cNvGrpSpPr/>
        <p:nvPr/>
      </p:nvGrpSpPr>
      <p:grpSpPr>
        <a:xfrm>
          <a:off x="0" y="0"/>
          <a:ext cx="0" cy="0"/>
          <a:chOff x="0" y="0"/>
          <a:chExt cx="0" cy="0"/>
        </a:xfrm>
      </p:grpSpPr>
      <p:grpSp>
        <p:nvGrpSpPr>
          <p:cNvPr id="2" name="Build及输出-D35">
            <a:extLst>
              <a:ext uri="{FF2B5EF4-FFF2-40B4-BE49-F238E27FC236}">
                <a16:creationId xmlns:a16="http://schemas.microsoft.com/office/drawing/2014/main" id="{8CD6AC7C-1C76-8B8D-C109-C010FFE1EF8F}"/>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EA384DD7-4982-D3CC-6BC3-6E8BE052E68D}"/>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8A233248-DDAE-E32F-F483-225004E4C485}"/>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5BF607A2-0ADA-DA6E-6E24-D52113F8F346}"/>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35" descr="Global-poses-D35">
              <a:extLst>
                <a:ext uri="{FF2B5EF4-FFF2-40B4-BE49-F238E27FC236}">
                  <a16:creationId xmlns:a16="http://schemas.microsoft.com/office/drawing/2014/main" id="{4C700267-F048-AF8B-90DF-0C356EE659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2BB290D0-B594-3671-9E3E-C78593280DE0}"/>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84E21902-FB2A-AFC3-57F3-F4960598F243}"/>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FA4FE62B-DBBD-8704-EB87-D624F257C788}"/>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F6B3F6DA-5C5C-4C82-6231-5CB63A9C16DF}"/>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5FA90309-067A-697A-A208-71F9FD2E9B50}"/>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7C70D1FC-9372-2C87-7AB9-624D1CC8FAA8}"/>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9AB8B18A-D38F-22A6-213D-B8BCA1E6934B}"/>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059545486"/>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name="right-D70">
    <p:spTree>
      <p:nvGrpSpPr>
        <p:cNvPr id="1" name=""/>
        <p:cNvGrpSpPr/>
        <p:nvPr/>
      </p:nvGrpSpPr>
      <p:grpSpPr>
        <a:xfrm>
          <a:off x="0" y="0"/>
          <a:ext cx="0" cy="0"/>
          <a:chOff x="0" y="0"/>
          <a:chExt cx="0" cy="0"/>
        </a:xfrm>
      </p:grpSpPr>
      <p:grpSp>
        <p:nvGrpSpPr>
          <p:cNvPr id="2" name="Build及输出-D70">
            <a:extLst>
              <a:ext uri="{FF2B5EF4-FFF2-40B4-BE49-F238E27FC236}">
                <a16:creationId xmlns:a16="http://schemas.microsoft.com/office/drawing/2014/main" id="{2867278E-58C5-C59F-A8A0-BF0047DA15F1}"/>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C1402974-D8BA-6BD0-AB1C-697E18C1A116}"/>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29D02417-107A-6DC7-71C9-BC8D2CBE3200}"/>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40E13784-8F22-9742-91A0-2522B39C723A}"/>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70" descr="Global-poses-D70">
              <a:extLst>
                <a:ext uri="{FF2B5EF4-FFF2-40B4-BE49-F238E27FC236}">
                  <a16:creationId xmlns:a16="http://schemas.microsoft.com/office/drawing/2014/main" id="{60AE0504-DDDB-1AD5-16E5-B4123D77AA9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CD5ABA84-02DA-E226-18DA-103949B9B72E}"/>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7E8EA53B-867C-EB46-6C50-95357F4D12A8}"/>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4EC97632-FEA3-AEC4-9FB2-6F2E7AB9B755}"/>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60AC366A-ED8A-DFB2-6295-4C21DDA37A14}"/>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46D4BAD2-425A-4866-7DF5-2EE215324F6E}"/>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BAD85952-2F6E-1EE4-B34E-F5058E8E655F}"/>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597E7FD4-6D3E-2D62-57FF-796989872CCE}"/>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48894755"/>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1B264-95CC-4DCF-ED3C-B23E69EAABA2}"/>
            </a:ext>
          </a:extLst>
        </p:cNvPr>
        <p:cNvGrpSpPr/>
        <p:nvPr/>
      </p:nvGrpSpPr>
      <p:grpSpPr>
        <a:xfrm>
          <a:off x="0" y="0"/>
          <a:ext cx="0" cy="0"/>
          <a:chOff x="0" y="0"/>
          <a:chExt cx="0" cy="0"/>
        </a:xfrm>
      </p:grpSpPr>
      <p:pic>
        <p:nvPicPr>
          <p:cNvPr id="69" name="Global-candidate-D55" descr="Global-candidate-D55">
            <a:extLst>
              <a:ext uri="{FF2B5EF4-FFF2-40B4-BE49-F238E27FC236}">
                <a16:creationId xmlns:a16="http://schemas.microsoft.com/office/drawing/2014/main" id="{6B0B26AD-2C91-4B98-0860-5534624CCF10}"/>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622550" y="717550"/>
            <a:ext cx="2255520" cy="2819400"/>
          </a:xfrm>
          <a:prstGeom prst="rect">
            <a:avLst/>
          </a:prstGeom>
        </p:spPr>
      </p:pic>
      <p:grpSp>
        <p:nvGrpSpPr>
          <p:cNvPr id="2" name="Build左侧-A">
            <a:extLst>
              <a:ext uri="{FF2B5EF4-FFF2-40B4-BE49-F238E27FC236}">
                <a16:creationId xmlns:a16="http://schemas.microsoft.com/office/drawing/2014/main" id="{9A36337F-C776-E102-8B76-D4F1BF7B0433}"/>
              </a:ext>
            </a:extLst>
          </p:cNvPr>
          <p:cNvGrpSpPr/>
          <p:nvPr/>
        </p:nvGrpSpPr>
        <p:grpSpPr>
          <a:xfrm>
            <a:off x="0" y="0"/>
            <a:ext cx="8621713" cy="4572000"/>
            <a:chOff x="0" y="0"/>
            <a:chExt cx="8621713" cy="4572000"/>
          </a:xfrm>
        </p:grpSpPr>
        <p:sp>
          <p:nvSpPr>
            <p:cNvPr id="3" name="label">
              <a:extLst>
                <a:ext uri="{FF2B5EF4-FFF2-40B4-BE49-F238E27FC236}">
                  <a16:creationId xmlns:a16="http://schemas.microsoft.com/office/drawing/2014/main" id="{4621ED44-9366-3941-CF64-17C9F23F00ED}"/>
                </a:ext>
              </a:extLst>
            </p:cNvPr>
            <p:cNvSpPr txBox="1"/>
            <p:nvPr/>
          </p:nvSpPr>
          <p:spPr>
            <a:xfrm>
              <a:off x="231775"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87E01BB7-93CC-9EA4-E7C2-FE01F936FD9F}"/>
                </a:ext>
              </a:extLst>
            </p:cNvPr>
            <p:cNvSpPr txBox="1"/>
            <p:nvPr/>
          </p:nvSpPr>
          <p:spPr>
            <a:xfrm>
              <a:off x="2576893"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D214CB5C-F1E4-5C43-C22A-C07E0836F768}"/>
                </a:ext>
              </a:extLst>
            </p:cNvPr>
            <p:cNvSpPr txBox="1"/>
            <p:nvPr/>
          </p:nvSpPr>
          <p:spPr>
            <a:xfrm>
              <a:off x="5487988"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CC064077-AD15-6656-91C4-8E257F7F45C0}"/>
                </a:ext>
              </a:extLst>
            </p:cNvPr>
            <p:cNvSpPr/>
            <p:nvPr/>
          </p:nvSpPr>
          <p:spPr>
            <a:xfrm>
              <a:off x="4445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067F0616-730D-74E8-11B6-C5266C402262}"/>
                </a:ext>
              </a:extLst>
            </p:cNvPr>
            <p:cNvSpPr txBox="1"/>
            <p:nvPr/>
          </p:nvSpPr>
          <p:spPr>
            <a:xfrm>
              <a:off x="4698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sp>
          <p:nvSpPr>
            <p:cNvPr id="10" name="label">
              <a:extLst>
                <a:ext uri="{FF2B5EF4-FFF2-40B4-BE49-F238E27FC236}">
                  <a16:creationId xmlns:a16="http://schemas.microsoft.com/office/drawing/2014/main" id="{1FC2DCFA-8708-5895-CBFC-88E496A2B3FA}"/>
                </a:ext>
              </a:extLst>
            </p:cNvPr>
            <p:cNvSpPr txBox="1"/>
            <p:nvPr/>
          </p:nvSpPr>
          <p:spPr>
            <a:xfrm>
              <a:off x="4571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B613B56C-3596-FF58-8BF2-C04C2D6005F4}"/>
                </a:ext>
              </a:extLst>
            </p:cNvPr>
            <p:cNvCxnSpPr/>
            <p:nvPr/>
          </p:nvCxnSpPr>
          <p:spPr>
            <a:xfrm>
              <a:off x="9779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9A93995B-0C72-1CDE-2DFE-AE30F32D402A}"/>
                </a:ext>
              </a:extLst>
            </p:cNvPr>
            <p:cNvSpPr txBox="1"/>
            <p:nvPr/>
          </p:nvSpPr>
          <p:spPr>
            <a:xfrm>
              <a:off x="10159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BE4108BF-1B7C-BF05-12D0-35F60475EBB3}"/>
                </a:ext>
              </a:extLst>
            </p:cNvPr>
            <p:cNvSpPr/>
            <p:nvPr/>
          </p:nvSpPr>
          <p:spPr>
            <a:xfrm>
              <a:off x="4445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MILES-BTN">
              <a:extLst>
                <a:ext uri="{FF2B5EF4-FFF2-40B4-BE49-F238E27FC236}">
                  <a16:creationId xmlns:a16="http://schemas.microsoft.com/office/drawing/2014/main" id="{6CF9B5E1-0BED-8A7A-F008-E0AB087A3288}"/>
                </a:ext>
              </a:extLst>
            </p:cNvPr>
            <p:cNvSpPr txBox="1"/>
            <p:nvPr/>
          </p:nvSpPr>
          <p:spPr>
            <a:xfrm>
              <a:off x="5333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15" name="SMILES-DTB">
              <a:extLst>
                <a:ext uri="{FF2B5EF4-FFF2-40B4-BE49-F238E27FC236}">
                  <a16:creationId xmlns:a16="http://schemas.microsoft.com/office/drawing/2014/main" id="{359CBE0A-F1F3-E011-52AA-923C1FFA5A58}"/>
                </a:ext>
              </a:extLst>
            </p:cNvPr>
            <p:cNvSpPr txBox="1"/>
            <p:nvPr/>
          </p:nvSpPr>
          <p:spPr>
            <a:xfrm>
              <a:off x="5333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16" name="SMILES-IMI">
              <a:extLst>
                <a:ext uri="{FF2B5EF4-FFF2-40B4-BE49-F238E27FC236}">
                  <a16:creationId xmlns:a16="http://schemas.microsoft.com/office/drawing/2014/main" id="{2BE99202-472C-D9EE-24A0-FCC6FA95AF0C}"/>
                </a:ext>
              </a:extLst>
            </p:cNvPr>
            <p:cNvSpPr txBox="1"/>
            <p:nvPr/>
          </p:nvSpPr>
          <p:spPr>
            <a:xfrm>
              <a:off x="5333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17" name="label">
              <a:extLst>
                <a:ext uri="{FF2B5EF4-FFF2-40B4-BE49-F238E27FC236}">
                  <a16:creationId xmlns:a16="http://schemas.microsoft.com/office/drawing/2014/main" id="{179F0B73-E73D-EBF7-2151-5BFF113E7BF0}"/>
                </a:ext>
              </a:extLst>
            </p:cNvPr>
            <p:cNvSpPr txBox="1"/>
            <p:nvPr/>
          </p:nvSpPr>
          <p:spPr>
            <a:xfrm>
              <a:off x="5079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sp>
          <p:nvSpPr>
            <p:cNvPr id="19" name="Global-label-B1">
              <a:extLst>
                <a:ext uri="{FF2B5EF4-FFF2-40B4-BE49-F238E27FC236}">
                  <a16:creationId xmlns:a16="http://schemas.microsoft.com/office/drawing/2014/main" id="{CE660D63-672F-7C75-FF69-F1EB3A298F18}"/>
                </a:ext>
              </a:extLst>
            </p:cNvPr>
            <p:cNvSpPr txBox="1"/>
            <p:nvPr/>
          </p:nvSpPr>
          <p:spPr>
            <a:xfrm>
              <a:off x="4427473" y="1669123"/>
              <a:ext cx="266700" cy="165100"/>
            </a:xfrm>
            <a:prstGeom prst="rect">
              <a:avLst/>
            </a:prstGeom>
            <a:noFill/>
          </p:spPr>
          <p:txBody>
            <a:bodyPr vert="horz" wrap="none" lIns="0" tIns="0" rIns="0" bIns="0" rtlCol="0" anchor="ctr">
              <a:noAutofit/>
            </a:bodyPr>
            <a:lstStyle/>
            <a:p>
              <a:r>
                <a:rPr lang="en-US" altLang="zh-CN" sz="1050" b="1" dirty="0">
                  <a:solidFill>
                    <a:srgbClr val="24634E"/>
                  </a:solidFill>
                  <a:latin typeface="Arial" panose="020B0604020202020204" pitchFamily="34" charset="0"/>
                </a:rPr>
                <a:t>B1</a:t>
              </a:r>
              <a:endParaRPr lang="zh-CN" altLang="en-US" sz="1050" b="1" dirty="0">
                <a:solidFill>
                  <a:srgbClr val="24634E"/>
                </a:solidFill>
                <a:latin typeface="Arial" panose="020B0604020202020204" pitchFamily="34" charset="0"/>
              </a:endParaRPr>
            </a:p>
          </p:txBody>
        </p:sp>
        <p:sp>
          <p:nvSpPr>
            <p:cNvPr id="20" name="Global-label-B2">
              <a:extLst>
                <a:ext uri="{FF2B5EF4-FFF2-40B4-BE49-F238E27FC236}">
                  <a16:creationId xmlns:a16="http://schemas.microsoft.com/office/drawing/2014/main" id="{DE0CF208-C07A-8CAF-CB69-E6FFE862FE1C}"/>
                </a:ext>
              </a:extLst>
            </p:cNvPr>
            <p:cNvSpPr txBox="1"/>
            <p:nvPr/>
          </p:nvSpPr>
          <p:spPr>
            <a:xfrm>
              <a:off x="2769818" y="2455307"/>
              <a:ext cx="266700" cy="165100"/>
            </a:xfrm>
            <a:prstGeom prst="rect">
              <a:avLst/>
            </a:prstGeom>
            <a:noFill/>
          </p:spPr>
          <p:txBody>
            <a:bodyPr vert="horz" wrap="none" lIns="0" tIns="0" rIns="0" bIns="0" rtlCol="0" anchor="ctr">
              <a:noAutofit/>
            </a:bodyPr>
            <a:lstStyle/>
            <a:p>
              <a:r>
                <a:rPr lang="en-US" altLang="zh-CN" sz="1050" b="1" dirty="0">
                  <a:solidFill>
                    <a:srgbClr val="24634E"/>
                  </a:solidFill>
                  <a:latin typeface="Arial" panose="020B0604020202020204" pitchFamily="34" charset="0"/>
                </a:rPr>
                <a:t>B3</a:t>
              </a:r>
              <a:endParaRPr lang="zh-CN" altLang="en-US" sz="1050" b="1" dirty="0">
                <a:solidFill>
                  <a:srgbClr val="24634E"/>
                </a:solidFill>
                <a:latin typeface="Arial" panose="020B0604020202020204" pitchFamily="34" charset="0"/>
              </a:endParaRPr>
            </a:p>
          </p:txBody>
        </p:sp>
        <p:sp>
          <p:nvSpPr>
            <p:cNvPr id="21" name="Global-label-B3">
              <a:extLst>
                <a:ext uri="{FF2B5EF4-FFF2-40B4-BE49-F238E27FC236}">
                  <a16:creationId xmlns:a16="http://schemas.microsoft.com/office/drawing/2014/main" id="{B8A32733-9923-DA48-071A-ACF807CD58F8}"/>
                </a:ext>
              </a:extLst>
            </p:cNvPr>
            <p:cNvSpPr txBox="1"/>
            <p:nvPr/>
          </p:nvSpPr>
          <p:spPr>
            <a:xfrm>
              <a:off x="2597657" y="2067641"/>
              <a:ext cx="266700" cy="165100"/>
            </a:xfrm>
            <a:prstGeom prst="rect">
              <a:avLst/>
            </a:prstGeom>
            <a:noFill/>
          </p:spPr>
          <p:txBody>
            <a:bodyPr vert="horz" wrap="none" lIns="0" tIns="0" rIns="0" bIns="0" rtlCol="0" anchor="ctr">
              <a:noAutofit/>
            </a:bodyPr>
            <a:lstStyle/>
            <a:p>
              <a:r>
                <a:rPr lang="en-US" altLang="zh-CN" sz="1050" b="1" dirty="0">
                  <a:solidFill>
                    <a:srgbClr val="4E5964"/>
                  </a:solidFill>
                  <a:latin typeface="Arial" panose="020B0604020202020204" pitchFamily="34" charset="0"/>
                </a:rPr>
                <a:t>B4</a:t>
              </a:r>
              <a:endParaRPr lang="zh-CN" altLang="en-US" sz="1050" b="1" dirty="0">
                <a:solidFill>
                  <a:srgbClr val="4E5964"/>
                </a:solidFill>
                <a:latin typeface="Arial" panose="020B0604020202020204" pitchFamily="34" charset="0"/>
              </a:endParaRPr>
            </a:p>
          </p:txBody>
        </p:sp>
        <p:sp>
          <p:nvSpPr>
            <p:cNvPr id="22" name="Global-label-B4">
              <a:extLst>
                <a:ext uri="{FF2B5EF4-FFF2-40B4-BE49-F238E27FC236}">
                  <a16:creationId xmlns:a16="http://schemas.microsoft.com/office/drawing/2014/main" id="{75DFC2B2-5348-346F-FE1B-3880F3B3AB86}"/>
                </a:ext>
              </a:extLst>
            </p:cNvPr>
            <p:cNvSpPr txBox="1"/>
            <p:nvPr/>
          </p:nvSpPr>
          <p:spPr>
            <a:xfrm>
              <a:off x="4480102" y="2375677"/>
              <a:ext cx="266700" cy="165100"/>
            </a:xfrm>
            <a:prstGeom prst="rect">
              <a:avLst/>
            </a:prstGeom>
            <a:noFill/>
          </p:spPr>
          <p:txBody>
            <a:bodyPr vert="horz" wrap="none" lIns="0" tIns="0" rIns="0" bIns="0" rtlCol="0" anchor="ctr">
              <a:noAutofit/>
            </a:bodyPr>
            <a:lstStyle/>
            <a:p>
              <a:r>
                <a:rPr lang="en-US" altLang="zh-CN" sz="1050" b="1" dirty="0">
                  <a:solidFill>
                    <a:srgbClr val="896D1C"/>
                  </a:solidFill>
                  <a:latin typeface="Arial" panose="020B0604020202020204" pitchFamily="34" charset="0"/>
                </a:rPr>
                <a:t>B2</a:t>
              </a:r>
              <a:endParaRPr lang="zh-CN" altLang="en-US" sz="1050" b="1" dirty="0">
                <a:solidFill>
                  <a:srgbClr val="896D1C"/>
                </a:solidFill>
                <a:latin typeface="Arial" panose="020B0604020202020204" pitchFamily="34" charset="0"/>
              </a:endParaRPr>
            </a:p>
          </p:txBody>
        </p:sp>
        <p:sp>
          <p:nvSpPr>
            <p:cNvPr id="23" name="Global-label-B5">
              <a:extLst>
                <a:ext uri="{FF2B5EF4-FFF2-40B4-BE49-F238E27FC236}">
                  <a16:creationId xmlns:a16="http://schemas.microsoft.com/office/drawing/2014/main" id="{3E340DBA-7255-89E6-3EA2-2A802AACAE6B}"/>
                </a:ext>
              </a:extLst>
            </p:cNvPr>
            <p:cNvSpPr txBox="1"/>
            <p:nvPr/>
          </p:nvSpPr>
          <p:spPr>
            <a:xfrm>
              <a:off x="2751022" y="1681202"/>
              <a:ext cx="266700" cy="165100"/>
            </a:xfrm>
            <a:prstGeom prst="rect">
              <a:avLst/>
            </a:prstGeom>
            <a:noFill/>
          </p:spPr>
          <p:txBody>
            <a:bodyPr vert="horz" wrap="none" lIns="0" tIns="0" rIns="0" bIns="0" rtlCol="0" anchor="ctr">
              <a:noAutofit/>
            </a:bodyPr>
            <a:lstStyle/>
            <a:p>
              <a:r>
                <a:rPr lang="en-US" altLang="zh-CN" sz="1050" b="1" dirty="0">
                  <a:solidFill>
                    <a:srgbClr val="9E3D5C"/>
                  </a:solidFill>
                  <a:latin typeface="Arial" panose="020B0604020202020204" pitchFamily="34" charset="0"/>
                </a:rPr>
                <a:t>B5</a:t>
              </a:r>
              <a:endParaRPr lang="zh-CN" altLang="en-US" sz="1050" b="1" dirty="0">
                <a:solidFill>
                  <a:srgbClr val="9E3D5C"/>
                </a:solidFill>
                <a:latin typeface="Arial" panose="020B0604020202020204" pitchFamily="34" charset="0"/>
              </a:endParaRPr>
            </a:p>
          </p:txBody>
        </p:sp>
        <p:sp>
          <p:nvSpPr>
            <p:cNvPr id="24" name="label">
              <a:extLst>
                <a:ext uri="{FF2B5EF4-FFF2-40B4-BE49-F238E27FC236}">
                  <a16:creationId xmlns:a16="http://schemas.microsoft.com/office/drawing/2014/main" id="{9465B5EF-F508-B396-F2AF-D2405EA3365C}"/>
                </a:ext>
              </a:extLst>
            </p:cNvPr>
            <p:cNvSpPr txBox="1"/>
            <p:nvPr/>
          </p:nvSpPr>
          <p:spPr>
            <a:xfrm>
              <a:off x="1898650"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5" name="Find-arrow">
              <a:extLst>
                <a:ext uri="{FF2B5EF4-FFF2-40B4-BE49-F238E27FC236}">
                  <a16:creationId xmlns:a16="http://schemas.microsoft.com/office/drawing/2014/main" id="{37639A10-94F6-FD78-B2AA-26624A3B7463}"/>
                </a:ext>
              </a:extLst>
            </p:cNvPr>
            <p:cNvCxnSpPr/>
            <p:nvPr/>
          </p:nvCxnSpPr>
          <p:spPr>
            <a:xfrm>
              <a:off x="1943100" y="2044700"/>
              <a:ext cx="4826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6" name="label">
              <a:extLst>
                <a:ext uri="{FF2B5EF4-FFF2-40B4-BE49-F238E27FC236}">
                  <a16:creationId xmlns:a16="http://schemas.microsoft.com/office/drawing/2014/main" id="{15A72E5A-C3CD-CCED-F977-34F61EF96D14}"/>
                </a:ext>
              </a:extLst>
            </p:cNvPr>
            <p:cNvSpPr txBox="1"/>
            <p:nvPr/>
          </p:nvSpPr>
          <p:spPr>
            <a:xfrm>
              <a:off x="4895850"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27" name="Match-arrow">
              <a:extLst>
                <a:ext uri="{FF2B5EF4-FFF2-40B4-BE49-F238E27FC236}">
                  <a16:creationId xmlns:a16="http://schemas.microsoft.com/office/drawing/2014/main" id="{A08557AD-C2CD-523B-03FB-FF76E1BA21F0}"/>
                </a:ext>
              </a:extLst>
            </p:cNvPr>
            <p:cNvCxnSpPr/>
            <p:nvPr/>
          </p:nvCxnSpPr>
          <p:spPr>
            <a:xfrm>
              <a:off x="4940300" y="2044700"/>
              <a:ext cx="4826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8" name="label">
              <a:extLst>
                <a:ext uri="{FF2B5EF4-FFF2-40B4-BE49-F238E27FC236}">
                  <a16:creationId xmlns:a16="http://schemas.microsoft.com/office/drawing/2014/main" id="{ED3DBAB1-9D4B-E3E5-3B77-4C7779AD32BE}"/>
                </a:ext>
              </a:extLst>
            </p:cNvPr>
            <p:cNvSpPr txBox="1"/>
            <p:nvPr/>
          </p:nvSpPr>
          <p:spPr>
            <a:xfrm>
              <a:off x="5626100"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29" name="label">
              <a:extLst>
                <a:ext uri="{FF2B5EF4-FFF2-40B4-BE49-F238E27FC236}">
                  <a16:creationId xmlns:a16="http://schemas.microsoft.com/office/drawing/2014/main" id="{5A31FE5A-7A4A-8848-513E-3BD5759406A1}"/>
                </a:ext>
              </a:extLst>
            </p:cNvPr>
            <p:cNvSpPr txBox="1"/>
            <p:nvPr/>
          </p:nvSpPr>
          <p:spPr>
            <a:xfrm>
              <a:off x="7035800"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0" name="Blob-column">
              <a:extLst>
                <a:ext uri="{FF2B5EF4-FFF2-40B4-BE49-F238E27FC236}">
                  <a16:creationId xmlns:a16="http://schemas.microsoft.com/office/drawing/2014/main" id="{F538265F-E34C-BB9A-B3A3-655D24A9C97B}"/>
                </a:ext>
              </a:extLst>
            </p:cNvPr>
            <p:cNvSpPr/>
            <p:nvPr/>
          </p:nvSpPr>
          <p:spPr>
            <a:xfrm>
              <a:off x="56515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hemical-identities-only">
              <a:extLst>
                <a:ext uri="{FF2B5EF4-FFF2-40B4-BE49-F238E27FC236}">
                  <a16:creationId xmlns:a16="http://schemas.microsoft.com/office/drawing/2014/main" id="{5E8BB415-214B-3EA2-1274-07FD1D7FD5E2}"/>
                </a:ext>
              </a:extLst>
            </p:cNvPr>
            <p:cNvSpPr/>
            <p:nvPr/>
          </p:nvSpPr>
          <p:spPr>
            <a:xfrm>
              <a:off x="70866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Match-label-B1">
              <a:extLst>
                <a:ext uri="{FF2B5EF4-FFF2-40B4-BE49-F238E27FC236}">
                  <a16:creationId xmlns:a16="http://schemas.microsoft.com/office/drawing/2014/main" id="{60AF2732-AF9E-0C8A-64FB-0FF1269AECDF}"/>
                </a:ext>
              </a:extLst>
            </p:cNvPr>
            <p:cNvSpPr txBox="1"/>
            <p:nvPr/>
          </p:nvSpPr>
          <p:spPr>
            <a:xfrm>
              <a:off x="5711824" y="965200"/>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B1</a:t>
              </a:r>
              <a:endParaRPr lang="zh-CN" altLang="en-US" sz="1130" dirty="0">
                <a:solidFill>
                  <a:srgbClr val="667783"/>
                </a:solidFill>
                <a:latin typeface="Arial" panose="020B0604020202020204" pitchFamily="34" charset="0"/>
              </a:endParaRPr>
            </a:p>
          </p:txBody>
        </p:sp>
        <p:pic>
          <p:nvPicPr>
            <p:cNvPr id="33" name="Match-blob-B1" descr="Match-blob-B1">
              <a:extLst>
                <a:ext uri="{FF2B5EF4-FFF2-40B4-BE49-F238E27FC236}">
                  <a16:creationId xmlns:a16="http://schemas.microsoft.com/office/drawing/2014/main" id="{2EB49EA5-7209-6D42-BCAE-D08B8A87090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003925" y="954162"/>
              <a:ext cx="330200" cy="225277"/>
            </a:xfrm>
            <a:prstGeom prst="rect">
              <a:avLst/>
            </a:prstGeom>
          </p:spPr>
        </p:pic>
        <p:sp>
          <p:nvSpPr>
            <p:cNvPr id="34" name="Match-label-B2">
              <a:extLst>
                <a:ext uri="{FF2B5EF4-FFF2-40B4-BE49-F238E27FC236}">
                  <a16:creationId xmlns:a16="http://schemas.microsoft.com/office/drawing/2014/main" id="{E81E853C-E928-BA97-2035-AF7421B17BA9}"/>
                </a:ext>
              </a:extLst>
            </p:cNvPr>
            <p:cNvSpPr txBox="1"/>
            <p:nvPr/>
          </p:nvSpPr>
          <p:spPr>
            <a:xfrm>
              <a:off x="5711824" y="2188964"/>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B3</a:t>
              </a:r>
              <a:endParaRPr lang="zh-CN" altLang="en-US" sz="1130" dirty="0">
                <a:solidFill>
                  <a:srgbClr val="667783"/>
                </a:solidFill>
                <a:latin typeface="Arial" panose="020B0604020202020204" pitchFamily="34" charset="0"/>
              </a:endParaRPr>
            </a:p>
          </p:txBody>
        </p:sp>
        <p:pic>
          <p:nvPicPr>
            <p:cNvPr id="35" name="Match-blob-B2" descr="Match-blob-B2">
              <a:extLst>
                <a:ext uri="{FF2B5EF4-FFF2-40B4-BE49-F238E27FC236}">
                  <a16:creationId xmlns:a16="http://schemas.microsoft.com/office/drawing/2014/main" id="{34A79273-6009-7895-16C9-CD8A7C2746E6}"/>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003925" y="2174402"/>
              <a:ext cx="330200" cy="179513"/>
            </a:xfrm>
            <a:prstGeom prst="rect">
              <a:avLst/>
            </a:prstGeom>
          </p:spPr>
        </p:pic>
        <p:sp>
          <p:nvSpPr>
            <p:cNvPr id="36" name="Match-label-B4">
              <a:extLst>
                <a:ext uri="{FF2B5EF4-FFF2-40B4-BE49-F238E27FC236}">
                  <a16:creationId xmlns:a16="http://schemas.microsoft.com/office/drawing/2014/main" id="{DB98B138-0DAE-00BF-1A09-A74B18E3B178}"/>
                </a:ext>
              </a:extLst>
            </p:cNvPr>
            <p:cNvSpPr txBox="1"/>
            <p:nvPr/>
          </p:nvSpPr>
          <p:spPr>
            <a:xfrm>
              <a:off x="5711824" y="1577082"/>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B2</a:t>
              </a:r>
              <a:endParaRPr lang="zh-CN" altLang="en-US" sz="1130" dirty="0">
                <a:solidFill>
                  <a:srgbClr val="667783"/>
                </a:solidFill>
                <a:latin typeface="Arial" panose="020B0604020202020204" pitchFamily="34" charset="0"/>
              </a:endParaRPr>
            </a:p>
          </p:txBody>
        </p:sp>
        <p:pic>
          <p:nvPicPr>
            <p:cNvPr id="37" name="Match-blob-B4" descr="Match-blob-B4">
              <a:extLst>
                <a:ext uri="{FF2B5EF4-FFF2-40B4-BE49-F238E27FC236}">
                  <a16:creationId xmlns:a16="http://schemas.microsoft.com/office/drawing/2014/main" id="{4D5354BB-BCB8-DEE4-ACA7-7AA1473276D8}"/>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6003925" y="1586806"/>
              <a:ext cx="330200" cy="180229"/>
            </a:xfrm>
            <a:prstGeom prst="rect">
              <a:avLst/>
            </a:prstGeom>
          </p:spPr>
        </p:pic>
        <p:sp>
          <p:nvSpPr>
            <p:cNvPr id="38" name="Match-label-B5">
              <a:extLst>
                <a:ext uri="{FF2B5EF4-FFF2-40B4-BE49-F238E27FC236}">
                  <a16:creationId xmlns:a16="http://schemas.microsoft.com/office/drawing/2014/main" id="{C4698C1D-EA53-9DFA-F0DE-EC4B2A0B1D51}"/>
                </a:ext>
              </a:extLst>
            </p:cNvPr>
            <p:cNvSpPr txBox="1"/>
            <p:nvPr/>
          </p:nvSpPr>
          <p:spPr>
            <a:xfrm>
              <a:off x="5711824" y="3412728"/>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39" name="Match-blob-B5" descr="Match-blob-B5">
              <a:extLst>
                <a:ext uri="{FF2B5EF4-FFF2-40B4-BE49-F238E27FC236}">
                  <a16:creationId xmlns:a16="http://schemas.microsoft.com/office/drawing/2014/main" id="{C6019465-74E4-8D9A-6B6C-FA34C937CE87}"/>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6003925" y="3416300"/>
              <a:ext cx="330200" cy="196056"/>
            </a:xfrm>
            <a:prstGeom prst="rect">
              <a:avLst/>
            </a:prstGeom>
          </p:spPr>
        </p:pic>
        <p:sp>
          <p:nvSpPr>
            <p:cNvPr id="40" name="Match-label-B3">
              <a:extLst>
                <a:ext uri="{FF2B5EF4-FFF2-40B4-BE49-F238E27FC236}">
                  <a16:creationId xmlns:a16="http://schemas.microsoft.com/office/drawing/2014/main" id="{EACA75F2-1470-6CCF-D8F7-A9F7E0475566}"/>
                </a:ext>
              </a:extLst>
            </p:cNvPr>
            <p:cNvSpPr txBox="1"/>
            <p:nvPr/>
          </p:nvSpPr>
          <p:spPr>
            <a:xfrm>
              <a:off x="5711824" y="2800846"/>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B4</a:t>
              </a:r>
              <a:endParaRPr lang="zh-CN" altLang="en-US" sz="1130" dirty="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696F56E8-350E-2C29-AF03-6AD65549D45C}"/>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6003925" y="2761282"/>
              <a:ext cx="330200" cy="247650"/>
            </a:xfrm>
            <a:prstGeom prst="rect">
              <a:avLst/>
            </a:prstGeom>
          </p:spPr>
        </p:pic>
        <p:cxnSp>
          <p:nvCxnSpPr>
            <p:cNvPr id="42" name="Assignment-B1">
              <a:extLst>
                <a:ext uri="{FF2B5EF4-FFF2-40B4-BE49-F238E27FC236}">
                  <a16:creationId xmlns:a16="http://schemas.microsoft.com/office/drawing/2014/main" id="{E3392AAF-010F-C4FB-759A-DF8490E320CC}"/>
                </a:ext>
              </a:extLst>
            </p:cNvPr>
            <p:cNvCxnSpPr>
              <a:cxnSpLocks/>
            </p:cNvCxnSpPr>
            <p:nvPr/>
          </p:nvCxnSpPr>
          <p:spPr>
            <a:xfrm>
              <a:off x="6464300" y="1060450"/>
              <a:ext cx="622300" cy="19685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3" name="Assignment-B2">
              <a:extLst>
                <a:ext uri="{FF2B5EF4-FFF2-40B4-BE49-F238E27FC236}">
                  <a16:creationId xmlns:a16="http://schemas.microsoft.com/office/drawing/2014/main" id="{4C8DFBBE-EF4E-8450-9AAF-BBD56FA61323}"/>
                </a:ext>
              </a:extLst>
            </p:cNvPr>
            <p:cNvCxnSpPr>
              <a:cxnSpLocks/>
              <a:stCxn id="30" idx="3"/>
            </p:cNvCxnSpPr>
            <p:nvPr/>
          </p:nvCxnSpPr>
          <p:spPr>
            <a:xfrm flipV="1">
              <a:off x="6464300" y="1257300"/>
              <a:ext cx="622300" cy="105410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4" name="Assignment-B4">
              <a:extLst>
                <a:ext uri="{FF2B5EF4-FFF2-40B4-BE49-F238E27FC236}">
                  <a16:creationId xmlns:a16="http://schemas.microsoft.com/office/drawing/2014/main" id="{F6E6E5DF-4EA7-3A70-BA47-5DAAFD7FBB14}"/>
                </a:ext>
              </a:extLst>
            </p:cNvPr>
            <p:cNvCxnSpPr>
              <a:cxnSpLocks/>
            </p:cNvCxnSpPr>
            <p:nvPr/>
          </p:nvCxnSpPr>
          <p:spPr>
            <a:xfrm>
              <a:off x="6464300" y="1669123"/>
              <a:ext cx="622300" cy="375577"/>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5" name="Assignment-B5">
              <a:extLst>
                <a:ext uri="{FF2B5EF4-FFF2-40B4-BE49-F238E27FC236}">
                  <a16:creationId xmlns:a16="http://schemas.microsoft.com/office/drawing/2014/main" id="{E6CDC4B1-5634-7DF6-CC7D-07EB3D2B1F9D}"/>
                </a:ext>
              </a:extLst>
            </p:cNvPr>
            <p:cNvCxnSpPr>
              <a:cxnSpLocks/>
            </p:cNvCxnSpPr>
            <p:nvPr/>
          </p:nvCxnSpPr>
          <p:spPr>
            <a:xfrm flipV="1">
              <a:off x="6470650" y="2832100"/>
              <a:ext cx="615950" cy="64770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6" name="Assignment-B3">
              <a:extLst>
                <a:ext uri="{FF2B5EF4-FFF2-40B4-BE49-F238E27FC236}">
                  <a16:creationId xmlns:a16="http://schemas.microsoft.com/office/drawing/2014/main" id="{977FB2ED-A125-827D-4AF2-3409BF7B75ED}"/>
                </a:ext>
              </a:extLst>
            </p:cNvPr>
            <p:cNvCxnSpPr>
              <a:cxnSpLocks/>
            </p:cNvCxnSpPr>
            <p:nvPr/>
          </p:nvCxnSpPr>
          <p:spPr>
            <a:xfrm>
              <a:off x="6451599" y="2876549"/>
              <a:ext cx="635001" cy="717551"/>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pic>
          <p:nvPicPr>
            <p:cNvPr id="47" name="RDKit-identity-BTN" descr="RDKit-identity-BTN">
              <a:extLst>
                <a:ext uri="{FF2B5EF4-FFF2-40B4-BE49-F238E27FC236}">
                  <a16:creationId xmlns:a16="http://schemas.microsoft.com/office/drawing/2014/main" id="{032480C1-CF08-E3B3-48FB-5CF36122E685}"/>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rot="10800000">
              <a:off x="7389694" y="946150"/>
              <a:ext cx="765413" cy="622300"/>
            </a:xfrm>
            <a:prstGeom prst="rect">
              <a:avLst/>
            </a:prstGeom>
          </p:spPr>
        </p:pic>
        <p:pic>
          <p:nvPicPr>
            <p:cNvPr id="48" name="RDKit-identity-DTB" descr="RDKit-identity-DTB">
              <a:extLst>
                <a:ext uri="{FF2B5EF4-FFF2-40B4-BE49-F238E27FC236}">
                  <a16:creationId xmlns:a16="http://schemas.microsoft.com/office/drawing/2014/main" id="{09468819-378B-FD07-7E26-0C79D882F521}"/>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7378963" y="1733550"/>
              <a:ext cx="786875" cy="622300"/>
            </a:xfrm>
            <a:prstGeom prst="rect">
              <a:avLst/>
            </a:prstGeom>
          </p:spPr>
        </p:pic>
        <p:pic>
          <p:nvPicPr>
            <p:cNvPr id="49" name="RDKit-identity-IMI" descr="RDKit-identity-IMI">
              <a:extLst>
                <a:ext uri="{FF2B5EF4-FFF2-40B4-BE49-F238E27FC236}">
                  <a16:creationId xmlns:a16="http://schemas.microsoft.com/office/drawing/2014/main" id="{CC5BCFDF-50BA-6C75-F521-318D5DDD2852}"/>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357807" y="2520950"/>
              <a:ext cx="829186" cy="622300"/>
            </a:xfrm>
            <a:prstGeom prst="rect">
              <a:avLst/>
            </a:prstGeom>
          </p:spPr>
        </p:pic>
        <p:sp>
          <p:nvSpPr>
            <p:cNvPr id="50" name="label">
              <a:extLst>
                <a:ext uri="{FF2B5EF4-FFF2-40B4-BE49-F238E27FC236}">
                  <a16:creationId xmlns:a16="http://schemas.microsoft.com/office/drawing/2014/main" id="{E2314D4C-E5DB-9281-3A23-ED94B599F268}"/>
                </a:ext>
              </a:extLst>
            </p:cNvPr>
            <p:cNvSpPr txBox="1"/>
            <p:nvPr/>
          </p:nvSpPr>
          <p:spPr>
            <a:xfrm>
              <a:off x="71373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1" name="label">
              <a:extLst>
                <a:ext uri="{FF2B5EF4-FFF2-40B4-BE49-F238E27FC236}">
                  <a16:creationId xmlns:a16="http://schemas.microsoft.com/office/drawing/2014/main" id="{20C37B96-19FE-ED3B-2374-FD6E014038D4}"/>
                </a:ext>
              </a:extLst>
            </p:cNvPr>
            <p:cNvSpPr txBox="1"/>
            <p:nvPr/>
          </p:nvSpPr>
          <p:spPr>
            <a:xfrm>
              <a:off x="71500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2" name="SMILES-route-horizontal">
              <a:extLst>
                <a:ext uri="{FF2B5EF4-FFF2-40B4-BE49-F238E27FC236}">
                  <a16:creationId xmlns:a16="http://schemas.microsoft.com/office/drawing/2014/main" id="{8DC44079-608A-832E-03AD-1A15B34ED04B}"/>
                </a:ext>
              </a:extLst>
            </p:cNvPr>
            <p:cNvCxnSpPr/>
            <p:nvPr/>
          </p:nvCxnSpPr>
          <p:spPr>
            <a:xfrm>
              <a:off x="1727200" y="4178300"/>
              <a:ext cx="63373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3" name="SMILES-route-entry">
              <a:extLst>
                <a:ext uri="{FF2B5EF4-FFF2-40B4-BE49-F238E27FC236}">
                  <a16:creationId xmlns:a16="http://schemas.microsoft.com/office/drawing/2014/main" id="{1184AAD5-1ED7-DEC6-376D-5020AAFE34AC}"/>
                </a:ext>
              </a:extLst>
            </p:cNvPr>
            <p:cNvCxnSpPr/>
            <p:nvPr/>
          </p:nvCxnSpPr>
          <p:spPr>
            <a:xfrm flipV="1">
              <a:off x="80645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4" name="RDKit-label">
              <a:extLst>
                <a:ext uri="{FF2B5EF4-FFF2-40B4-BE49-F238E27FC236}">
                  <a16:creationId xmlns:a16="http://schemas.microsoft.com/office/drawing/2014/main" id="{6BCA3B9E-9CED-4C98-2A06-B873C99C8190}"/>
                </a:ext>
              </a:extLst>
            </p:cNvPr>
            <p:cNvSpPr txBox="1"/>
            <p:nvPr/>
          </p:nvSpPr>
          <p:spPr>
            <a:xfrm>
              <a:off x="4826000" y="3953934"/>
              <a:ext cx="711200" cy="203200"/>
            </a:xfrm>
            <a:prstGeom prst="rect">
              <a:avLst/>
            </a:prstGeom>
            <a:noFill/>
          </p:spPr>
          <p:txBody>
            <a:bodyPr vert="horz" wrap="none" lIns="0" tIns="0" rIns="0" bIns="0" rtlCol="0" anchor="ctr">
              <a:noAutofit/>
            </a:bodyPr>
            <a:lstStyle/>
            <a:p>
              <a:pPr algn="ctr"/>
              <a:r>
                <a:rPr lang="en-US" altLang="zh-CN" sz="1100" dirty="0" err="1">
                  <a:solidFill>
                    <a:srgbClr val="667783"/>
                  </a:solidFill>
                  <a:latin typeface="Arial" panose="020B0604020202020204" pitchFamily="34" charset="0"/>
                </a:rPr>
                <a:t>RDKit</a:t>
              </a:r>
              <a:endParaRPr lang="zh-CN" altLang="en-US" sz="1100" dirty="0">
                <a:solidFill>
                  <a:srgbClr val="667783"/>
                </a:solidFill>
                <a:latin typeface="Arial" panose="020B0604020202020204" pitchFamily="34" charset="0"/>
              </a:endParaRPr>
            </a:p>
          </p:txBody>
        </p:sp>
        <p:sp>
          <p:nvSpPr>
            <p:cNvPr id="55" name="组合坐标框">
              <a:extLst>
                <a:ext uri="{FF2B5EF4-FFF2-40B4-BE49-F238E27FC236}">
                  <a16:creationId xmlns:a16="http://schemas.microsoft.com/office/drawing/2014/main" id="{D6C4CFBC-896E-B285-A6F6-12DB0473E645}"/>
                </a:ext>
              </a:extLst>
            </p:cNvPr>
            <p:cNvSpPr/>
            <p:nvPr/>
          </p:nvSpPr>
          <p:spPr>
            <a:xfrm>
              <a:off x="0" y="0"/>
              <a:ext cx="85090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6" name="Build及输出-A">
            <a:extLst>
              <a:ext uri="{FF2B5EF4-FFF2-40B4-BE49-F238E27FC236}">
                <a16:creationId xmlns:a16="http://schemas.microsoft.com/office/drawing/2014/main" id="{A4C46B79-7FDF-E1B4-464B-168CF2ACC61E}"/>
              </a:ext>
            </a:extLst>
          </p:cNvPr>
          <p:cNvGrpSpPr/>
          <p:nvPr/>
        </p:nvGrpSpPr>
        <p:grpSpPr>
          <a:xfrm>
            <a:off x="8509000" y="0"/>
            <a:ext cx="3397250" cy="4572000"/>
            <a:chOff x="8509000" y="0"/>
            <a:chExt cx="3397250" cy="4572000"/>
          </a:xfrm>
        </p:grpSpPr>
        <p:sp>
          <p:nvSpPr>
            <p:cNvPr id="57" name="label">
              <a:extLst>
                <a:ext uri="{FF2B5EF4-FFF2-40B4-BE49-F238E27FC236}">
                  <a16:creationId xmlns:a16="http://schemas.microsoft.com/office/drawing/2014/main" id="{8E6EB290-AFC8-C0AC-3AB0-194F38896697}"/>
                </a:ext>
              </a:extLst>
            </p:cNvPr>
            <p:cNvSpPr txBox="1"/>
            <p:nvPr/>
          </p:nvSpPr>
          <p:spPr>
            <a:xfrm>
              <a:off x="8746554" y="161924"/>
              <a:ext cx="3057525" cy="285750"/>
            </a:xfrm>
            <a:prstGeom prst="rect">
              <a:avLst/>
            </a:prstGeom>
            <a:noFill/>
          </p:spPr>
          <p:txBody>
            <a:bodyPr vert="horz" wrap="none" lIns="0" tIns="0" rIns="0" bIns="0" rtlCol="0" anchor="ctr">
              <a:noAutofit/>
            </a:bodyPr>
            <a:lstStyle/>
            <a:p>
              <a:pPr algn="ctr"/>
              <a:r>
                <a:rPr lang="en-US" altLang="zh-CN" sz="1650" b="1" dirty="0">
                  <a:solidFill>
                    <a:srgbClr val="263442"/>
                  </a:solidFill>
                  <a:latin typeface="Arial" panose="020B0604020202020204" pitchFamily="34" charset="0"/>
                </a:rPr>
                <a:t>Ligand poses</a:t>
              </a:r>
              <a:endParaRPr lang="zh-CN" altLang="en-US" sz="1650" b="1" dirty="0">
                <a:solidFill>
                  <a:srgbClr val="263442"/>
                </a:solidFill>
                <a:latin typeface="Arial" panose="020B0604020202020204" pitchFamily="34" charset="0"/>
              </a:endParaRPr>
            </a:p>
          </p:txBody>
        </p:sp>
        <p:sp>
          <p:nvSpPr>
            <p:cNvPr id="58" name="label">
              <a:extLst>
                <a:ext uri="{FF2B5EF4-FFF2-40B4-BE49-F238E27FC236}">
                  <a16:creationId xmlns:a16="http://schemas.microsoft.com/office/drawing/2014/main" id="{CC890AD8-8D17-C6BE-E0BF-82229BE85EEE}"/>
                </a:ext>
              </a:extLst>
            </p:cNvPr>
            <p:cNvSpPr txBox="1"/>
            <p:nvPr/>
          </p:nvSpPr>
          <p:spPr>
            <a:xfrm>
              <a:off x="8566149" y="1714500"/>
              <a:ext cx="571500" cy="238125"/>
            </a:xfrm>
            <a:prstGeom prst="rect">
              <a:avLst/>
            </a:prstGeom>
            <a:noFill/>
          </p:spPr>
          <p:txBody>
            <a:bodyPr vert="horz" wrap="none" lIns="0" tIns="0" rIns="0" bIns="0" rtlCol="0" anchor="ctr">
              <a:noAutofit/>
            </a:bodyPr>
            <a:lstStyle/>
            <a:p>
              <a:pPr algn="ctr"/>
              <a:r>
                <a:rPr lang="en-US" altLang="zh-CN" sz="1450" b="1" dirty="0">
                  <a:solidFill>
                    <a:srgbClr val="263442"/>
                  </a:solidFill>
                  <a:latin typeface="Arial" panose="020B0604020202020204" pitchFamily="34" charset="0"/>
                </a:rPr>
                <a:t>Build</a:t>
              </a:r>
              <a:endParaRPr lang="zh-CN" altLang="en-US" sz="1450" b="1" dirty="0">
                <a:solidFill>
                  <a:srgbClr val="263442"/>
                </a:solidFill>
                <a:latin typeface="Arial" panose="020B0604020202020204" pitchFamily="34" charset="0"/>
              </a:endParaRPr>
            </a:p>
          </p:txBody>
        </p:sp>
        <p:cxnSp>
          <p:nvCxnSpPr>
            <p:cNvPr id="59" name="Build-arrow">
              <a:extLst>
                <a:ext uri="{FF2B5EF4-FFF2-40B4-BE49-F238E27FC236}">
                  <a16:creationId xmlns:a16="http://schemas.microsoft.com/office/drawing/2014/main" id="{7D450F96-6482-C83F-67CD-15B6055E545C}"/>
                </a:ext>
              </a:extLst>
            </p:cNvPr>
            <p:cNvCxnSpPr/>
            <p:nvPr/>
          </p:nvCxnSpPr>
          <p:spPr>
            <a:xfrm>
              <a:off x="8635499" y="2044700"/>
              <a:ext cx="48260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61" name="Legend-Density">
              <a:extLst>
                <a:ext uri="{FF2B5EF4-FFF2-40B4-BE49-F238E27FC236}">
                  <a16:creationId xmlns:a16="http://schemas.microsoft.com/office/drawing/2014/main" id="{640E710C-5ED3-32F1-3102-9D12CA00BD6D}"/>
                </a:ext>
              </a:extLst>
            </p:cNvPr>
            <p:cNvSpPr/>
            <p:nvPr/>
          </p:nvSpPr>
          <p:spPr>
            <a:xfrm>
              <a:off x="9537700" y="372872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abel">
              <a:extLst>
                <a:ext uri="{FF2B5EF4-FFF2-40B4-BE49-F238E27FC236}">
                  <a16:creationId xmlns:a16="http://schemas.microsoft.com/office/drawing/2014/main" id="{24A2441F-E591-0ECE-B9A4-8C0BA8FB9BC4}"/>
                </a:ext>
              </a:extLst>
            </p:cNvPr>
            <p:cNvSpPr txBox="1"/>
            <p:nvPr/>
          </p:nvSpPr>
          <p:spPr>
            <a:xfrm>
              <a:off x="9664699" y="367157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Density</a:t>
              </a:r>
              <a:endParaRPr lang="zh-CN" altLang="en-US" sz="1030" dirty="0">
                <a:solidFill>
                  <a:srgbClr val="667783"/>
                </a:solidFill>
                <a:latin typeface="Arial" panose="020B0604020202020204" pitchFamily="34" charset="0"/>
              </a:endParaRPr>
            </a:p>
          </p:txBody>
        </p:sp>
        <p:cxnSp>
          <p:nvCxnSpPr>
            <p:cNvPr id="63" name="Legend-Receptor">
              <a:extLst>
                <a:ext uri="{FF2B5EF4-FFF2-40B4-BE49-F238E27FC236}">
                  <a16:creationId xmlns:a16="http://schemas.microsoft.com/office/drawing/2014/main" id="{C77AB10D-44C2-8ED1-C6BA-139959F689B8}"/>
                </a:ext>
              </a:extLst>
            </p:cNvPr>
            <p:cNvCxnSpPr/>
            <p:nvPr/>
          </p:nvCxnSpPr>
          <p:spPr>
            <a:xfrm>
              <a:off x="10497821" y="378333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4" name="label">
              <a:extLst>
                <a:ext uri="{FF2B5EF4-FFF2-40B4-BE49-F238E27FC236}">
                  <a16:creationId xmlns:a16="http://schemas.microsoft.com/office/drawing/2014/main" id="{A57A0F54-1983-FA93-DAC9-36F13BA289CE}"/>
                </a:ext>
              </a:extLst>
            </p:cNvPr>
            <p:cNvSpPr txBox="1"/>
            <p:nvPr/>
          </p:nvSpPr>
          <p:spPr>
            <a:xfrm>
              <a:off x="10642600" y="367157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Receptor</a:t>
              </a:r>
              <a:endParaRPr lang="zh-CN" altLang="en-US" sz="1030" dirty="0">
                <a:solidFill>
                  <a:srgbClr val="667783"/>
                </a:solidFill>
                <a:latin typeface="Arial" panose="020B0604020202020204" pitchFamily="34" charset="0"/>
              </a:endParaRPr>
            </a:p>
          </p:txBody>
        </p:sp>
        <p:sp>
          <p:nvSpPr>
            <p:cNvPr id="67" name="组合坐标框">
              <a:extLst>
                <a:ext uri="{FF2B5EF4-FFF2-40B4-BE49-F238E27FC236}">
                  <a16:creationId xmlns:a16="http://schemas.microsoft.com/office/drawing/2014/main" id="{5B5750DC-B1F9-0ACC-493B-E94CCA220BF7}"/>
                </a:ext>
              </a:extLst>
            </p:cNvPr>
            <p:cNvSpPr/>
            <p:nvPr/>
          </p:nvSpPr>
          <p:spPr>
            <a:xfrm>
              <a:off x="8509000" y="0"/>
              <a:ext cx="33972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71" name="Global-poses-D55" descr="Global-poses-D55">
            <a:extLst>
              <a:ext uri="{FF2B5EF4-FFF2-40B4-BE49-F238E27FC236}">
                <a16:creationId xmlns:a16="http://schemas.microsoft.com/office/drawing/2014/main" id="{C1B4BFE6-DDCF-58DE-7425-217F2B4495A4}"/>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9215370" y="717550"/>
            <a:ext cx="2255520" cy="2819400"/>
          </a:xfrm>
          <a:prstGeom prst="rect">
            <a:avLst/>
          </a:prstGeom>
        </p:spPr>
      </p:pic>
      <p:pic>
        <p:nvPicPr>
          <p:cNvPr id="60" name="Input-density" descr="Input-density">
            <a:extLst>
              <a:ext uri="{FF2B5EF4-FFF2-40B4-BE49-F238E27FC236}">
                <a16:creationId xmlns:a16="http://schemas.microsoft.com/office/drawing/2014/main" id="{CE9BA64B-2211-400E-608F-327A95D1DA59}"/>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622300" y="558800"/>
            <a:ext cx="914400" cy="1143000"/>
          </a:xfrm>
          <a:prstGeom prst="rect">
            <a:avLst/>
          </a:prstGeom>
        </p:spPr>
      </p:pic>
      <p:pic>
        <p:nvPicPr>
          <p:cNvPr id="70" name="Input-receptor" descr="Input-receptor">
            <a:extLst>
              <a:ext uri="{FF2B5EF4-FFF2-40B4-BE49-F238E27FC236}">
                <a16:creationId xmlns:a16="http://schemas.microsoft.com/office/drawing/2014/main" id="{17D6993F-6514-58F1-2C8A-2F5179CEFBD6}"/>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622300" y="2108200"/>
            <a:ext cx="914400" cy="1143000"/>
          </a:xfrm>
          <a:prstGeom prst="rect">
            <a:avLst/>
          </a:prstGeom>
        </p:spPr>
      </p:pic>
    </p:spTree>
    <p:extLst>
      <p:ext uri="{BB962C8B-B14F-4D97-AF65-F5344CB8AC3E}">
        <p14:creationId xmlns:p14="http://schemas.microsoft.com/office/powerpoint/2010/main" val="1819685331"/>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246E-ED91-B877-731C-92226EE83FE4}"/>
            </a:ext>
          </a:extLst>
        </p:cNvPr>
        <p:cNvGrpSpPr/>
        <p:nvPr/>
      </p:nvGrpSpPr>
      <p:grpSpPr>
        <a:xfrm>
          <a:off x="0" y="0"/>
          <a:ext cx="0" cy="0"/>
          <a:chOff x="0" y="0"/>
          <a:chExt cx="0" cy="0"/>
        </a:xfrm>
      </p:grpSpPr>
      <p:pic>
        <p:nvPicPr>
          <p:cNvPr id="69" name="Global-candidate-D55" descr="Global-candidate-D55">
            <a:extLst>
              <a:ext uri="{FF2B5EF4-FFF2-40B4-BE49-F238E27FC236}">
                <a16:creationId xmlns:a16="http://schemas.microsoft.com/office/drawing/2014/main" id="{F9F35F57-3D53-1481-14E0-C210C4EB68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622550" y="717550"/>
            <a:ext cx="2255520" cy="2819400"/>
          </a:xfrm>
          <a:prstGeom prst="rect">
            <a:avLst/>
          </a:prstGeom>
        </p:spPr>
      </p:pic>
      <p:grpSp>
        <p:nvGrpSpPr>
          <p:cNvPr id="2" name="Build左侧-A">
            <a:extLst>
              <a:ext uri="{FF2B5EF4-FFF2-40B4-BE49-F238E27FC236}">
                <a16:creationId xmlns:a16="http://schemas.microsoft.com/office/drawing/2014/main" id="{8F6AD675-AB28-6505-41B6-7E7FD8F39CA8}"/>
              </a:ext>
            </a:extLst>
          </p:cNvPr>
          <p:cNvGrpSpPr/>
          <p:nvPr/>
        </p:nvGrpSpPr>
        <p:grpSpPr>
          <a:xfrm>
            <a:off x="0" y="0"/>
            <a:ext cx="8621713" cy="4572000"/>
            <a:chOff x="0" y="0"/>
            <a:chExt cx="8621713" cy="4572000"/>
          </a:xfrm>
        </p:grpSpPr>
        <p:sp>
          <p:nvSpPr>
            <p:cNvPr id="3" name="label">
              <a:extLst>
                <a:ext uri="{FF2B5EF4-FFF2-40B4-BE49-F238E27FC236}">
                  <a16:creationId xmlns:a16="http://schemas.microsoft.com/office/drawing/2014/main" id="{06E0FD8C-AF2C-B9C7-D603-BFBF874B54B1}"/>
                </a:ext>
              </a:extLst>
            </p:cNvPr>
            <p:cNvSpPr txBox="1"/>
            <p:nvPr/>
          </p:nvSpPr>
          <p:spPr>
            <a:xfrm>
              <a:off x="231775"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23AB0471-2F15-980D-ECF9-4527A628B3BF}"/>
                </a:ext>
              </a:extLst>
            </p:cNvPr>
            <p:cNvSpPr txBox="1"/>
            <p:nvPr/>
          </p:nvSpPr>
          <p:spPr>
            <a:xfrm>
              <a:off x="2576893"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D8A1C7F2-A2DA-7355-0993-C6D79DCE902C}"/>
                </a:ext>
              </a:extLst>
            </p:cNvPr>
            <p:cNvSpPr txBox="1"/>
            <p:nvPr/>
          </p:nvSpPr>
          <p:spPr>
            <a:xfrm>
              <a:off x="5487988"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F263DE0B-09E8-504C-9DC1-51EE5D522945}"/>
                </a:ext>
              </a:extLst>
            </p:cNvPr>
            <p:cNvSpPr/>
            <p:nvPr/>
          </p:nvSpPr>
          <p:spPr>
            <a:xfrm>
              <a:off x="4445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23D87C2A-F5DB-D833-F912-22F45387A70E}"/>
                </a:ext>
              </a:extLst>
            </p:cNvPr>
            <p:cNvSpPr txBox="1"/>
            <p:nvPr/>
          </p:nvSpPr>
          <p:spPr>
            <a:xfrm>
              <a:off x="4698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sp>
          <p:nvSpPr>
            <p:cNvPr id="10" name="label">
              <a:extLst>
                <a:ext uri="{FF2B5EF4-FFF2-40B4-BE49-F238E27FC236}">
                  <a16:creationId xmlns:a16="http://schemas.microsoft.com/office/drawing/2014/main" id="{588E2ED0-C575-68F7-A33D-8A2EBC9F349E}"/>
                </a:ext>
              </a:extLst>
            </p:cNvPr>
            <p:cNvSpPr txBox="1"/>
            <p:nvPr/>
          </p:nvSpPr>
          <p:spPr>
            <a:xfrm>
              <a:off x="4571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6F432651-8D9F-3672-ABA1-4C0433112747}"/>
                </a:ext>
              </a:extLst>
            </p:cNvPr>
            <p:cNvCxnSpPr/>
            <p:nvPr/>
          </p:nvCxnSpPr>
          <p:spPr>
            <a:xfrm>
              <a:off x="9779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8BD22561-D571-34CD-8160-64BA85D0731B}"/>
                </a:ext>
              </a:extLst>
            </p:cNvPr>
            <p:cNvSpPr txBox="1"/>
            <p:nvPr/>
          </p:nvSpPr>
          <p:spPr>
            <a:xfrm>
              <a:off x="10159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C2B43B2D-6519-C71F-8A5E-8F51351F6573}"/>
                </a:ext>
              </a:extLst>
            </p:cNvPr>
            <p:cNvSpPr/>
            <p:nvPr/>
          </p:nvSpPr>
          <p:spPr>
            <a:xfrm>
              <a:off x="4445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MILES-BTN">
              <a:extLst>
                <a:ext uri="{FF2B5EF4-FFF2-40B4-BE49-F238E27FC236}">
                  <a16:creationId xmlns:a16="http://schemas.microsoft.com/office/drawing/2014/main" id="{6A30B439-083F-71D3-590D-98813C9357BA}"/>
                </a:ext>
              </a:extLst>
            </p:cNvPr>
            <p:cNvSpPr txBox="1"/>
            <p:nvPr/>
          </p:nvSpPr>
          <p:spPr>
            <a:xfrm>
              <a:off x="5333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15" name="SMILES-DTB">
              <a:extLst>
                <a:ext uri="{FF2B5EF4-FFF2-40B4-BE49-F238E27FC236}">
                  <a16:creationId xmlns:a16="http://schemas.microsoft.com/office/drawing/2014/main" id="{87D05269-72E8-300A-743A-627EBA9041D9}"/>
                </a:ext>
              </a:extLst>
            </p:cNvPr>
            <p:cNvSpPr txBox="1"/>
            <p:nvPr/>
          </p:nvSpPr>
          <p:spPr>
            <a:xfrm>
              <a:off x="5333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16" name="SMILES-IMI">
              <a:extLst>
                <a:ext uri="{FF2B5EF4-FFF2-40B4-BE49-F238E27FC236}">
                  <a16:creationId xmlns:a16="http://schemas.microsoft.com/office/drawing/2014/main" id="{B33BD62C-D8BF-B3D0-F191-8C0F5E3255D7}"/>
                </a:ext>
              </a:extLst>
            </p:cNvPr>
            <p:cNvSpPr txBox="1"/>
            <p:nvPr/>
          </p:nvSpPr>
          <p:spPr>
            <a:xfrm>
              <a:off x="5333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17" name="label">
              <a:extLst>
                <a:ext uri="{FF2B5EF4-FFF2-40B4-BE49-F238E27FC236}">
                  <a16:creationId xmlns:a16="http://schemas.microsoft.com/office/drawing/2014/main" id="{C18A89CA-767D-45CB-D70F-53D2E258B78E}"/>
                </a:ext>
              </a:extLst>
            </p:cNvPr>
            <p:cNvSpPr txBox="1"/>
            <p:nvPr/>
          </p:nvSpPr>
          <p:spPr>
            <a:xfrm>
              <a:off x="5079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sp>
          <p:nvSpPr>
            <p:cNvPr id="19" name="Global-label-B1">
              <a:extLst>
                <a:ext uri="{FF2B5EF4-FFF2-40B4-BE49-F238E27FC236}">
                  <a16:creationId xmlns:a16="http://schemas.microsoft.com/office/drawing/2014/main" id="{626AF702-0121-253A-1D7A-768F5962BBDF}"/>
                </a:ext>
              </a:extLst>
            </p:cNvPr>
            <p:cNvSpPr txBox="1"/>
            <p:nvPr/>
          </p:nvSpPr>
          <p:spPr>
            <a:xfrm>
              <a:off x="4427473" y="1669123"/>
              <a:ext cx="266700" cy="165100"/>
            </a:xfrm>
            <a:prstGeom prst="rect">
              <a:avLst/>
            </a:prstGeom>
            <a:noFill/>
          </p:spPr>
          <p:txBody>
            <a:bodyPr vert="horz" wrap="none" lIns="0" tIns="0" rIns="0" bIns="0" rtlCol="0" anchor="ctr">
              <a:noAutofit/>
            </a:bodyPr>
            <a:lstStyle/>
            <a:p>
              <a:r>
                <a:rPr lang="en-US" altLang="zh-CN" sz="1050" b="1" dirty="0">
                  <a:solidFill>
                    <a:srgbClr val="24634E"/>
                  </a:solidFill>
                  <a:latin typeface="Arial" panose="020B0604020202020204" pitchFamily="34" charset="0"/>
                </a:rPr>
                <a:t>B1</a:t>
              </a:r>
              <a:endParaRPr lang="zh-CN" altLang="en-US" sz="1050" b="1" dirty="0">
                <a:solidFill>
                  <a:srgbClr val="24634E"/>
                </a:solidFill>
                <a:latin typeface="Arial" panose="020B0604020202020204" pitchFamily="34" charset="0"/>
              </a:endParaRPr>
            </a:p>
          </p:txBody>
        </p:sp>
        <p:sp>
          <p:nvSpPr>
            <p:cNvPr id="20" name="Global-label-B2">
              <a:extLst>
                <a:ext uri="{FF2B5EF4-FFF2-40B4-BE49-F238E27FC236}">
                  <a16:creationId xmlns:a16="http://schemas.microsoft.com/office/drawing/2014/main" id="{E590B43C-E5AE-186C-22F3-AC1D047361B0}"/>
                </a:ext>
              </a:extLst>
            </p:cNvPr>
            <p:cNvSpPr txBox="1"/>
            <p:nvPr/>
          </p:nvSpPr>
          <p:spPr>
            <a:xfrm>
              <a:off x="2769818" y="2455307"/>
              <a:ext cx="266700" cy="165100"/>
            </a:xfrm>
            <a:prstGeom prst="rect">
              <a:avLst/>
            </a:prstGeom>
            <a:noFill/>
          </p:spPr>
          <p:txBody>
            <a:bodyPr vert="horz" wrap="none" lIns="0" tIns="0" rIns="0" bIns="0" rtlCol="0" anchor="ctr">
              <a:noAutofit/>
            </a:bodyPr>
            <a:lstStyle/>
            <a:p>
              <a:r>
                <a:rPr lang="en-US" altLang="zh-CN" sz="1050" b="1" dirty="0">
                  <a:solidFill>
                    <a:srgbClr val="24634E"/>
                  </a:solidFill>
                  <a:latin typeface="Arial" panose="020B0604020202020204" pitchFamily="34" charset="0"/>
                </a:rPr>
                <a:t>B3</a:t>
              </a:r>
              <a:endParaRPr lang="zh-CN" altLang="en-US" sz="1050" b="1" dirty="0">
                <a:solidFill>
                  <a:srgbClr val="24634E"/>
                </a:solidFill>
                <a:latin typeface="Arial" panose="020B0604020202020204" pitchFamily="34" charset="0"/>
              </a:endParaRPr>
            </a:p>
          </p:txBody>
        </p:sp>
        <p:sp>
          <p:nvSpPr>
            <p:cNvPr id="21" name="Global-label-B3">
              <a:extLst>
                <a:ext uri="{FF2B5EF4-FFF2-40B4-BE49-F238E27FC236}">
                  <a16:creationId xmlns:a16="http://schemas.microsoft.com/office/drawing/2014/main" id="{E025E0D5-D6BB-4DBD-177E-D515B4C45C84}"/>
                </a:ext>
              </a:extLst>
            </p:cNvPr>
            <p:cNvSpPr txBox="1"/>
            <p:nvPr/>
          </p:nvSpPr>
          <p:spPr>
            <a:xfrm>
              <a:off x="2597657" y="2067641"/>
              <a:ext cx="266700" cy="165100"/>
            </a:xfrm>
            <a:prstGeom prst="rect">
              <a:avLst/>
            </a:prstGeom>
            <a:noFill/>
          </p:spPr>
          <p:txBody>
            <a:bodyPr vert="horz" wrap="none" lIns="0" tIns="0" rIns="0" bIns="0" rtlCol="0" anchor="ctr">
              <a:noAutofit/>
            </a:bodyPr>
            <a:lstStyle/>
            <a:p>
              <a:r>
                <a:rPr lang="en-US" altLang="zh-CN" sz="1050" b="1" dirty="0">
                  <a:solidFill>
                    <a:srgbClr val="4E5964"/>
                  </a:solidFill>
                  <a:latin typeface="Arial" panose="020B0604020202020204" pitchFamily="34" charset="0"/>
                </a:rPr>
                <a:t>B4</a:t>
              </a:r>
              <a:endParaRPr lang="zh-CN" altLang="en-US" sz="1050" b="1" dirty="0">
                <a:solidFill>
                  <a:srgbClr val="4E5964"/>
                </a:solidFill>
                <a:latin typeface="Arial" panose="020B0604020202020204" pitchFamily="34" charset="0"/>
              </a:endParaRPr>
            </a:p>
          </p:txBody>
        </p:sp>
        <p:sp>
          <p:nvSpPr>
            <p:cNvPr id="22" name="Global-label-B4">
              <a:extLst>
                <a:ext uri="{FF2B5EF4-FFF2-40B4-BE49-F238E27FC236}">
                  <a16:creationId xmlns:a16="http://schemas.microsoft.com/office/drawing/2014/main" id="{47995979-38A8-DB15-FB4C-B80227A30B84}"/>
                </a:ext>
              </a:extLst>
            </p:cNvPr>
            <p:cNvSpPr txBox="1"/>
            <p:nvPr/>
          </p:nvSpPr>
          <p:spPr>
            <a:xfrm>
              <a:off x="4480102" y="2375677"/>
              <a:ext cx="266700" cy="165100"/>
            </a:xfrm>
            <a:prstGeom prst="rect">
              <a:avLst/>
            </a:prstGeom>
            <a:noFill/>
          </p:spPr>
          <p:txBody>
            <a:bodyPr vert="horz" wrap="none" lIns="0" tIns="0" rIns="0" bIns="0" rtlCol="0" anchor="ctr">
              <a:noAutofit/>
            </a:bodyPr>
            <a:lstStyle/>
            <a:p>
              <a:r>
                <a:rPr lang="en-US" altLang="zh-CN" sz="1050" b="1" dirty="0">
                  <a:solidFill>
                    <a:srgbClr val="896D1C"/>
                  </a:solidFill>
                  <a:latin typeface="Arial" panose="020B0604020202020204" pitchFamily="34" charset="0"/>
                </a:rPr>
                <a:t>B2</a:t>
              </a:r>
              <a:endParaRPr lang="zh-CN" altLang="en-US" sz="1050" b="1" dirty="0">
                <a:solidFill>
                  <a:srgbClr val="896D1C"/>
                </a:solidFill>
                <a:latin typeface="Arial" panose="020B0604020202020204" pitchFamily="34" charset="0"/>
              </a:endParaRPr>
            </a:p>
          </p:txBody>
        </p:sp>
        <p:sp>
          <p:nvSpPr>
            <p:cNvPr id="23" name="Global-label-B5">
              <a:extLst>
                <a:ext uri="{FF2B5EF4-FFF2-40B4-BE49-F238E27FC236}">
                  <a16:creationId xmlns:a16="http://schemas.microsoft.com/office/drawing/2014/main" id="{E6918D41-4445-29CD-DF24-F51FF6989FA1}"/>
                </a:ext>
              </a:extLst>
            </p:cNvPr>
            <p:cNvSpPr txBox="1"/>
            <p:nvPr/>
          </p:nvSpPr>
          <p:spPr>
            <a:xfrm>
              <a:off x="2751022" y="1681202"/>
              <a:ext cx="266700" cy="165100"/>
            </a:xfrm>
            <a:prstGeom prst="rect">
              <a:avLst/>
            </a:prstGeom>
            <a:noFill/>
          </p:spPr>
          <p:txBody>
            <a:bodyPr vert="horz" wrap="none" lIns="0" tIns="0" rIns="0" bIns="0" rtlCol="0" anchor="ctr">
              <a:noAutofit/>
            </a:bodyPr>
            <a:lstStyle/>
            <a:p>
              <a:r>
                <a:rPr lang="en-US" altLang="zh-CN" sz="1050" b="1" dirty="0">
                  <a:solidFill>
                    <a:srgbClr val="9E3D5C"/>
                  </a:solidFill>
                  <a:latin typeface="Arial" panose="020B0604020202020204" pitchFamily="34" charset="0"/>
                </a:rPr>
                <a:t>B5</a:t>
              </a:r>
              <a:endParaRPr lang="zh-CN" altLang="en-US" sz="1050" b="1" dirty="0">
                <a:solidFill>
                  <a:srgbClr val="9E3D5C"/>
                </a:solidFill>
                <a:latin typeface="Arial" panose="020B0604020202020204" pitchFamily="34" charset="0"/>
              </a:endParaRPr>
            </a:p>
          </p:txBody>
        </p:sp>
        <p:sp>
          <p:nvSpPr>
            <p:cNvPr id="24" name="label">
              <a:extLst>
                <a:ext uri="{FF2B5EF4-FFF2-40B4-BE49-F238E27FC236}">
                  <a16:creationId xmlns:a16="http://schemas.microsoft.com/office/drawing/2014/main" id="{0ABA8C5E-A3C4-CB9D-D44E-80FCE5515C62}"/>
                </a:ext>
              </a:extLst>
            </p:cNvPr>
            <p:cNvSpPr txBox="1"/>
            <p:nvPr/>
          </p:nvSpPr>
          <p:spPr>
            <a:xfrm>
              <a:off x="1898650"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5" name="Find-arrow">
              <a:extLst>
                <a:ext uri="{FF2B5EF4-FFF2-40B4-BE49-F238E27FC236}">
                  <a16:creationId xmlns:a16="http://schemas.microsoft.com/office/drawing/2014/main" id="{8D3E7FD4-8DF3-AC7A-F924-33C021A1C5B5}"/>
                </a:ext>
              </a:extLst>
            </p:cNvPr>
            <p:cNvCxnSpPr/>
            <p:nvPr/>
          </p:nvCxnSpPr>
          <p:spPr>
            <a:xfrm>
              <a:off x="1943100" y="2044700"/>
              <a:ext cx="4826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6" name="label">
              <a:extLst>
                <a:ext uri="{FF2B5EF4-FFF2-40B4-BE49-F238E27FC236}">
                  <a16:creationId xmlns:a16="http://schemas.microsoft.com/office/drawing/2014/main" id="{3AEDCB9F-6CB1-43F2-0435-1579D6DB427F}"/>
                </a:ext>
              </a:extLst>
            </p:cNvPr>
            <p:cNvSpPr txBox="1"/>
            <p:nvPr/>
          </p:nvSpPr>
          <p:spPr>
            <a:xfrm>
              <a:off x="4895850"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27" name="Match-arrow">
              <a:extLst>
                <a:ext uri="{FF2B5EF4-FFF2-40B4-BE49-F238E27FC236}">
                  <a16:creationId xmlns:a16="http://schemas.microsoft.com/office/drawing/2014/main" id="{05D37B52-AE4E-C14E-B150-BC938BD06F02}"/>
                </a:ext>
              </a:extLst>
            </p:cNvPr>
            <p:cNvCxnSpPr/>
            <p:nvPr/>
          </p:nvCxnSpPr>
          <p:spPr>
            <a:xfrm>
              <a:off x="4940300" y="2044700"/>
              <a:ext cx="4826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8" name="label">
              <a:extLst>
                <a:ext uri="{FF2B5EF4-FFF2-40B4-BE49-F238E27FC236}">
                  <a16:creationId xmlns:a16="http://schemas.microsoft.com/office/drawing/2014/main" id="{2EBF6205-C70E-64BC-03CF-AFEB80CD3117}"/>
                </a:ext>
              </a:extLst>
            </p:cNvPr>
            <p:cNvSpPr txBox="1"/>
            <p:nvPr/>
          </p:nvSpPr>
          <p:spPr>
            <a:xfrm>
              <a:off x="5626100"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29" name="label">
              <a:extLst>
                <a:ext uri="{FF2B5EF4-FFF2-40B4-BE49-F238E27FC236}">
                  <a16:creationId xmlns:a16="http://schemas.microsoft.com/office/drawing/2014/main" id="{1375C6EB-F627-1E57-5B97-387E047FA49B}"/>
                </a:ext>
              </a:extLst>
            </p:cNvPr>
            <p:cNvSpPr txBox="1"/>
            <p:nvPr/>
          </p:nvSpPr>
          <p:spPr>
            <a:xfrm>
              <a:off x="7035800"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0" name="Blob-column">
              <a:extLst>
                <a:ext uri="{FF2B5EF4-FFF2-40B4-BE49-F238E27FC236}">
                  <a16:creationId xmlns:a16="http://schemas.microsoft.com/office/drawing/2014/main" id="{923C647D-88F0-B37C-4790-89A40A560893}"/>
                </a:ext>
              </a:extLst>
            </p:cNvPr>
            <p:cNvSpPr/>
            <p:nvPr/>
          </p:nvSpPr>
          <p:spPr>
            <a:xfrm>
              <a:off x="56515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hemical-identities-only">
              <a:extLst>
                <a:ext uri="{FF2B5EF4-FFF2-40B4-BE49-F238E27FC236}">
                  <a16:creationId xmlns:a16="http://schemas.microsoft.com/office/drawing/2014/main" id="{7709C471-1E06-E2D6-DEDE-8F53D8C75FA1}"/>
                </a:ext>
              </a:extLst>
            </p:cNvPr>
            <p:cNvSpPr/>
            <p:nvPr/>
          </p:nvSpPr>
          <p:spPr>
            <a:xfrm>
              <a:off x="70866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Match-label-B1">
              <a:extLst>
                <a:ext uri="{FF2B5EF4-FFF2-40B4-BE49-F238E27FC236}">
                  <a16:creationId xmlns:a16="http://schemas.microsoft.com/office/drawing/2014/main" id="{C2D755E7-E4E2-7C32-20EE-7E7EEC3B444D}"/>
                </a:ext>
              </a:extLst>
            </p:cNvPr>
            <p:cNvSpPr txBox="1"/>
            <p:nvPr/>
          </p:nvSpPr>
          <p:spPr>
            <a:xfrm>
              <a:off x="5711824" y="965200"/>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B1</a:t>
              </a:r>
              <a:endParaRPr lang="zh-CN" altLang="en-US" sz="1130" dirty="0">
                <a:solidFill>
                  <a:srgbClr val="667783"/>
                </a:solidFill>
                <a:latin typeface="Arial" panose="020B0604020202020204" pitchFamily="34" charset="0"/>
              </a:endParaRPr>
            </a:p>
          </p:txBody>
        </p:sp>
        <p:pic>
          <p:nvPicPr>
            <p:cNvPr id="33" name="Match-blob-B1" descr="Match-blob-B1">
              <a:extLst>
                <a:ext uri="{FF2B5EF4-FFF2-40B4-BE49-F238E27FC236}">
                  <a16:creationId xmlns:a16="http://schemas.microsoft.com/office/drawing/2014/main" id="{147DC99B-CE50-ACB3-2E95-92F713755D0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003925" y="954162"/>
              <a:ext cx="330200" cy="225277"/>
            </a:xfrm>
            <a:prstGeom prst="rect">
              <a:avLst/>
            </a:prstGeom>
          </p:spPr>
        </p:pic>
        <p:sp>
          <p:nvSpPr>
            <p:cNvPr id="34" name="Match-label-B2">
              <a:extLst>
                <a:ext uri="{FF2B5EF4-FFF2-40B4-BE49-F238E27FC236}">
                  <a16:creationId xmlns:a16="http://schemas.microsoft.com/office/drawing/2014/main" id="{713DA50E-8E23-844D-0F8A-444CF7EC0959}"/>
                </a:ext>
              </a:extLst>
            </p:cNvPr>
            <p:cNvSpPr txBox="1"/>
            <p:nvPr/>
          </p:nvSpPr>
          <p:spPr>
            <a:xfrm>
              <a:off x="5711824" y="2188964"/>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B3</a:t>
              </a:r>
              <a:endParaRPr lang="zh-CN" altLang="en-US" sz="1130" dirty="0">
                <a:solidFill>
                  <a:srgbClr val="667783"/>
                </a:solidFill>
                <a:latin typeface="Arial" panose="020B0604020202020204" pitchFamily="34" charset="0"/>
              </a:endParaRPr>
            </a:p>
          </p:txBody>
        </p:sp>
        <p:pic>
          <p:nvPicPr>
            <p:cNvPr id="35" name="Match-blob-B2" descr="Match-blob-B2">
              <a:extLst>
                <a:ext uri="{FF2B5EF4-FFF2-40B4-BE49-F238E27FC236}">
                  <a16:creationId xmlns:a16="http://schemas.microsoft.com/office/drawing/2014/main" id="{6CB7E139-3EC7-BB7F-0E87-76FBAD56AC0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003925" y="2174402"/>
              <a:ext cx="330200" cy="179513"/>
            </a:xfrm>
            <a:prstGeom prst="rect">
              <a:avLst/>
            </a:prstGeom>
          </p:spPr>
        </p:pic>
        <p:sp>
          <p:nvSpPr>
            <p:cNvPr id="36" name="Match-label-B4">
              <a:extLst>
                <a:ext uri="{FF2B5EF4-FFF2-40B4-BE49-F238E27FC236}">
                  <a16:creationId xmlns:a16="http://schemas.microsoft.com/office/drawing/2014/main" id="{57578537-4F97-9B67-88B0-DCB98955D29E}"/>
                </a:ext>
              </a:extLst>
            </p:cNvPr>
            <p:cNvSpPr txBox="1"/>
            <p:nvPr/>
          </p:nvSpPr>
          <p:spPr>
            <a:xfrm>
              <a:off x="5711824" y="1577082"/>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B2</a:t>
              </a:r>
              <a:endParaRPr lang="zh-CN" altLang="en-US" sz="1130" dirty="0">
                <a:solidFill>
                  <a:srgbClr val="667783"/>
                </a:solidFill>
                <a:latin typeface="Arial" panose="020B0604020202020204" pitchFamily="34" charset="0"/>
              </a:endParaRPr>
            </a:p>
          </p:txBody>
        </p:sp>
        <p:pic>
          <p:nvPicPr>
            <p:cNvPr id="37" name="Match-blob-B4" descr="Match-blob-B4">
              <a:extLst>
                <a:ext uri="{FF2B5EF4-FFF2-40B4-BE49-F238E27FC236}">
                  <a16:creationId xmlns:a16="http://schemas.microsoft.com/office/drawing/2014/main" id="{F35B50FD-3349-04FA-6099-538A863CEDED}"/>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6003925" y="1586806"/>
              <a:ext cx="330200" cy="180229"/>
            </a:xfrm>
            <a:prstGeom prst="rect">
              <a:avLst/>
            </a:prstGeom>
          </p:spPr>
        </p:pic>
        <p:sp>
          <p:nvSpPr>
            <p:cNvPr id="38" name="Match-label-B5">
              <a:extLst>
                <a:ext uri="{FF2B5EF4-FFF2-40B4-BE49-F238E27FC236}">
                  <a16:creationId xmlns:a16="http://schemas.microsoft.com/office/drawing/2014/main" id="{8B916E74-A8E6-9750-A3EB-46C2F2A5F039}"/>
                </a:ext>
              </a:extLst>
            </p:cNvPr>
            <p:cNvSpPr txBox="1"/>
            <p:nvPr/>
          </p:nvSpPr>
          <p:spPr>
            <a:xfrm>
              <a:off x="5711824" y="3412728"/>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39" name="Match-blob-B5" descr="Match-blob-B5">
              <a:extLst>
                <a:ext uri="{FF2B5EF4-FFF2-40B4-BE49-F238E27FC236}">
                  <a16:creationId xmlns:a16="http://schemas.microsoft.com/office/drawing/2014/main" id="{8A4FBD29-163A-BF06-1B16-CB5D6A033AFE}"/>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6003925" y="3416300"/>
              <a:ext cx="330200" cy="196056"/>
            </a:xfrm>
            <a:prstGeom prst="rect">
              <a:avLst/>
            </a:prstGeom>
          </p:spPr>
        </p:pic>
        <p:sp>
          <p:nvSpPr>
            <p:cNvPr id="40" name="Match-label-B3">
              <a:extLst>
                <a:ext uri="{FF2B5EF4-FFF2-40B4-BE49-F238E27FC236}">
                  <a16:creationId xmlns:a16="http://schemas.microsoft.com/office/drawing/2014/main" id="{475DBDB5-1E6F-DC66-7668-22B79348A782}"/>
                </a:ext>
              </a:extLst>
            </p:cNvPr>
            <p:cNvSpPr txBox="1"/>
            <p:nvPr/>
          </p:nvSpPr>
          <p:spPr>
            <a:xfrm>
              <a:off x="5711824" y="2800846"/>
              <a:ext cx="266700" cy="203200"/>
            </a:xfrm>
            <a:prstGeom prst="rect">
              <a:avLst/>
            </a:prstGeom>
            <a:noFill/>
          </p:spPr>
          <p:txBody>
            <a:bodyPr vert="horz" wrap="none" lIns="0" tIns="0" rIns="0" bIns="0" rtlCol="0" anchor="ctr">
              <a:noAutofit/>
            </a:bodyPr>
            <a:lstStyle/>
            <a:p>
              <a:pPr algn="ctr"/>
              <a:r>
                <a:rPr lang="en-US" altLang="zh-CN" sz="1130" dirty="0">
                  <a:solidFill>
                    <a:srgbClr val="667783"/>
                  </a:solidFill>
                  <a:latin typeface="Arial" panose="020B0604020202020204" pitchFamily="34" charset="0"/>
                </a:rPr>
                <a:t>B4</a:t>
              </a:r>
              <a:endParaRPr lang="zh-CN" altLang="en-US" sz="1130" dirty="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9B88500E-5081-0A33-3BC5-0E7BAD88087A}"/>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6003925" y="2761282"/>
              <a:ext cx="330200" cy="247650"/>
            </a:xfrm>
            <a:prstGeom prst="rect">
              <a:avLst/>
            </a:prstGeom>
          </p:spPr>
        </p:pic>
        <p:cxnSp>
          <p:nvCxnSpPr>
            <p:cNvPr id="42" name="Assignment-B1">
              <a:extLst>
                <a:ext uri="{FF2B5EF4-FFF2-40B4-BE49-F238E27FC236}">
                  <a16:creationId xmlns:a16="http://schemas.microsoft.com/office/drawing/2014/main" id="{76654167-732A-797E-B252-02568873221D}"/>
                </a:ext>
              </a:extLst>
            </p:cNvPr>
            <p:cNvCxnSpPr>
              <a:cxnSpLocks/>
            </p:cNvCxnSpPr>
            <p:nvPr/>
          </p:nvCxnSpPr>
          <p:spPr>
            <a:xfrm>
              <a:off x="6464300" y="1060450"/>
              <a:ext cx="622300" cy="19685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3" name="Assignment-B2">
              <a:extLst>
                <a:ext uri="{FF2B5EF4-FFF2-40B4-BE49-F238E27FC236}">
                  <a16:creationId xmlns:a16="http://schemas.microsoft.com/office/drawing/2014/main" id="{8F45F722-D177-4424-BD11-80B9E0B760D7}"/>
                </a:ext>
              </a:extLst>
            </p:cNvPr>
            <p:cNvCxnSpPr>
              <a:cxnSpLocks/>
              <a:stCxn id="30" idx="3"/>
            </p:cNvCxnSpPr>
            <p:nvPr/>
          </p:nvCxnSpPr>
          <p:spPr>
            <a:xfrm flipV="1">
              <a:off x="6464300" y="1257300"/>
              <a:ext cx="622300" cy="105410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4" name="Assignment-B4">
              <a:extLst>
                <a:ext uri="{FF2B5EF4-FFF2-40B4-BE49-F238E27FC236}">
                  <a16:creationId xmlns:a16="http://schemas.microsoft.com/office/drawing/2014/main" id="{D5C9FECC-81E8-A74A-0C1E-9FA440C295BA}"/>
                </a:ext>
              </a:extLst>
            </p:cNvPr>
            <p:cNvCxnSpPr>
              <a:cxnSpLocks/>
            </p:cNvCxnSpPr>
            <p:nvPr/>
          </p:nvCxnSpPr>
          <p:spPr>
            <a:xfrm>
              <a:off x="6464300" y="1669123"/>
              <a:ext cx="622300" cy="375577"/>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5" name="Assignment-B5">
              <a:extLst>
                <a:ext uri="{FF2B5EF4-FFF2-40B4-BE49-F238E27FC236}">
                  <a16:creationId xmlns:a16="http://schemas.microsoft.com/office/drawing/2014/main" id="{61C5DCA5-1865-0B37-337E-C1EDEDFFE328}"/>
                </a:ext>
              </a:extLst>
            </p:cNvPr>
            <p:cNvCxnSpPr>
              <a:cxnSpLocks/>
            </p:cNvCxnSpPr>
            <p:nvPr/>
          </p:nvCxnSpPr>
          <p:spPr>
            <a:xfrm flipV="1">
              <a:off x="6470650" y="2832100"/>
              <a:ext cx="615950" cy="647700"/>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cxnSp>
          <p:nvCxnSpPr>
            <p:cNvPr id="46" name="Assignment-B3">
              <a:extLst>
                <a:ext uri="{FF2B5EF4-FFF2-40B4-BE49-F238E27FC236}">
                  <a16:creationId xmlns:a16="http://schemas.microsoft.com/office/drawing/2014/main" id="{5F46EB90-2409-28D1-F51F-3EB88B65FE93}"/>
                </a:ext>
              </a:extLst>
            </p:cNvPr>
            <p:cNvCxnSpPr>
              <a:cxnSpLocks/>
            </p:cNvCxnSpPr>
            <p:nvPr/>
          </p:nvCxnSpPr>
          <p:spPr>
            <a:xfrm>
              <a:off x="6451599" y="2876549"/>
              <a:ext cx="635001" cy="717551"/>
            </a:xfrm>
            <a:prstGeom prst="line">
              <a:avLst/>
            </a:prstGeom>
            <a:ln w="13335">
              <a:solidFill>
                <a:srgbClr val="808E98"/>
              </a:solidFill>
            </a:ln>
          </p:spPr>
          <p:style>
            <a:lnRef idx="1">
              <a:schemeClr val="accent1"/>
            </a:lnRef>
            <a:fillRef idx="0">
              <a:schemeClr val="accent1"/>
            </a:fillRef>
            <a:effectRef idx="0">
              <a:schemeClr val="accent1"/>
            </a:effectRef>
            <a:fontRef idx="minor">
              <a:schemeClr val="tx1"/>
            </a:fontRef>
          </p:style>
        </p:cxnSp>
        <p:pic>
          <p:nvPicPr>
            <p:cNvPr id="47" name="RDKit-identity-BTN" descr="RDKit-identity-BTN">
              <a:extLst>
                <a:ext uri="{FF2B5EF4-FFF2-40B4-BE49-F238E27FC236}">
                  <a16:creationId xmlns:a16="http://schemas.microsoft.com/office/drawing/2014/main" id="{B16299C6-3BFA-CFAD-1C22-360F6EACE43E}"/>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rot="10800000">
              <a:off x="7389694" y="946150"/>
              <a:ext cx="765413" cy="622300"/>
            </a:xfrm>
            <a:prstGeom prst="rect">
              <a:avLst/>
            </a:prstGeom>
          </p:spPr>
        </p:pic>
        <p:pic>
          <p:nvPicPr>
            <p:cNvPr id="48" name="RDKit-identity-DTB" descr="RDKit-identity-DTB">
              <a:extLst>
                <a:ext uri="{FF2B5EF4-FFF2-40B4-BE49-F238E27FC236}">
                  <a16:creationId xmlns:a16="http://schemas.microsoft.com/office/drawing/2014/main" id="{4A3CF2B4-6F57-8522-5714-C0D6A7D4FCD4}"/>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7378963" y="1733550"/>
              <a:ext cx="786875" cy="622300"/>
            </a:xfrm>
            <a:prstGeom prst="rect">
              <a:avLst/>
            </a:prstGeom>
          </p:spPr>
        </p:pic>
        <p:pic>
          <p:nvPicPr>
            <p:cNvPr id="49" name="RDKit-identity-IMI" descr="RDKit-identity-IMI">
              <a:extLst>
                <a:ext uri="{FF2B5EF4-FFF2-40B4-BE49-F238E27FC236}">
                  <a16:creationId xmlns:a16="http://schemas.microsoft.com/office/drawing/2014/main" id="{3F06DFBD-5011-0159-C2A2-5A8DAA3A53A5}"/>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357807" y="2520950"/>
              <a:ext cx="829186" cy="622300"/>
            </a:xfrm>
            <a:prstGeom prst="rect">
              <a:avLst/>
            </a:prstGeom>
          </p:spPr>
        </p:pic>
        <p:sp>
          <p:nvSpPr>
            <p:cNvPr id="50" name="label">
              <a:extLst>
                <a:ext uri="{FF2B5EF4-FFF2-40B4-BE49-F238E27FC236}">
                  <a16:creationId xmlns:a16="http://schemas.microsoft.com/office/drawing/2014/main" id="{DBA3FDD0-B924-0E9D-1176-92336D3D1347}"/>
                </a:ext>
              </a:extLst>
            </p:cNvPr>
            <p:cNvSpPr txBox="1"/>
            <p:nvPr/>
          </p:nvSpPr>
          <p:spPr>
            <a:xfrm>
              <a:off x="71373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1" name="label">
              <a:extLst>
                <a:ext uri="{FF2B5EF4-FFF2-40B4-BE49-F238E27FC236}">
                  <a16:creationId xmlns:a16="http://schemas.microsoft.com/office/drawing/2014/main" id="{44BE9FBB-4E08-9093-0872-23156A0AB5B5}"/>
                </a:ext>
              </a:extLst>
            </p:cNvPr>
            <p:cNvSpPr txBox="1"/>
            <p:nvPr/>
          </p:nvSpPr>
          <p:spPr>
            <a:xfrm>
              <a:off x="71500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2" name="SMILES-route-horizontal">
              <a:extLst>
                <a:ext uri="{FF2B5EF4-FFF2-40B4-BE49-F238E27FC236}">
                  <a16:creationId xmlns:a16="http://schemas.microsoft.com/office/drawing/2014/main" id="{52B32BE4-B5F9-3CFD-EF17-D5EE1A3A1125}"/>
                </a:ext>
              </a:extLst>
            </p:cNvPr>
            <p:cNvCxnSpPr/>
            <p:nvPr/>
          </p:nvCxnSpPr>
          <p:spPr>
            <a:xfrm>
              <a:off x="1727200" y="4178300"/>
              <a:ext cx="63373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3" name="SMILES-route-entry">
              <a:extLst>
                <a:ext uri="{FF2B5EF4-FFF2-40B4-BE49-F238E27FC236}">
                  <a16:creationId xmlns:a16="http://schemas.microsoft.com/office/drawing/2014/main" id="{B8391C13-F219-859E-FD67-518D29A0BEF5}"/>
                </a:ext>
              </a:extLst>
            </p:cNvPr>
            <p:cNvCxnSpPr/>
            <p:nvPr/>
          </p:nvCxnSpPr>
          <p:spPr>
            <a:xfrm flipV="1">
              <a:off x="80645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4" name="RDKit-label">
              <a:extLst>
                <a:ext uri="{FF2B5EF4-FFF2-40B4-BE49-F238E27FC236}">
                  <a16:creationId xmlns:a16="http://schemas.microsoft.com/office/drawing/2014/main" id="{2DB55AF2-54D2-8A29-7526-ECABB9F04AE0}"/>
                </a:ext>
              </a:extLst>
            </p:cNvPr>
            <p:cNvSpPr txBox="1"/>
            <p:nvPr/>
          </p:nvSpPr>
          <p:spPr>
            <a:xfrm>
              <a:off x="4826000" y="3953934"/>
              <a:ext cx="711200" cy="203200"/>
            </a:xfrm>
            <a:prstGeom prst="rect">
              <a:avLst/>
            </a:prstGeom>
            <a:noFill/>
          </p:spPr>
          <p:txBody>
            <a:bodyPr vert="horz" wrap="none" lIns="0" tIns="0" rIns="0" bIns="0" rtlCol="0" anchor="ctr">
              <a:noAutofit/>
            </a:bodyPr>
            <a:lstStyle/>
            <a:p>
              <a:pPr algn="ctr"/>
              <a:r>
                <a:rPr lang="en-US" altLang="zh-CN" sz="1100" dirty="0" err="1">
                  <a:solidFill>
                    <a:srgbClr val="667783"/>
                  </a:solidFill>
                  <a:latin typeface="Arial" panose="020B0604020202020204" pitchFamily="34" charset="0"/>
                </a:rPr>
                <a:t>RDKit</a:t>
              </a:r>
              <a:endParaRPr lang="zh-CN" altLang="en-US" sz="1100" dirty="0">
                <a:solidFill>
                  <a:srgbClr val="667783"/>
                </a:solidFill>
                <a:latin typeface="Arial" panose="020B0604020202020204" pitchFamily="34" charset="0"/>
              </a:endParaRPr>
            </a:p>
          </p:txBody>
        </p:sp>
        <p:sp>
          <p:nvSpPr>
            <p:cNvPr id="55" name="组合坐标框">
              <a:extLst>
                <a:ext uri="{FF2B5EF4-FFF2-40B4-BE49-F238E27FC236}">
                  <a16:creationId xmlns:a16="http://schemas.microsoft.com/office/drawing/2014/main" id="{69054517-BD7D-CD5E-FBA8-9D31F83346BE}"/>
                </a:ext>
              </a:extLst>
            </p:cNvPr>
            <p:cNvSpPr/>
            <p:nvPr/>
          </p:nvSpPr>
          <p:spPr>
            <a:xfrm>
              <a:off x="0" y="0"/>
              <a:ext cx="85090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6" name="Build及输出-A">
            <a:extLst>
              <a:ext uri="{FF2B5EF4-FFF2-40B4-BE49-F238E27FC236}">
                <a16:creationId xmlns:a16="http://schemas.microsoft.com/office/drawing/2014/main" id="{016AC74C-A272-E83D-1362-5C29A24A7152}"/>
              </a:ext>
            </a:extLst>
          </p:cNvPr>
          <p:cNvGrpSpPr/>
          <p:nvPr/>
        </p:nvGrpSpPr>
        <p:grpSpPr>
          <a:xfrm>
            <a:off x="8509000" y="0"/>
            <a:ext cx="3397250" cy="4572000"/>
            <a:chOff x="8509000" y="0"/>
            <a:chExt cx="3397250" cy="4572000"/>
          </a:xfrm>
        </p:grpSpPr>
        <p:sp>
          <p:nvSpPr>
            <p:cNvPr id="57" name="label">
              <a:extLst>
                <a:ext uri="{FF2B5EF4-FFF2-40B4-BE49-F238E27FC236}">
                  <a16:creationId xmlns:a16="http://schemas.microsoft.com/office/drawing/2014/main" id="{77DAE5B0-A215-A8D4-C627-FA3762A34DD7}"/>
                </a:ext>
              </a:extLst>
            </p:cNvPr>
            <p:cNvSpPr txBox="1"/>
            <p:nvPr/>
          </p:nvSpPr>
          <p:spPr>
            <a:xfrm>
              <a:off x="8746554" y="161924"/>
              <a:ext cx="3057525" cy="285750"/>
            </a:xfrm>
            <a:prstGeom prst="rect">
              <a:avLst/>
            </a:prstGeom>
            <a:noFill/>
          </p:spPr>
          <p:txBody>
            <a:bodyPr vert="horz" wrap="none" lIns="0" tIns="0" rIns="0" bIns="0" rtlCol="0" anchor="ctr">
              <a:noAutofit/>
            </a:bodyPr>
            <a:lstStyle/>
            <a:p>
              <a:pPr algn="ctr"/>
              <a:r>
                <a:rPr lang="en-US" altLang="zh-CN" sz="1650" b="1" dirty="0">
                  <a:solidFill>
                    <a:srgbClr val="263442"/>
                  </a:solidFill>
                  <a:latin typeface="Arial" panose="020B0604020202020204" pitchFamily="34" charset="0"/>
                </a:rPr>
                <a:t>Ligand poses</a:t>
              </a:r>
              <a:endParaRPr lang="zh-CN" altLang="en-US" sz="1650" b="1" dirty="0">
                <a:solidFill>
                  <a:srgbClr val="263442"/>
                </a:solidFill>
                <a:latin typeface="Arial" panose="020B0604020202020204" pitchFamily="34" charset="0"/>
              </a:endParaRPr>
            </a:p>
          </p:txBody>
        </p:sp>
        <p:sp>
          <p:nvSpPr>
            <p:cNvPr id="58" name="label">
              <a:extLst>
                <a:ext uri="{FF2B5EF4-FFF2-40B4-BE49-F238E27FC236}">
                  <a16:creationId xmlns:a16="http://schemas.microsoft.com/office/drawing/2014/main" id="{16CC697E-4385-0EFF-6C3C-54A331079E2E}"/>
                </a:ext>
              </a:extLst>
            </p:cNvPr>
            <p:cNvSpPr txBox="1"/>
            <p:nvPr/>
          </p:nvSpPr>
          <p:spPr>
            <a:xfrm>
              <a:off x="8566149" y="1714500"/>
              <a:ext cx="571500" cy="238125"/>
            </a:xfrm>
            <a:prstGeom prst="rect">
              <a:avLst/>
            </a:prstGeom>
            <a:noFill/>
          </p:spPr>
          <p:txBody>
            <a:bodyPr vert="horz" wrap="none" lIns="0" tIns="0" rIns="0" bIns="0" rtlCol="0" anchor="ctr">
              <a:noAutofit/>
            </a:bodyPr>
            <a:lstStyle/>
            <a:p>
              <a:pPr algn="ctr"/>
              <a:r>
                <a:rPr lang="en-US" altLang="zh-CN" sz="1450" b="1" dirty="0">
                  <a:solidFill>
                    <a:srgbClr val="263442"/>
                  </a:solidFill>
                  <a:latin typeface="Arial" panose="020B0604020202020204" pitchFamily="34" charset="0"/>
                </a:rPr>
                <a:t>Build</a:t>
              </a:r>
              <a:endParaRPr lang="zh-CN" altLang="en-US" sz="1450" b="1" dirty="0">
                <a:solidFill>
                  <a:srgbClr val="263442"/>
                </a:solidFill>
                <a:latin typeface="Arial" panose="020B0604020202020204" pitchFamily="34" charset="0"/>
              </a:endParaRPr>
            </a:p>
          </p:txBody>
        </p:sp>
        <p:cxnSp>
          <p:nvCxnSpPr>
            <p:cNvPr id="59" name="Build-arrow">
              <a:extLst>
                <a:ext uri="{FF2B5EF4-FFF2-40B4-BE49-F238E27FC236}">
                  <a16:creationId xmlns:a16="http://schemas.microsoft.com/office/drawing/2014/main" id="{0E785C9E-1034-D15F-DB6F-10C965DD1BDD}"/>
                </a:ext>
              </a:extLst>
            </p:cNvPr>
            <p:cNvCxnSpPr/>
            <p:nvPr/>
          </p:nvCxnSpPr>
          <p:spPr>
            <a:xfrm>
              <a:off x="8635499" y="2044700"/>
              <a:ext cx="48260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61" name="Legend-Density">
              <a:extLst>
                <a:ext uri="{FF2B5EF4-FFF2-40B4-BE49-F238E27FC236}">
                  <a16:creationId xmlns:a16="http://schemas.microsoft.com/office/drawing/2014/main" id="{41F54108-A512-226E-8B29-AC2A20E6A193}"/>
                </a:ext>
              </a:extLst>
            </p:cNvPr>
            <p:cNvSpPr/>
            <p:nvPr/>
          </p:nvSpPr>
          <p:spPr>
            <a:xfrm>
              <a:off x="9537700" y="372872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abel">
              <a:extLst>
                <a:ext uri="{FF2B5EF4-FFF2-40B4-BE49-F238E27FC236}">
                  <a16:creationId xmlns:a16="http://schemas.microsoft.com/office/drawing/2014/main" id="{878EBB32-C6BD-E559-0649-BA0DDE60FC0C}"/>
                </a:ext>
              </a:extLst>
            </p:cNvPr>
            <p:cNvSpPr txBox="1"/>
            <p:nvPr/>
          </p:nvSpPr>
          <p:spPr>
            <a:xfrm>
              <a:off x="9664699" y="367157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Density</a:t>
              </a:r>
              <a:endParaRPr lang="zh-CN" altLang="en-US" sz="1030" dirty="0">
                <a:solidFill>
                  <a:srgbClr val="667783"/>
                </a:solidFill>
                <a:latin typeface="Arial" panose="020B0604020202020204" pitchFamily="34" charset="0"/>
              </a:endParaRPr>
            </a:p>
          </p:txBody>
        </p:sp>
        <p:cxnSp>
          <p:nvCxnSpPr>
            <p:cNvPr id="63" name="Legend-Receptor">
              <a:extLst>
                <a:ext uri="{FF2B5EF4-FFF2-40B4-BE49-F238E27FC236}">
                  <a16:creationId xmlns:a16="http://schemas.microsoft.com/office/drawing/2014/main" id="{4AFA7E29-014D-9A15-D33D-FFF65E7C7929}"/>
                </a:ext>
              </a:extLst>
            </p:cNvPr>
            <p:cNvCxnSpPr/>
            <p:nvPr/>
          </p:nvCxnSpPr>
          <p:spPr>
            <a:xfrm>
              <a:off x="10497821" y="378333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4" name="label">
              <a:extLst>
                <a:ext uri="{FF2B5EF4-FFF2-40B4-BE49-F238E27FC236}">
                  <a16:creationId xmlns:a16="http://schemas.microsoft.com/office/drawing/2014/main" id="{CFDD3445-39A0-2851-3D0A-E5E82328E35D}"/>
                </a:ext>
              </a:extLst>
            </p:cNvPr>
            <p:cNvSpPr txBox="1"/>
            <p:nvPr/>
          </p:nvSpPr>
          <p:spPr>
            <a:xfrm>
              <a:off x="10642600" y="367157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Receptor</a:t>
              </a:r>
              <a:endParaRPr lang="zh-CN" altLang="en-US" sz="1030" dirty="0">
                <a:solidFill>
                  <a:srgbClr val="667783"/>
                </a:solidFill>
                <a:latin typeface="Arial" panose="020B0604020202020204" pitchFamily="34" charset="0"/>
              </a:endParaRPr>
            </a:p>
          </p:txBody>
        </p:sp>
        <p:sp>
          <p:nvSpPr>
            <p:cNvPr id="67" name="组合坐标框">
              <a:extLst>
                <a:ext uri="{FF2B5EF4-FFF2-40B4-BE49-F238E27FC236}">
                  <a16:creationId xmlns:a16="http://schemas.microsoft.com/office/drawing/2014/main" id="{5E70C95A-1949-5875-67D3-471BFFFFB364}"/>
                </a:ext>
              </a:extLst>
            </p:cNvPr>
            <p:cNvSpPr/>
            <p:nvPr/>
          </p:nvSpPr>
          <p:spPr>
            <a:xfrm>
              <a:off x="8509000" y="0"/>
              <a:ext cx="33972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71" name="Global-poses-D55" descr="Global-poses-D55">
            <a:extLst>
              <a:ext uri="{FF2B5EF4-FFF2-40B4-BE49-F238E27FC236}">
                <a16:creationId xmlns:a16="http://schemas.microsoft.com/office/drawing/2014/main" id="{C37A2712-FA73-FDD6-6094-388838AB3023}"/>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9215370" y="717550"/>
            <a:ext cx="2255520" cy="2819400"/>
          </a:xfrm>
          <a:prstGeom prst="rect">
            <a:avLst/>
          </a:prstGeom>
        </p:spPr>
      </p:pic>
      <p:pic>
        <p:nvPicPr>
          <p:cNvPr id="9" name="Input-density" descr="Input-density">
            <a:extLst>
              <a:ext uri="{FF2B5EF4-FFF2-40B4-BE49-F238E27FC236}">
                <a16:creationId xmlns:a16="http://schemas.microsoft.com/office/drawing/2014/main" id="{232EEED4-B769-492F-E31C-AE28BB1546CE}"/>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622300" y="558800"/>
            <a:ext cx="914400" cy="1143000"/>
          </a:xfrm>
          <a:prstGeom prst="rect">
            <a:avLst/>
          </a:prstGeom>
        </p:spPr>
      </p:pic>
      <p:pic>
        <p:nvPicPr>
          <p:cNvPr id="65" name="Input-receptor" descr="Input-receptor">
            <a:extLst>
              <a:ext uri="{FF2B5EF4-FFF2-40B4-BE49-F238E27FC236}">
                <a16:creationId xmlns:a16="http://schemas.microsoft.com/office/drawing/2014/main" id="{786825E4-78BA-74DC-9934-7C1562595C65}"/>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622300" y="2108200"/>
            <a:ext cx="914400" cy="1143000"/>
          </a:xfrm>
          <a:prstGeom prst="rect">
            <a:avLst/>
          </a:prstGeom>
        </p:spPr>
      </p:pic>
    </p:spTree>
    <p:extLst>
      <p:ext uri="{BB962C8B-B14F-4D97-AF65-F5344CB8AC3E}">
        <p14:creationId xmlns:p14="http://schemas.microsoft.com/office/powerpoint/2010/main" val="41361747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9501</TotalTime>
  <Words>3824</Words>
  <Application>Microsoft Office PowerPoint</Application>
  <DocSecurity>0</DocSecurity>
  <PresentationFormat>自定义</PresentationFormat>
  <Paragraphs>301</Paragraphs>
  <Slides>12</Slides>
  <Notes>12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12</vt:i4>
      </vt:variant>
    </vt:vector>
  </HeadingPairs>
  <TitlesOfParts>
    <vt:vector size="16" baseType="lpstr">
      <vt:lpstr>Arial</vt:lpstr>
      <vt:lpstr>Calibri</vt:lpstr>
      <vt:lpstr>Consolas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56</cp:revision>
  <dcterms:created xsi:type="dcterms:W3CDTF">2026-09-23T07:01:10Z</dcterms:created>
  <dcterms:modified xsi:type="dcterms:W3CDTF">2026-10-29T09:34:45Z</dcterms:modified>
</cp:coreProperties>
</file>