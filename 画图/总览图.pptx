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EEF46DBF.xml" ContentType="application/vnd.ms-powerpoint.comments+xml"/>
  <Override PartName="/ppt/notesSlides/notesSlide2.xml" ContentType="application/vnd.openxmlformats-officedocument.presentationml.notesSlide+xml"/>
  <Override PartName="/ppt/comments/modernComment_10F_80693948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71" r:id="rId3"/>
    <p:sldId id="270" r:id="rId4"/>
    <p:sldId id="26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331" autoAdjust="0"/>
  </p:normalViewPr>
  <p:slideViewPr>
    <p:cSldViewPr snapToGrid="0">
      <p:cViewPr varScale="1">
        <p:scale>
          <a:sx n="66" d="100"/>
          <a:sy n="66" d="100"/>
        </p:scale>
        <p:origin x="12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C_EEF46DB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0A18BD-66F0-4D24-AA0E-229D58B496A1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57FB7580-5DB0-462A-B68A-F02E91D70FEA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</a:t>
        </a:r>
      </a:p>
    </p188:txBody>
  </p188:cm>
</p188:cmLst>
</file>

<file path=ppt/comments/modernComment_10F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097-9FF1-2A53-025B-7B2E9DBC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F6D50-F30A-F579-D177-ECF4700A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584B-0159-757C-C115-256110260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BF85-8A2D-128B-B7D9-A9EF48298CC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2608762"/>
      </p:ext>
    </p:extLst>
  </p:cSld>
  <p:clrMapOvr>
    <a:masterClrMapping/>
  </p:clrMapOvr>
</p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spTree>
      <ns0:nvGrpSpPr>
        <ns0:cNvPr id="1" name="">
          <ns1:extLst>
            <ns1:ext uri="{FF2B5EF4-FFF2-40B4-BE49-F238E27FC236}">
              <ns2:creationId id="{7979DAF8-EBB6-AC04-D679-674FBBA35514}"/>
            </ns1:ext>
          </ns1:extLst>
        </ns0:cNvPr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>
            <ns1:extLst>
              <ns1:ext uri="{FF2B5EF4-FFF2-40B4-BE49-F238E27FC236}">
                <ns2:creationId id="{2580852C-99B9-4795-7DDA-F06867E0867D}"/>
              </ns1:ext>
            </ns1:extLst>
          </ns0:cNvPr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>
            <ns1:extLst>
              <ns1:ext uri="{FF2B5EF4-FFF2-40B4-BE49-F238E27FC236}">
                <ns2:creationId id="{982A7195-739A-EF49-E3F2-75CE32C51A1C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>基于冷冻电镜数据重建配体构象的 Find–Match–Build </ns1:t>
            </ns1:r>
            <ns1:r>
              <ns1:rPr lang="zh-CN" altLang="en-US" dirty="0"/>
              <ns1:t>端到端自动化</ns1:t>
            </ns1:r>
            <ns1:r>
              <ns1:rPr dirty="0" err="1"/>
              <ns1:t>工作流程</ns1:t>
            </ns1:r>
            <ns1:r>
              <ns1:rPr dirty="0"/>
              <ns1:t>。</ns1:t>
            </ns1:r>
            <ns1:r>
              <ns1:rPr lang="zh-CN" altLang="en-US" dirty="0"/>
              <ns1:t>我们的方法以</ns1:t>
            </ns1:r>
            <ns1:r>
              <ns1:rPr dirty="0" err="1"/>
              <ns1:t>实验冷冻电镜密度图和受体结构作为输入</ns1:t>
            </ns1:r>
            <ns1:r>
              <ns1:rPr lang="zh-CN" altLang="en-US" dirty="0"/>
              <ns1:t>，其中受体结构可以是真实结构，也可以是</ns1:t>
            </ns1:r>
            <ns1:r>
              <ns1:rPr lang="en-US" altLang="zh-CN" dirty="0"/>
              <ns1:t>CryoAtom2</ns1:t>
            </ns1:r>
            <ns1:r>
              <ns1:rPr lang="zh-CN" altLang="en-US" dirty="0"/>
              <ns1:t>的自动建模结构</ns1:t>
            </ns1:r>
            <ns1:r>
              <ns1:rPr dirty="0"/>
              <ns1:t>。Find </ns1:t>
            </ns1:r>
            <ns1:r>
              <ns1:rPr lang="zh-CN" altLang="en-US" dirty="0"/>
              <ns1:t>从冷冻电镜密度图中寻找</ns1:t>
            </ns1:r>
            <ns1:r>
              <ns1:rPr dirty="0"/>
              <ns1:t>候选配体区域（B1–B5）</ns1:t>
            </ns1:r>
            <ns1:r>
              <ns1:rPr lang="zh-CN" altLang="en-US" dirty="0"/>
              <ns1:t>；</ns1:t>
            </ns1:r>
            <ns1:r>
              <ns1:rPr dirty="0"/>
              <ns1:t>Match </ns1:t>
            </ns1:r>
            <ns1:r>
              <ns1:rPr lang="zh-CN" altLang="en-US" dirty="0"/>
              <ns1:t>判别 </ns1:t>
            </ns1:r>
            <ns1:r>
              <ns1:rPr lang="en-US" altLang="zh-CN" dirty="0"/>
              <ns1:t>Find </ns1:t>
            </ns1:r>
            <ns1:r>
              <ns1:rPr lang="zh-CN" altLang="en-US" dirty="0"/>
              <ns1:t>阶段的预测结果是否为假阳性，并</ns1:t>
            </ns1:r>
            <ns1:r>
              <ns1:rPr dirty="0" err="1"/>
              <ns1:t>将各候选区域与</ns1:t>
            </ns1:r>
            <ns1:r>
              <ns1:rPr lang="zh-CN" altLang="en-US" dirty="0"/>
              <ns1:t>同</ns1:t>
            </ns1:r>
            <ns1:r>
              <ns1:rPr lang="en-US" altLang="zh-CN" dirty="0"/>
              <ns1:t>PDB</ns1:t>
            </ns1:r>
            <ns1:r>
              <ns1:rPr lang="zh-CN" altLang="en-US" dirty="0"/>
              <ns1:t>内的所有</ns1:t>
            </ns1:r>
            <ns1:r>
              <ns1:rPr dirty="0" err="1"/>
              <ns1:t>配体身份进行</ns1:t>
            </ns1:r>
            <ns1:r>
              <ns1:rPr lang="zh-CN" altLang="en-US" dirty="0"/>
              <ns1:t>身份匹配，其中，</ns1:t>
            </ns1:r>
            <ns1:r>
              <ns1:rPr dirty="0"/>
              <ns1:t>B1 和 B2 示意两个不同位点被分配相同的配体身份，B5 </ns1:t>
            </ns1:r>
            <ns1:r>
              <ns1:rPr dirty="0" err="1"/>
              <ns1:t>示意被剔除的候选区域</ns1:t>
            </ns1:r>
            <ns1:r>
              <ns1:rPr lang="zh-CN" altLang="en-US" dirty="0"/>
              <ns1:t>；</ns1:t>
            </ns1:r>
            <ns1:r>
              <ns1:rPr dirty="0"/>
              <ns1:t>Build </ns1:t>
            </ns1:r>
            <ns1:r>
              <ns1:rPr dirty="0" err="1"/>
              <ns1:t>利用</ns1:t>
            </ns1:r>
            <ns1:r>
              <ns1:rPr lang="en-US" dirty="0" err="1"/>
              <ns1:t>Find</ns1:t>
            </ns1:r>
            <ns1:r>
              <ns1:rPr lang="zh-CN" altLang="en-US" dirty="0"/>
              <ns1:t>预测出的配体区域以及</ns1:t>
            </ns1:r>
            <ns1:r>
              <ns1:rPr lang="en-US" altLang="zh-CN" dirty="0"/>
              <ns1:t>Match</ns1:t>
            </ns1:r>
            <ns1:r>
              <ns1:rPr lang="zh-CN" altLang="en-US" dirty="0"/>
              <ns1:t>匹配的</ns1:t>
            </ns1:r>
            <ns1:r>
              <ns1:rPr dirty="0" err="1"/>
              <ns1:t>配体身份，通过选定的分子对接工具生成三维配体构象</ns1:t>
            </ns1:r>
            <ns1:r>
              <ns1:rPr dirty="0"/>
              <ns1:t>。</ns1:t>
            </ns1:r>
          </ns1:p>
        </ns0:txBody>
      </ns0:sp>
      <ns0:sp>
        <ns0:nvSpPr>
          <ns0:cNvPr id="4" name="Slide Number Placeholder 3">
            <ns1:extLst>
              <ns1:ext uri="{FF2B5EF4-FFF2-40B4-BE49-F238E27FC236}">
                <ns2:creationId id="{59876DEC-86FB-AA54-2AA9-BA294229871D}"/>
              </ns1:ext>
            </ns1:extLst>
          </ns0:cNvPr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  <ns0:extLst>
      <ns0:ext uri="{BB962C8B-B14F-4D97-AF65-F5344CB8AC3E}">
        <ns3:creationId val="4033651460"/>
      </ns0:ext>
    </ns0:extLst>
  </ns0:cSld>
  <ns0:clrMapOvr>
    <ns1:masterClrMapping/>
  </ns0:clrMapOvr>
</ns0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822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EEF46DB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75F9B-6388-12E5-303C-83D739A3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C4AF9F40-84C4-5331-AF96-B0EC95E70174}"/>
              </a:ext>
            </a:extLst>
          </p:cNvPr>
          <p:cNvGrpSpPr/>
          <p:nvPr/>
        </p:nvGrpSpPr>
        <p:grpSpPr>
          <a:xfrm>
            <a:off x="127000" y="2696633"/>
            <a:ext cx="8962571" cy="608542"/>
            <a:chOff x="228600" y="171450"/>
            <a:chExt cx="16132627" cy="1095375"/>
          </a:xfrm>
        </p:grpSpPr>
        <p:sp>
          <p:nvSpPr>
            <p:cNvPr id="6209" name="label__0">
              <a:extLst>
                <a:ext uri="{FF2B5EF4-FFF2-40B4-BE49-F238E27FC236}">
                  <a16:creationId xmlns:a16="http://schemas.microsoft.com/office/drawing/2014/main" id="{96743C49-80A5-FEA0-67DD-3D55C898CA8C}"/>
                </a:ext>
              </a:extLst>
            </p:cNvPr>
            <p:cNvSpPr>
              <a:spLocks noGrp="1"/>
            </p:cNvSpPr>
            <p:nvPr/>
          </p:nvSpPr>
          <p:spPr>
            <a:xfrm>
              <a:off x="266700" y="171450"/>
              <a:ext cx="381000" cy="4191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8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</a:t>
              </a:r>
            </a:p>
          </p:txBody>
        </p:sp>
        <p:sp>
          <p:nvSpPr>
            <p:cNvPr id="2" name="label__1">
              <a:extLst>
                <a:ext uri="{FF2B5EF4-FFF2-40B4-BE49-F238E27FC236}">
                  <a16:creationId xmlns:a16="http://schemas.microsoft.com/office/drawing/2014/main" id="{7C67C48F-CBA3-2A2B-057C-57E3E95E3631}"/>
                </a:ext>
              </a:extLst>
            </p:cNvPr>
            <p:cNvSpPr>
              <a:spLocks noGrp="1"/>
            </p:cNvSpPr>
            <p:nvPr/>
          </p:nvSpPr>
          <p:spPr>
            <a:xfrm>
              <a:off x="762000" y="200025"/>
              <a:ext cx="9810750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Overall workflow</a:t>
              </a:r>
              <a:endParaRPr sz="1208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D052B1E7-3A97-3CD0-4780-A939A8453F49}"/>
                </a:ext>
              </a:extLst>
            </p:cNvPr>
            <p:cNvSpPr>
              <a:spLocks noGrp="1"/>
            </p:cNvSpPr>
            <p:nvPr/>
          </p:nvSpPr>
          <p:spPr>
            <a:xfrm>
              <a:off x="228600" y="923925"/>
              <a:ext cx="2047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Whole-map inputs</a:t>
              </a: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E008AD86-30E3-C1C4-0C20-9D379977D137}"/>
                </a:ext>
              </a:extLst>
            </p:cNvPr>
            <p:cNvSpPr>
              <a:spLocks noGrp="1"/>
            </p:cNvSpPr>
            <p:nvPr/>
          </p:nvSpPr>
          <p:spPr>
            <a:xfrm>
              <a:off x="2979970" y="923925"/>
              <a:ext cx="39052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ligand regions</a:t>
              </a: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E703BAE7-E3E5-B879-2DDB-135CD5E956C0}"/>
                </a:ext>
              </a:extLst>
            </p:cNvPr>
            <p:cNvSpPr>
              <a:spLocks noGrp="1"/>
            </p:cNvSpPr>
            <p:nvPr/>
          </p:nvSpPr>
          <p:spPr>
            <a:xfrm>
              <a:off x="814251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F6713C6B-870B-81CE-5945-0FAF4952FA7E}"/>
                </a:ext>
              </a:extLst>
            </p:cNvPr>
            <p:cNvSpPr>
              <a:spLocks noGrp="1"/>
            </p:cNvSpPr>
            <p:nvPr/>
          </p:nvSpPr>
          <p:spPr>
            <a:xfrm>
              <a:off x="14170477" y="923925"/>
              <a:ext cx="21907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92CBD1FF-7136-A887-930A-589D5165C0D4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8BE4786C-A64C-5888-33A5-6664303C324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176F8B4B-7704-2490-4475-2D7A8BE75C4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5B95D534-FB4E-C581-2618-B4E49B8454F6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82215D2-A329-9CB2-31E5-3294145243FD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ECEF38AB-2107-6444-5EC5-E98C31448598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46ED629A-34DC-01CD-2651-B6523D4B3A3F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2E2480A3-0988-AE96-207B-0E5CA15EFB78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CFEEA56A-650A-6E2C-244A-70BB8497F65D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EA0621D6-8AE8-A61B-2E57-98E1E93B2FA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99C72E53-F332-DBC6-F04F-4B7705F5A54D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28E3B017-32BA-E817-BD41-E776AA3811A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4E8CDFD4-56D3-B421-0850-B4780B26C2ED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8EFA9F9D-4C54-32EF-1A30-B928E1FE2DC4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D1770F3A-22B4-2196-2E6B-0C469ECECE19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837DA93E-56A2-B148-D609-EC33610E36C2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B8D3570D-CC10-CA69-0E00-1653C857A9F1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D9F6B20B-3BA4-3023-3F6E-EE38C837401E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AC6239B8-BC80-4EEA-7375-007E631844F6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F3E778D9-CB28-3355-B6B6-A7DBD4DDB353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6A97A82F-C0E2-4056-992E-62A8EFF69A46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393C386A-76B9-1823-8B4C-63784DB3B7DF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96ED27C-F478-06B6-282E-C8F2D3DEDF53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F9444392-1572-B236-BDA3-30757F576B4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B4994BB8-70A9-005D-3B1C-5B0B3F83094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8C4EFB81-97BE-9135-8C0C-EBB72EB60C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8A91FBF8-C3E4-EABB-9FA1-A64DD6723A2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72E33140-CA18-AD33-4C00-8801E085195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0773E1DE-32EC-83E6-8760-0D172F70017F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B679FAE0-0607-9D77-4EDA-AFA7D685C6AF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062B4253-9A42-B5CA-EAD1-F464ED92C55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4A1543D3-65E3-A5D8-0FE6-E753C49249A8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E1B95C10-626A-C717-40CF-F2DACAAD3C4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411A906C-E0AF-6C85-8689-B2FBD4C176F2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19B61507-1ED5-AFAE-4A3E-0D1849968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97BB250B-DDAD-C930-0FF4-07C0A7D5A137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E79A3505-2C08-B204-BAE4-27DEFA322D1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72423346-FEF8-F719-F9A5-4FA2074876C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D2D629-C08D-01E9-3305-3E317B7F28F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44BE2336-1422-E18A-AB4A-C7D222D65FB3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7AA03164-B0A9-378C-C6A7-1BC6D4580F4D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4FB12413-0642-E1A5-B063-D3F228A6C91E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2498BBC5-6936-3E82-54E8-12EE67957F8C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AE8ED35A-E4C8-2B2D-E2B3-0FE3D8323175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90EAC55B-6F37-6692-0BFD-8C12D089F47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0DFC22B3-D6A0-5708-4435-4558134D9E10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D2C9502E-7907-B508-D351-E00F715A6C12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BCC698F-CA6A-5E99-7730-0779142B3B4A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C03D74EF-2B90-6ACE-E345-E992F9AF5EAF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6BBF0EE1-3C33-9FEF-F135-BA11825D1F50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171623D6-4A0C-4E27-EA12-51FBC597125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F3159CCA-D395-B8A0-5077-4938D566BA0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C120C505-70E8-223C-6529-B3A9B6A2D49E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D6158D80-2C84-067B-F1E3-DB28DCD0A84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A8A28A5D-DFC7-DBE8-0BD7-3B9F80DE24B4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F4596E34-96E4-5431-E30A-930F555724D9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00A8C6A6-8A5F-CC75-84E5-05FDFBE4863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F84CF7E2-95E4-F678-619E-66D2B39BFC48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27D75EE8-E0A3-B844-A774-9292FD281862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FB2A6AC8-72CC-4187-6BAA-DEB2A42065D9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C46359D9-E400-40CB-DF16-3FB02D254A60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1210E9D8-BC58-39F2-9D74-B51B6A9E1F89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66F05795-F7C5-742D-7E2E-034C17019F1C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6C5FBC58-5DA4-483F-DAA9-E2565AABECF7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72EBF915-1066-C2EA-AB59-52BF2152C62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F0D6F-7E26-56C3-A291-0ED16D85BA6D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B11D5E4D-1EF2-2473-FB47-02C8EF8A81AC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B1A6FD6-861E-2E39-0EAC-3DC93B4ACA8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721E5D6C-5B89-81AA-C5DA-263DE728284D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3C212745-5957-FBA1-2418-89C3483E68C7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52F2298F-9D04-A26F-6D71-E5D7DC27DD67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9FD77637-57C4-9A2B-7BDF-644ECE68D43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8BB8FC4F-AFED-E0F5-81C5-9AB891C3272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099A36C6-F851-F42C-6DDD-B588AA4DF44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D332D371-F91C-A95C-C555-2819C2EA3D7A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B20DE08B-70F9-2F05-E58B-16539412DC0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F979771B-F1B8-75CF-3618-C57E017E76D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5596E70A-0ED0-0F1C-9C31-D64544FA5628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AED6F1FE-2D1B-437C-270C-B67F3CF8292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9D9B0BA-B0B8-B3E1-FD28-61D00388F9F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50F067F8-C88E-849E-E39E-F5583E1C773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2C4B4C90-7EE4-FFFB-FBBF-732CC36C7DE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6E22ECC-3913-0572-B767-39AA7BEF39E1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9742D9AC-421D-E900-A050-5CD87E31CADE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0F0A981B-2ECE-1EC4-19DF-B47B0EB1C68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35CB763-8913-3E0D-F3C1-1D52D19EB9C6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9BFCF174-299B-769C-7277-0C2B5BB30B58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61948197-A931-AF17-9BFE-4DDAF18C204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1A10724A-7044-74E6-5EBC-A16340DAFA4A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DEE35A3C-E83C-B0E9-0EFD-2CA42781C54C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7B99E0F-8790-86FE-E480-B72F608BF9B5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3C5C04A3-6960-2EBB-B546-2D6E9C523B87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D45C680F-F4E4-5176-9F39-FC0CBAE33D7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540B0034-5F13-E5EF-39EE-B8BCB4CA9BA7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DD1925F6-254D-FE02-1960-F4F514330FE5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D4B7920D-37BD-7349-548A-9E28D565A1C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1A16740A-7CD5-A20C-7AA1-CAB1B3396BBB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5B8DC633-55DA-B09D-9590-DBC7879F21D7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8EB65953-C39E-C6F9-AA92-C81F597B6F0E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2C5AAF39-72E9-00F9-21E9-690ADFAAB6E6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F22F9B9F-496E-42A1-9FCE-EA1F47DDDCDD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EC3D6426-4811-C071-20D2-6EE5E5F5D5A6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2D717504-508E-15CD-408F-E98BFDFEDCA5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3F413E99-9B38-877F-6F60-32F8AB6533EA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A3769B28-8F33-F53E-A940-895C32B074AD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B893750F-BEE6-031B-3AE7-46B1B4A22CB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12D8D3F8-044D-0ACE-B2DD-42A0818966FD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DD5B13CC-0348-A8F7-4B6D-21467B5025BF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71BA3323-ABD3-BBD9-D5FF-C9429D9350B2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04AE7E0E-79CD-56C9-9DF0-636D8A519750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36800295-A5F6-B449-15AA-499C77D3AAF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51A2344-74C3-031C-F2B1-865C2189B0E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20DB1566-CA16-9593-A8E9-DAAD69A6D129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42127A7E-6D6D-0895-CD54-652376D5A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B44D0064-CB29-C642-22AB-0B9889EAD4CD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68EAE5D6-A751-5A45-05C3-F23B76565A22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CB92ABE5-C363-20A7-31DF-28CB8541099B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1934549-0C1D-C675-2BC2-1B2962B1F18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0EA414B9-EBEF-181B-D870-8FE1663B23A7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CA146CD4-BCE2-2D38-3D52-187A4D373AE5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E7055D9E-C512-47E8-2AB5-8541D677E9D7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449600D5-B6A5-D1E3-11F2-61613E70D6C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63C6AE41-3CC9-0EEA-B4EA-A4846B91B48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7F0943AC-3A43-B58B-B631-A367BCAA452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A0A51661-B5FF-94E6-68AF-5B2D9669146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9A0CC3E7-0011-053D-E388-F387B4B8ABB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6F4912CF-06EE-180E-34D6-F12F188676C4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BBB1D64B-4B36-857A-82EF-F25FF5C0569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A30615AF-2028-4E7E-91FA-CD2C2AF3FC57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97E6B6C3-A5B2-BE7F-9E61-17A67E7EE4F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BAF31D86-EDDD-1C19-2E9C-F22D7E63D18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EE556B10-35F4-09BD-6AFA-6F8AAFAB391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6B38166F-1A44-F20C-BD9F-15141445FB7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CFB4E4DA-64E9-2491-6D30-ACCC630107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DFE91FEE-9DC2-3C6D-A6CC-4D133D9F077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FDA410FE-1321-57BF-E526-5E730C7E4E70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9C2A1CAA-8BD5-5338-0BBF-129A0154E28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E8A73514-8CFD-D596-59C0-C0C218512AD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6006CBB-56D6-5335-C66C-C2AB6A56E10C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B94F7833-9143-A749-D947-5EF1A45CF20D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0F0E88F-FBFE-7979-229D-63FB22E49A0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23ECD63B-7668-C7B5-B570-DDBD9F5BB90B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9AF094EA-B27A-5A82-9461-EBCE48501E7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6F81130F-EFCB-9258-9F77-C0C92CB7C48A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A55BA6A2-DF53-7DD5-A214-F27836310EDF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FD9896D3-22A7-DE17-A440-A8D9970A044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434621C9-A1E0-C5F1-4704-2C6897C0224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94124775-EA19-7260-4ADF-AEA32B3EBD2D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2E96E7C3-716E-ACF1-05CD-D8653B3122A3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40B3A667-7BDD-491E-2268-7A45E9EC36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A947103-8873-94F8-3765-C3DB6F9A0B4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2CF710FE-94B5-81AD-DACB-EB1AE7EE9445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EAE9439B-9BFA-320B-1386-88D9C8894D9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8E7439AD-D584-6604-A963-50A80E8017F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D50CFB10-CB0C-B8CE-D37E-86425D732FE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47B8A066-1873-2895-DB5B-6CD124F6BD52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1CAE494D-3946-B743-2E0F-148B8924802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D4CD7812-28E8-3F04-0193-734B3820C47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5E5DAC24-FEB2-7A46-D04F-6DD4BF2F3273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2F9F28E3-74EC-5A5E-C633-3D4D0ADE1295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520A25FC-6368-DFBB-EA11-EE9278D59A00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ADDAAF5B-4416-F17F-1D4E-33B207F0661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667BFA94-A5E7-EF05-4C38-F00FD4B1D9D2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BD3CA4F-586D-BB1A-1EA8-B8B74A429974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318C958D-CB81-7360-5699-590CFE65493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D7026D49-304F-0F9F-3A60-BE53F8F47FE8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0FC92CD-0D33-16D6-6E04-F833BC140C3D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FBDB569-23CB-5670-7E3C-1747D5A2D80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229D4F9-F6CA-5EC1-3017-81484CACCD72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3FBCF-70A3-33D2-701F-F7E56B7FBED9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4A33763-0808-C457-EC8C-8BC6833C6954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C5ECA045-387A-E69E-A4BC-D7FBE7BA02BD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36332763-34ED-3062-091A-376369A88D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221140D8-88A8-5580-0555-6A7085D760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F3DA21DD-17A5-7FF0-6004-587605E81E36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6204DC92-597F-E5C3-7AF0-DE15FFDD09F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861D45FA-D535-0896-DB43-448A3D07F5C4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4F735B5C-7BFE-4F41-D89F-681C186730FC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8CE76631-A346-7D87-0561-D606617C80E3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7CD59EA-20BD-0058-815A-7F4DAFE435CF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7031D2A-5E54-FCDB-3B56-7CED30650F0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4C1C67CC-14BE-635E-8EDA-56389EB82E0A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7FEAF955-3D23-FC1D-636D-04BA0499117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6D4CC2F4-81B0-05D9-1690-4C2A936B9E6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D76F9E0-E0C9-9D10-0F44-61FE63DCC1E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B008A33A-5F4D-2B1E-08D9-3300C8E47570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9F96FE2F-D3D1-0ED5-8C6C-C7BD0EE77399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DD4DABD8-41F3-5FDC-D460-69092BFF16D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35B22F3-910C-574F-C448-2011B8246AD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D96C1AA6-EB26-1580-C745-BE50FACA8AAD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33804EF-9AF2-CEC4-2E0E-8F6B24A7996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17A0068-9303-F871-53EF-FE831AF77807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0657509-39F5-F41B-FF75-1D0913465E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0479120B-A2EB-0F33-7BB0-7C0E04CB4334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5C48CD2-FDB2-6168-8009-7DBABD06226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5D4D91EA-BE1B-02B1-6E29-30D575B206E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CC2350-FDF7-0A1B-8B3D-029FF30463F9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0F46A759-324B-1990-777E-9EB5E8D6443D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35CD400C-C895-E11D-C93F-0F69767E3359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5C3591B3-1106-8F33-7E1B-C86043F63EB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A1A9E07A-440D-C304-2DF8-A337FBF344E1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9101EE13-A1BF-055E-FDEF-B88270116DE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5391931E-7198-8606-65BB-F297EB596AAE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529D7B4B-2EFD-28CF-3373-09D355217A1E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E47DF2E0-EBCB-30E9-8B15-8BEEC9FEA910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B7BD613-DE60-9301-CD55-B557D16AB664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087965C3-6DA9-70E3-6C36-8B5B8E27EF14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E3B18000-9D28-9DC4-357B-88444791DE9E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C93D85F5-8DEE-201A-B29E-62276435CFB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64B1D4C7-6F19-28D4-79BC-8D04652539C0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F7EDBB2E-E884-34AE-CE6D-4C2C9DEDD293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F2D7ACC2-7F55-5370-704C-4892FBAD5FDA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7E344EF-A907-6713-FA84-747EA5DD398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9C5278B-368D-7E6E-1F16-C1ED5CCCC5DF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258DF6AC-D1B1-C195-F960-2D5946DB63A4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C37472AB-2298-7DDB-F24E-EEFBAFFA99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0D108A19-0BA0-E542-2E16-D421756D59C1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9478C469-B0AC-B1DD-172F-68803265B4DA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7228701D-8E85-9170-6412-66A791EA36CC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B8581D8A-1FE1-692F-E0B1-60EAFF62F583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E038B997-B5D7-D7A1-40D8-9D4DF102D320}"/>
              </a:ext>
            </a:extLst>
          </p:cNvPr>
          <p:cNvSpPr>
            <a:spLocks noGrp="1"/>
          </p:cNvSpPr>
          <p:nvPr/>
        </p:nvSpPr>
        <p:spPr>
          <a:xfrm>
            <a:off x="11641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08211E4D-E54F-469E-F0C8-FA328F5BE56D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7B5DCFDF-5EE9-1BDB-FB92-916C0A190A66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7A38AC9C-3F66-84F8-70EC-777FB1049B8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22C10FC3-DCEF-6125-FAB2-66DFA657AFA2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CAAEF294-B766-6785-1EBF-343433736053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A531F583-6067-D456-12E9-7F10B917FD29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0F669DF3-48CE-0AB8-4260-3B4D000426F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1714DB8D-43D1-C85E-A23D-349E0BC900B7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24D75D1-CFA5-1534-029E-483CB50780F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92AF24F-932F-D05D-1FAC-3E72BD24B62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52E30B97-31A2-F0A2-460F-E495D5FD8800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4EA0F626-7A11-4C2E-6696-2DB502C9CB3C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94F5896D-2EBF-C0AE-F818-D9E5BC4C6406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02C1CF0-B57B-8003-8A44-CBE4EB1926CC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9CA14744-C0B0-2FBD-1B33-8142F7311F4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F12AC39F-9BFD-6976-7C11-C644A09C07B5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6FE7B88B-C587-519B-DAD9-BA8D0C31B5E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657EE829-5318-2D1C-8292-E8B5BC695D23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182AE854-7637-5B5B-E452-B503F6D5E38D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AE7E0EEC-FC8C-CF58-81B7-B3D397D2CD2D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7451316E-50D3-B447-385A-A3F5F41F1A2F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5C315FEB-0C67-B787-3D70-F836FA95F66F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45F05716-F388-9AB2-3675-C7CB2916ACB4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F4B67FFB-4B50-B1A0-3A92-0DEA0560B535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882CF30E-983F-FF02-5AB6-AE440B25F4D6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08C49F1F-2E69-0337-EA24-A6D8AD29360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D0BD08D8-1E87-CE36-3D22-452EB514CE0A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0FA426EB-1E35-C73C-46A4-6007BC1B02C4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59EF702C-CDA7-C6A8-FAD1-2CC880845F5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D98F16A-1626-3E23-DE03-7BCE185953B4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102933E4-AAC3-2C71-FABC-3D72C5711E7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45A311B8-2961-2A04-46CC-5AE25F26CA2D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BD7AE63C-CF12-7EDC-9A4F-C3A496AAD70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095A6369-470F-E231-24C0-AF24BB18276A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4812BE7B-249B-708B-1232-A9A15EC0CEA4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F251E895-642E-3A9D-94CD-FF2F1A05AAC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0142AD5F-DBE2-33AC-99F3-BEF2EC21AEE5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716A20CD-2BC4-6961-1CB5-747DDD86178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89B3C77-CDF8-DA3D-F100-51673524D345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021FB23A-3267-F018-1D4C-B2698BE39D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A82601A-BEAE-D89E-73A6-B37A8DB86FD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000DB8CE-C519-FE28-6EB2-ECFC10F66AB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68F4D8FA-C656-444A-FA96-8A20FD9F9C22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454A43AB-3572-E440-D694-B4850C97ACFF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81B8019B-5A32-09F1-4784-CA5DDAD54D3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64905AE3-13D9-7FF0-6FE8-8788BB0C5963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EE3918E7-9329-01E8-015B-C912178399A8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B91E202E-C4EA-292B-370E-9FCE1872DD9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050D6151-68E2-49E7-4E18-E55BE0EBF39B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59ED5B7A-304A-CF3B-8FA4-CAFF54C47892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6167BA67-6F3E-A643-BD44-23C0D2ED1E9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32FFED5-3708-312B-662D-71487B4DA97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74EA34B9-25B3-313C-6642-B8861A6643D9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98BE51EE-B68B-D30F-4F7C-85AC7F2E92A3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BA88DE5F-E8EF-D7D8-79B9-2AE6EEA8486D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4FFC5A65-1F74-E585-985C-9C831EABA74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2F667AA4-065E-5738-F236-BE8FDEFEE3F9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2ECE0DD-712D-7333-9EB7-18EE3F85126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05D44322-89F6-4080-1D90-268E189C12A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AE140886-28F7-4CE0-C602-D8BB8EE2D994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8F7E968A-F8E8-4C7E-2873-48D0001F27E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665F4E1C-B904-36AE-4901-1DC83C091D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CB696BB6-D0E3-9C5A-C6C9-16CF494770C5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94346742-574C-72C3-914B-C596F9CBAE45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D4327D2F-0882-344F-68FA-D45B09A462D2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FECE5E63-D585-9420-B601-C5A779C85D46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7B585767-1600-A8C6-2117-DCF04FBCA0C4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AFB05038-99D7-86C7-9572-70AF888CE86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1018B68B-233F-2BB1-E6C9-72765C051CED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A0B799CA-021A-50FD-2216-DA7C7BAB8370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1C75AA11-2C77-5831-228B-DCE84EA2A775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C131D1EF-983E-D510-98DA-3D1363B2904E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FA8A3E90-53F8-1D07-0A1E-26124DC41B8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B8C6BD3C-1BB4-1396-538B-49977E26EAE8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4E1967A2-D9E8-D85A-167B-D25CCD770A11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A5C60E19-457E-CE74-DCBD-EC61E31D2316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27F24485-34EC-5469-ABFF-398EAE2E7506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57559D67-FD51-E2A0-41C8-03DB23CE2ECB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7C5FE811-9744-9634-1BB3-B0B0183D139F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CEDFD4DE-8817-3CF4-8AC0-07BD53A3A6C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A2869558-DC9B-B700-D6E1-7E2FB53F9D6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ECCF502A-74CC-80E1-1618-0F8119A5AA3D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BCEB51BC-929F-8254-1E35-FF41BA053484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1BB462E-F532-A7CD-822C-8B357F3187BA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2CE3F899-220B-A90B-500E-F667B642CFFC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AF01FC16-08C8-BF94-256B-C0C262E7B220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F4069E8F-9FE1-7C70-059E-9A04E27063D0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D44752F9-E49D-2715-E8D8-6796718D3D2F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3747E26C-658B-F0BE-D616-DFBA256EEAEE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61DDEC9-0328-46F7-6596-018C8A2A226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67749A39-4EA0-5F92-7398-E673D3C52DB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F9FDD67-C35B-0EC0-2E8E-D2E103623C9F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D5206B1C-D169-630B-5594-BB06454737A7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452D1F64-BF08-B691-37E5-30C596B44AA1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17538578-0EAE-A13B-16C2-1B636CA8D69D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A58E71BE-4436-32AE-7040-1B552CBC43AB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AF4771A0-74B8-4122-46B9-033F5F3A6B52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14AD57D5-1722-BD5A-9EE9-146E9A24A2E2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FECA47CE-C750-C81E-389E-2DDD7C38329B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78B8E013-7CCB-0E8D-C927-E2D5A7D01D9C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A6885B2B-B5E9-380C-42D3-D45C3C1D86FB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3BCCD70C-09DD-47E1-2F26-2C51A06156A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E305053-C89F-A82F-D75F-8A70BBA72A1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6BFB7A43-8B3C-6E03-3A8F-AA560F4F70BE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2BE8D663-3106-385C-9514-80AB56BCA7F6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42761484-67DA-653E-F429-52F44D8D91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2844A83B-552B-850C-6295-C273217051C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29331AEC-9490-4DCE-88D0-650FF7CDBCA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78273B01-6B55-0E38-1B12-75B58F073E9E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B15694CF-274F-A37F-EDC8-850D8F53C99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AE206DD1-4BE1-7D48-2600-8996F78588E7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B82084B2-0A2D-72C2-58EB-F69D71B0A71A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EEAA0B39-39E5-0825-FC95-99D517C4AED4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FB1B7110-F4E7-BE58-DDD0-3DC96F7DCBA0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D38A6307-7883-6474-9F07-E096C373B8DB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FB80DFAA-2AB6-7D22-F870-B77ACB1F57F9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D09113E5-54DC-3674-C175-155B3FDC80E7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577ACCEE-8318-6E77-107D-7BDD1FF9036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C535E4A2-000D-2338-02B3-AC5C25BA6D4A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19122C86-E642-71DA-B6BA-A6164C05570D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95000D3B-3F28-1B7B-9875-F801D13F3DEF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0A25707A-263F-BB44-565A-2419FCC9D261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6EC378C3-28A3-F57D-BE0D-A5CF78330A4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C287624E-62D9-7C98-9C1D-1B3B14065FAC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D83767E1-B096-1670-F4D3-863E9BC9BAA1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468D8E83-9CF1-A7CF-095E-CB0C6918D5B7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217B12F1-5F3A-94C3-AA79-748F76E10A72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0A33174C-3A45-DD87-AA83-D9CBE4F854E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B0B4DB9C-BD31-237F-0856-4B6A686C8722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A86E7DBA-49E6-75C7-E505-BE5784E10225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6AD0810-BC75-1AE0-A433-0F80D4F8EC1C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C429D221-352C-FD86-A710-0A4E759749E1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396549C2-6661-7474-E9B9-2FECBF6AA7FB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6781524D-7079-1292-BC3B-D5314A903E4E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F01E658B-2D72-9A57-6E79-81ED84E5E1F2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DE70C811-2790-9C8C-AE0D-114E2CE06E7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0720173C-E24A-07CF-DE54-DD398C2F4B82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9FA65052-1DBE-BE51-9CDE-A0A5999B4B0B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3D84DF4-93C2-DAD6-4617-6F9F6EE768B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0161CE44-0DE4-4D18-0607-DCCD049DDD3C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25A37441-DE3E-2EED-7EE0-90B623306AD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C91DC4CB-AE33-2D5A-DC54-A66F775251A0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FED97D73-F8EC-B461-0A10-72386369C20F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44801C23-6946-EC09-EF68-17D22489DFF0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71A4E4A6-24DA-CE32-5764-DE36E7F271F1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938416F1-2F86-EC54-A69C-FC2DA7C0712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DBFA9D58-903D-AB99-6F95-FF632B0E089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DC84EC96-22EA-A6D0-FA82-912B53D6E31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D3FDADA-9356-7B11-1BC0-2FF135272654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459E93E1-A82F-43AB-CF96-0359809673B6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213A6B-A8DC-BE4A-55C2-16D3AC4262BF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262EE4B2-2006-4349-C34F-EE85FACABF89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70B51244-6B7D-5B14-7B4E-3995C6494EA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424CAFCB-7610-7BCD-5B85-43E5D1520EA4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BFDC0161-8D86-30A6-1D9E-5A92D24D085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FCC5E918-3C54-8DC3-DFD0-A75797EFAB03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F589DB6C-8170-1817-4C7C-B71C9CB96954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410BCC03-DD81-1132-CB2C-DD1E5783B933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21735528-AC3A-1AC8-BEA2-709CC25F63BB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B1A0A465-BB9B-4CEF-C2D3-46C3C700DA53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87C09F7C-6775-F25E-260F-F319B5EEFA9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C94163C8-CE05-BEAC-E64A-739E99A2ACB2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1BDECA72-4F89-3BDC-798D-2199C6896FF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B1B8C493-8179-B2E1-1374-3D664E57EDD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B2564C8D-C12D-0D07-F137-5C475EA8CC0C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7D512C1A-C826-44AA-1DB1-CA787EFE0D98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E350A0BE-95C0-6F88-8C21-289DC7B56042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771EC02F-AF34-887E-B1A2-82095043DE9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B60755C0-DB69-770D-BCEB-17B15D18A5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C8C0F8B-42E8-5992-DDE5-A4DB717E6119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3A285789-F19D-6C51-3CA0-89C61090A005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6BBDF574-2932-3303-0DF9-E715B80AC1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1F516FCB-3ACD-4061-8FF8-9B1E1F1061B9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4A3A09D4-48E7-C2F4-504F-ECED1916A143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F021872D-D9CA-3B7D-59F9-28BA4261D302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684E84A2-986E-72D3-8B2D-F0EF51C34201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A398A7E-7E98-B56F-DA12-AE89565127C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50C19E2-3A33-1238-8F95-40C99D431C2D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7931EB60-4945-4464-72B3-047A37F858BA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C73A0A99-A3BA-9652-225C-036595F6EEC6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1AED17D2-C713-F566-510D-7ABCC065324B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E28A94F5-2F9C-8956-F564-ECC934BF772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53228038-83AA-6EF0-D6C9-01681740AD2B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4AA3DB42-673C-63FF-4BF8-5E4E4EE3FB10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23B95194-CB48-A2A7-4ACB-8E1FFEE0DBE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2ADBF6A-22C7-BB69-8E1B-6C08FE15EE24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5630492E-F083-1C7A-C0D3-3B4B371F0F5C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AEBBA16C-9E3F-AD4B-230D-B62909D3604B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9A85E2A4-9FCC-BBD9-7EDD-832E47E92F4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7B9A1333-A8D8-B767-0B3F-D86D279342D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4B98077C-4C5B-2574-F4EA-D0B785389C08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3316FBE3-976B-519D-EC57-FC136214EEFB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41721B4-F645-55A0-224F-9B2B5EB28E24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840A85E6-B740-FEA6-E27D-656897A165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89913A8F-6776-2ADB-CB6A-D26D34D239C3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AD0DC94-7678-024A-C6EA-BD82C38B860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AEF780C5-45FB-3019-C863-40E68AA9149D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836DA0EA-EE97-2059-DBD4-4DE69EDE5F0E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DE618499-263D-4514-A767-2A6BCE6BCD9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E49088F2-A95D-FEE4-373E-3833F3772FC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25B31C58-E9CC-4EB3-D1D8-BCA3E05B1A3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32AA7013-8827-8661-1C60-FA3EBD967AA2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84461E91-C84F-829A-E515-F4A51AD43B8C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F5A9515A-7DFA-B758-350E-E125A949B88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554DCC8-91C9-BFA4-FF14-544FFFB7AF67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E95039DF-E244-0E58-6D5D-D32B62AD97F1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42B1F9E9-5E0D-F95B-339C-9901683E6588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629FA6B2-6F10-ECA3-F6F0-84BC8C31B09D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DA4BCB48-6959-AA38-958C-F83F08EB86DB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4782844E-2EE5-5B5B-5D1D-F3758A6A0034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287CC497-AE31-A5C5-088E-3B97C3889EFF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B8F7F479-E825-5AEE-5FCC-6349EE397D3C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D6FA6546-ADAF-F0CE-F441-DE05FB347F80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94EE4D89-6BA0-36E4-60F7-A5EC9171A53F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393F7BFE-AA2A-B9BF-AA8B-45604DAE624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58B8EDF-7D74-336A-168A-2AAAD338CC6B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87A57A65-7EFE-E10D-0D28-6FA0BFF646EC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B22A9CCD-A348-D5C0-9FC3-926765089C5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C37AC363-FF63-448B-18D6-3AA63EDE1DE5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8705D7DE-B469-EB87-8CE7-A760C730FA0D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C205A13A-6C06-ABEF-5B8B-14378D103E86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DA6B15E3-BE61-EE4F-D4EA-92A54D1F0395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0F5D378-FA3E-99E1-5D00-3F24CFE32663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E991C513-F0FB-5A3A-559A-AF8E7D27AD1D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EB27763A-971B-0BFB-CBB2-E090CF154446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452A6ED1-7104-3A50-F6D1-8B1D032EC3D2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A770DF70-DB17-A9FD-2FA3-2EF50ECB2D54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9764A33C-FA9D-F709-8659-A5A50A74607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B0C54F9D-F930-D75D-7FC3-C93A23BF020D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4D0DA95F-AF27-ADCE-4345-90D69A3F8D2F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1B156-95BF-E590-D1BD-1FB64EEDE5A0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9699F177-3C8D-FB8F-3349-F99668779FF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EBEB6817-E5F2-BEEA-31A1-C9ACF7D287B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ED759556-2BB0-5AD0-844D-456BD509F1BC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19BEAAE2-BFE1-9659-E416-4E4EFB11F3AC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8107FF39-98F9-C80D-BF35-83A58D25006B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9E2E1B3D-80D7-BF1B-EFF6-3CC8BB9940C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1EF64475-F18E-2ED8-82B9-6DCE8510B0D1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35316FB8-A6DF-4FA4-D070-4FD03216A169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5F62A415-24F2-F4CA-F561-F0BB2CF2E56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3742DD99-2505-28EE-B4F6-1B63710BAE15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6FB6956D-A5A3-F241-7D3D-52F13119DCB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A4056C95-3BDA-2189-F32F-540473117F05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05EC4DC6-65FF-F9D1-C6BC-07B2F243574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DA8C59CB-9DF8-3B76-54AD-D8C830702831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B28BAC7C-EE64-DB7A-EB7E-C316848F6F42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C0281451-8488-38DE-58A7-5C638A9BC110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D8F20B7-6353-6DF0-0006-8C2094F70A16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D6A73B14-477B-DB6B-B728-89C485250344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100BF068-0BCD-EFFE-89DF-B8021D053D30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FD63DB1B-B796-636E-5831-4DDDDA0CD1E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FE6F035-2890-244B-3DF2-49CF22ED1A8B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C73E4C27-FB15-2D97-1752-CA36FBCC20E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AFBA467A-D10C-0198-C71F-B2E3395D163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5B620E7-CC1F-4427-2255-0EB0C934C7A0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8D8ADA3-B156-97F4-0705-D24405CB52C9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12ECC691-F7E4-C550-41D0-CEABE1E49DDC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B565268-7B92-C4F8-6339-BC2530BDC32A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36757D99-E8E9-5668-2882-73FC82DAD853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6C9C4654-17A9-9FC6-B9AE-DB93F733ABB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4A8AFE10-BDC2-817D-6A59-9E6E8506A57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86EB7C6D-AD65-3197-A79F-608C07B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EE02A139-D18E-7683-875E-1E2AC21C38D6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4148ABE4-D8B0-7430-9364-EDF04680FD88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EBEB8C7C-E68A-01B3-CED8-79D7095CF62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E8B330C5-CAD8-FE2C-D3A8-AEF89713E15A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0F7BF9F5-A873-AD4C-D1FD-8E91D7663D05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35220C00-C79F-870F-B9AF-B4B6BDC48A7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7CB2E6DC-2A3A-2D00-13C2-5179B3EB2414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739BDB49-9BC9-E54F-DABA-6017C4873FD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EEE51661-BF44-EC65-9750-38BFA326AA9A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018D75B-FF87-BD82-0CF2-ED5AA3FA42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57FF2056-8D93-73AA-35DF-3EAE2CB5917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033BE67C-2FF8-2093-E53E-A5313F419E8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0DE85D3E-D533-E2D1-FCCF-B42010FBB323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6792436-FBE3-A480-95F0-73E93D9EA35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29DF96E8-BB99-EC17-353E-5CD6A73C4FE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97D74CC2-687B-6622-E9FE-22208D093A59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23696A4E-3CDC-2D6F-4F94-13B27C4AA06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535C1A35-3F6D-2BF9-2150-E01D096E46CF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C1C42334-423D-CB42-7BB5-F29273D763A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BD187B75-E3B8-8D4E-D947-C2CDFDCAE099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D2FD521C-B466-4105-08DF-864F2EFEE313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1D8C3D0B-5D4F-6F64-C04A-9137D064D3D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7D01B978-8E4B-B61F-F3C0-423FD4737B8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F03F469B-0EB8-0A2A-BAAF-23BCD0E91D48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3FD6F834-CE07-0CA5-891C-F35ECD1F760E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F3290A1B-FDB7-BC81-3C9E-E311140444E3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81F4D1B5-B05E-7E1C-832E-81AC37BA0C4F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4EF9C2E-6762-62C1-4A79-13B15C4A8469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E12DE9C9-5BC9-E6FF-2545-FB9CFCD5B36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2F95C541-9B55-6B9A-9D3B-324B287A2644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1B334D07-123F-7E03-91F1-FC23AEEE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DD7D0EC-A221-6065-66BC-301253F673E8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8B5D3AC4-A19F-0743-AB73-9A8E4AFEB61D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AC1B1622-7413-64B9-21F5-3B26297EDC1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381B846C-34C1-DDD3-6A97-7A232CD1AFB0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2C2E6E6F-9601-823B-4E1B-C74F0EB4C2BA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964B8DD7-686D-45E2-61E8-0E7D2DFDF09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332E1E09-4D1A-BB8A-8584-B35908E1D1A1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D7976B49-8C12-EE93-7B96-5BDD87D6264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F332767C-8DA8-B342-FA0D-ACE1461B5B02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7D07D2A1-0DA5-6D3D-04BC-4F1C5F827F28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D4A8C411-A309-4325-548D-CED0589356B8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647C5EE3-B190-0689-0C91-43CA280CCFF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6963B4E4-E029-47F0-5107-929D4C277FF1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711C96CF-D9DC-D930-8CF6-B31762036E15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74BD711F-AD30-C108-8728-A2F422984E6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0E6F1573-1A01-688C-3F8A-5ED0B4D71CB2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3F74B21B-8FD4-12FE-A021-A43B236F0FD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B47B5009-06D4-95A3-38EF-4DFA6076F4AE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50FB3158-C18A-4229-A38D-9F6092F1377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6CA9EF34-B351-4E87-977F-6E77209749DC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9A784EA0-3046-D209-04FB-8765DB1277E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8CE66EB-2E27-8003-F8F6-96817B09A61B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C6374B40-DACC-E3FA-C667-D11D441DD306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92F9E153-78C7-6BAF-2CCD-BFCE35C31C15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D16C39B-2A13-502D-704F-DC51A976DA11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35753C95-BED4-75A2-E8E3-30E2EBE47D55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F52D8BE-BBD9-BC4A-F33B-2273AF5E7EC6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3FBE3507-3360-74B2-34B2-AEE9B85D7D86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A3311FE5-1C77-E8BA-A429-0DBD650AF128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576118B6-A943-9A79-3DC6-81208E146ED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7AFFB05E-B196-3BD5-25B5-3812D127FB7C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9D7844D7-F954-F6D4-3943-076719DE417A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D94FA71F-755E-E22F-FD31-4A09AEA5CBE0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C11B065A-EB87-5D38-E7B5-BDD4DCFFEEB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C73A5537-24E7-B003-F800-6F9CF3A088E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BBF62587-7C25-9F2F-4030-8EE068AD795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141513A8-0114-9800-4A50-F756D6252F3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FE219CCF-EAD6-566D-6767-2D6D9E53A01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690DEED-5636-26C7-55B2-EB8A98AADEA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DB899305-5AB1-C8FD-9DD3-2E63F6286EC6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6FD594F4-EBF0-5893-75B6-D5390D80C1D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80ED7CB0-294E-1A3B-0F9C-45D1AE58488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893AA980-4941-E821-BD9E-F37284ACF68E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6D7E0BA7-AAB8-9A8A-068F-D1759B6594E9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52513C37-6619-BE5D-098F-78EB00876FEE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5C748291-916D-0D21-E60B-1E8F30EA952C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C1902EC9-765A-B4C9-8FDF-21E3B7AFB00F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1F140506-1776-FF87-11F3-9BDDA7EDAB4A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A8490C86-9457-7744-2E52-C737F6F4E542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47DC7536-E335-B372-9951-1E4175F703E4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2B8D8A95-32F3-B117-0C6F-43DED6239BF6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C2469C1E-4BE8-7281-7054-BA505C19417E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2B2F2B9D-4810-9F5D-2576-6B423CEA2DA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18BBA957-F344-B7E6-61FF-0E19A93B41D1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6E65225C-A28A-89CB-553D-697CDE398D1D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86FFC73D-5FD4-46EE-5661-4F0A072EED70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2FBA87BB-84C6-117A-0766-6A4BB4242540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B10705E0-64F0-C846-FDBC-F7B643323BF5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590F01D-E0C2-74C0-9AB2-9198FA2E62C6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A7F0FF60-47CE-36B2-7606-8E28AEAC2E2C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5ED4B916-0399-D13E-4412-76E079E360E8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0E9444C1-C6AC-2398-5AE3-972F547EC24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2FA8C950-0F4F-B40E-EDE0-2E219333FA6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B00812DE-10FC-4005-8D99-27966D7A30F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EE3D599D-6E70-58C1-5D5C-E79267334E2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FEB397B1-01FE-67FF-E1B8-ABA4F97524CF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440747-5257-9644-781B-752C1CBAE38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E6D71D7D-02A8-95E9-AAAD-50AC4F88892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31D14EA2-27AB-6025-A612-482AAF4148F3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9AD3E459-0105-BAC4-5EE3-BA934BAECBA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05433EB-E083-0ECA-B0F6-4C9A0E42A97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AB867EC7-0069-0031-08A7-9DEF83199862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BD127933-8FC3-9DA2-119D-7CEE6CF438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90F6964C-43FC-AFB6-D108-426F2C16BD8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C6DF82B0-5C3F-AD4C-2FD8-A48D5C38A9F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8C3224EB-2A63-B224-027B-E2BB5BE1D514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96039CEB-5346-F00F-F2F6-60C860850C60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75438DF9-8B60-D19C-5B15-665E975A41F1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EA2CDD30-A65A-9F5F-B885-12901B1EE87F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4C44653D-0B7F-9952-CEC8-DB2D6D59D4CF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B96DEE5-6000-D1E3-9706-2AEEB68CD412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CD5A1EFC-3526-D852-E903-AA75121D1C9D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051FCB93-E9C0-0674-B3FF-61E6048E626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49A3CB5A-F200-F028-10E3-FEF8F73086CC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6362BD4E-2F9D-8F10-B612-FD1835F5DC23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1AEEC10F-4636-5DE7-0304-BEBD97A79AE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B75F7D77-6CBA-2F23-A365-1541CBCD52A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007AB452-FE5C-61FF-912A-B20EB471D28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ACC5261F-AFA6-34EC-FB75-C6D5842014B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13892EA9-A15E-18EC-16D2-A436A5CB5F52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64744BC6-0F94-2D43-6920-63CB36C6306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81CC3D21-2821-C2E4-1950-71719B4D52B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A48D4C36-1A33-33BF-72C0-983A12AEE684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5DFA1B81-A4A5-ECB7-5B33-01B4C03CF5BE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7B7B71D7-3B3F-7959-DEAE-E6AFB6B01C7E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F296A9DB-EF54-7611-5313-B7D935E4198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C2B9A6A3-5E39-D0E4-0859-5EA3BC2E4EE1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0480EA8E-B23D-9277-4D59-2E987ED9B44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6563DB26-1518-E441-62AD-928F0421C1E7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490C4F4A-6C2C-F25A-FDBF-A2F1B030C35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E02D9EC4-75A8-E404-74AD-40B661FEC04C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0CE4D2B8-36C5-7949-BD17-AB587CBA663C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D86B4644-1199-1214-1B94-1450313EA523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BE8D7A78-731B-0664-096D-07D481502F20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652A043D-6054-8C3B-06A3-E714E48F85B3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F8E761CE-4EFF-57F7-E4C1-35EA7253D7F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718FF51F-A5E2-C0D3-D99A-803685C19A55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2BF452FA-8561-AC20-34D5-A23CBA1EE27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D90E0FB5-732F-856A-DFF1-AD04B9874CA0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AC05E77D-2C27-B7B8-42E0-5EA08F4B84B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F4AC54CE-BD02-A37A-756B-111155A2AAA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D798179-B6BC-155A-C7B5-2FB5025E7D3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872D8E7E-0D66-F870-B1DA-32E5D835DCB5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59D19A09-232B-4E65-341B-C82527A6EDC6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3596679D-5294-3031-B98E-1C5BEF1E3C61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308AB06C-7143-D745-AFDE-ADDCA853C005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27C03D3C-CB82-3293-9F5B-EF1DC5FA5C42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D6907207-E3ED-0027-3713-0BD996F3261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C10AAC7A-CD5B-4AED-08F1-37C1E8E3CD98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9E2478B2-D8BD-8AA3-14CE-9026B903C3C4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78D5C651-9480-35E1-4B5F-872520BC8D61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01441565-03A9-5AD5-ED8D-047B2FD45B3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B70A1753-5F3F-02CF-2DCB-F1AD23C1459F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32EDAC0C-E9F9-63A5-A0EB-B95BF57A5D36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E9C7F2C1-2464-1149-5146-895E9D9A274E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46EF783E-9BEB-C64D-17BF-621F78A10B8F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F39CED00-FDFE-2D90-4AD6-8AF81CE9D4BF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E5DA488-452F-4858-5909-8E3CA89F884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6D90B0A0-BCB4-BD59-121A-CE0F7DD0964D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52590059-74BD-088A-D281-C5D0234BFAAA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AB18383D-A217-C840-EF7B-04219C83A2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031C42B0-7F1F-8156-B9F3-4F1D488399AE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78CD1E6-76F3-97C4-7AFE-CCA77EA3B18A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0F0D010F-F7AE-AA00-7655-2C6402D81430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F365E65B-3231-D416-3151-75BCDE788E21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2590333D-CBAE-C167-52EB-FBF697893C6A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124CC54A-6B88-0904-E1E7-6F463FB5EBF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C36E824B-6036-536C-C117-2920A285F174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CD3EFAE-8356-5FEC-2F97-74DF34CEBAC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A41C63F0-1993-AB87-1EAC-B884313370A7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C3E66140-D124-EC66-7A57-F78676E5AE06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563E5613-2410-D855-4BAF-3220B62ECCD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19198244-D4D1-B338-0F7A-6D4DC6C5932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92A45E18-96F5-BC5E-3F8B-7995863FFC9A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DCF0A76A-C990-A06B-53E3-44CF22FA6BC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F2353190-6759-1E37-FF4E-B42ED725517A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D40DC336-A52A-07A6-8418-F4A91C34CA43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09A14DE1-4DA0-0C1E-537D-AD359DE292BC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30402506-ED11-98EA-AE6B-0FC3B17871D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2A240414-82EB-DF31-C258-0AE2DC9D2CA3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5156BCE3-0DAE-E793-EB35-9B73FD753006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F8F45F9E-5345-9DE2-6024-8F11E658EC9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2072BA7C-06B7-989F-5C23-3F2059FAF3A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19389962-3855-F67C-1B58-E438C7DD99E4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F62DBC73-B79C-EEA6-C53B-4C06ECC5A5BD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C80EAF52-CE78-8E85-B4BC-3F8E799A4802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F3FE17D4-6591-0708-23F1-C1F3944936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44879C78-6FF2-6606-F3C6-83A90623FF00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F2F231AB-B8E4-480A-F29B-C42F711ED73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223E1E7-AAB1-A2F0-A4F1-ED2790936CEB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ECCB3F3-93E1-38D8-A7BC-E69094BD1F27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FD17CF58-F73F-F453-C4DD-BAF922E17EBB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95550D9F-8251-17CC-F830-EABA97399134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7A9A71E9-A7C1-9476-1BAE-33268CB0B6E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DA31D430-7109-1D0F-7CF2-BC4A6E8089B0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A47EF3C1-10D9-B82B-7896-46F4A8B2629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140F2313-DC3E-1E01-EB6F-24964C0BE9F3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0E8B52F1-D815-64B5-9271-8F620B66D58C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CAA0C5B-40A1-6850-601B-67320B86731C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682819F-0C1E-0988-0609-AF9500552F59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69B37798-8CB8-4FC9-88EF-25D97DB013AC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660CD348-8761-CF62-F931-7DB4F9B194E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D56480F2-4226-D780-BC92-E64BFB467724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79F24469-64B2-43E8-773F-4D5ADEB17442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8EE70568-0C3E-63A2-AD88-F185B6C4D1FA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7A550F84-60A2-10D1-EA99-B311E56C76E0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D3F87F9-1DD9-B6DC-116A-35A86621D1E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BDB0A37-0AD0-7784-40A7-B8671F1476D7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91E309E6-4F47-5CCF-FBC0-F265FE0CED75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A5ECFE44-6315-9C7B-3070-A303B3113A53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F338B9BC-E606-B463-EDB7-AD593ED25F1A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D0A23C-9FDC-AFA7-5F2E-71404478775D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6DD4FC84-9012-1C88-7F32-D9CFE192B172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33A85317-1366-9FC6-3B19-38A41A7EAF16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B1590B0D-693C-4B54-2295-3966AEB4A2D3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3D7FE263-C8A0-8B8A-2EFC-6EDB766E705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72906DFA-A40B-A20C-0126-9768BDEA3636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92278138-D4CB-1845-0D8A-3C72640B62F5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78B9A9E6-3D00-A0FF-AF7E-BAB085371123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9C97B799-92C3-A8D0-A2E0-BC915FAB0EFD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493EB845-864F-128F-3271-AE04A394F25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FB391BA6-D3D8-26C2-A45B-8F70EF16EB4C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188D8E74-1F8B-7ECF-7F6A-FF0879528CC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01E52848-8114-E885-1BCD-5ED4469F349E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ACF599BF-260C-74C6-D3BD-9AF308C2F3CA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2175E5BF-2AFC-7A61-92B1-CD35644A2D96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ACFCD91A-E3A8-120D-A38E-36ECAD48696B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3B71CD60-F04A-6821-8D4E-535E64E54E6A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B32F2CDC-DD7C-ADA9-3FF1-FD1A1CC7A404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C36ED839-7DAC-2AC8-47CC-2B400DF18CC6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1E594F63-993E-817F-A668-069D4A7E4AE4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7E36C57A-C2FB-C18C-3520-5B01DE2247BB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92CCEB7-A38D-3CE1-60CD-B186E3924A30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08DAAA4B-7D95-8B25-F982-2677B4649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F9DB3B35-B25A-F47D-892D-09F0F654B06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CF6E1826-FFDD-57D0-1191-75DB5E6CC31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F20D36-6C1F-CFFD-B008-E5A620AB7F56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88B14E1E-1954-D9D2-58C7-95A8776CFA4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DD6F972A-A1F2-E9D0-B45C-D5B66C11DE3C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57E864FB-6C8D-B4C1-74F0-D17C4F469BE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826FC104-38FD-0A1C-260A-82E932038468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087C38EB-8FDF-A0D1-3B24-85FF9AC80EAA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CC770634-D82B-88C2-054A-720DED89DAB4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B95DD9F4-D20F-3855-9566-3808C514B092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FDAB2AE0-79BC-A862-69FD-1D2ACEF4704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9850C6B7-1203-22E0-26BB-F665B087581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DDDE3AB0-471C-5B77-BC61-09B4038B2F71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3BFB56D3-7403-70CA-4851-E079E34F50E6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214F1C99-F521-9889-A2E6-28444AF1B506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42A95D41-4C87-512D-7C44-8D701873DB3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48E8FC97-B0E9-2466-A9D2-B07F5BBE021E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3F0A8985-B3A2-D425-198A-641EDCE4BD18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7E610B6B-5964-1CC0-38AD-34C00FF7421C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DB860761-CF0B-DE93-0294-E4F5AEF86968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71EF66EC-FB3F-8712-F6C5-4FFE534B1E97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87BA047-41BF-CC2A-BBFE-97594BA1A893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32807E32-77FA-9B01-6E29-4DF8DA0774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0CE1A38C-7F93-BB6E-9CBD-EF0D28FE3A82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507169F3-D067-98DC-47E5-F8A8742717E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2562BDCC-D422-11B6-F05D-A10E2BFA4034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C0E71AAA-3D22-15E3-AF62-88188C3C5394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11438C17-F2FA-7B7D-C2C7-75FE2FC330C0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E9F53096-8254-809B-41FF-C1953ECE66C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2F16C27C-6BE2-920B-6FC1-10A9B7F4D47A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407C2E1E-7007-E0F9-6141-1E4CD8B0D6A5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24FDB40-8856-A988-1029-99D7185D6CFB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1E7FF1E-2243-6497-351F-31F4CDF06C6A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3BDC0624-40FB-4AB6-C113-BCD87E18B57D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C87EDE3D-1008-8FF1-2232-BCA6FEF379B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2A5640C1-7FD3-A3E0-6E3E-5BC8EB2414D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50C9E3A5-47AA-0A11-33DC-9507B0C9B6C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1206A78E-7CB4-7B34-84D4-6335A134075D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6AF223D-537E-1454-E3E9-51856430FB90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B389A23E-EF6B-F702-F846-761EA2DAE8B2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BC5D5FF7-D6B2-F3BD-172A-E265CAD561C3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D86965FC-12E6-9E8E-C414-27F1E4E3DA22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5731D47A-35DF-5181-1D49-8C389BB3E86E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79E96F3B-9F27-DBD8-B432-68A93A93AC02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BCFD5AC5-A0FC-7322-1B28-E68805DB9F4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40139F77-4B1B-4FFC-4CCE-538BBF428A9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289580E8-1C6F-5206-5012-36141134CD05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763D1F3E-1C6F-7802-A0DC-A6C4B96C089D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D7F34EA1-DD9F-1B26-7944-0F975CAD818B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6C8E0F3C-2122-CB49-EE03-5D46DA4131F1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F84704BA-D475-C7F1-ECD7-4C15817AF7E7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A2B03799-0EC9-46B7-2387-71B940EC7A1A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B003DED6-852F-FEDC-B8F7-6568C3996B4D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E3D858B-04E8-68D4-C0C1-E0129B0D89E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317A97F0-4B6B-7277-3414-84F22FD00FB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848B36E4-9C4E-DDF5-E66A-D44EBC372D5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451D3773-2C55-55C3-2E72-607F2F1ABD8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26074B6C-6691-C8E2-1FB7-8178C3A33518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261FBF4A-67B3-CBE8-C309-07367F3EB4E5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6B81FE6B-C916-A1E4-76BF-15F2A7FFC20E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A44427EF-9967-25AC-4871-940C7AFD1FB1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24F6656A-FE01-C162-65BD-191943AA50EA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092CF905-1F78-553F-F671-0B3983D57BC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945BCB21-55B1-F41A-CC5C-0C0447FFF68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D3AC49C7-9B99-B2CD-D68E-EB8026F29250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D2C0688E-BB49-CB6A-9EDA-7037F5F60186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540A5023-B094-891F-4DF4-614622CA9F48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8D0FB662-A155-A43D-1BEA-FFC7BC6FD106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435B898F-53B3-8866-FC23-A6628A83729A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F37F6AF2-09AC-4165-DD50-76F0149E5D8C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B185DAF4-53B2-FD69-EC83-5BDDDFD39240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1A66B382-5C01-DB16-3B83-FE455121ECCA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0D9CEF64-C597-04DA-8C79-BC5A34E952D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5496B8A8-7715-5C51-D86E-50108DDC0A1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F1690059-0ED3-F63D-BCD3-03192B6799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C7B7358F-4B1D-E9A1-85D9-ECC44F19F3AF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1712CEF-95C0-A83E-76B9-3D949E5E68B7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079085D3-95E3-B10C-A76F-55EF2A1D48F5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731635BD-6938-6099-1FED-023E3146323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004EC0F8-0FF6-DBC4-2174-2A587CEDDF93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A438D8C1-F626-775F-22F6-DCAFB3B23FE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208E6F15-17E6-4578-EE84-268C5BBA2DA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06A4338-0B8D-33F0-5F06-E45A23AE8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791FA835-A3C4-CFAF-14ED-3913D74561A9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886549C1-D683-E254-8AD9-ED6DF9247751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195A3E3B-D998-5287-573F-49E8021C0B7E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E61CFDE9-10C4-F64B-7B2A-3C84AEC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34B1E65C-A9FB-3144-4BB7-9386565B665D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AD40CE65-0130-57F2-AA0E-8BD4C46DFBB1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02E11929-CA3C-C97A-9BB4-A2E92C4A4608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53F1AFAC-93BB-2026-F430-2BB0FBB7020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86AE24B5-9E1E-898D-2316-F8C34884583E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F6D70699-42B5-56E4-9164-7D3D8E3CBFE5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C6FCD4FD-E762-D584-47B0-EA6F0255DDCE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F15F0327-DDDC-FB95-D12D-6D4F226032CF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C7F01F04-06E7-11DB-A02C-2EAC5DC462C3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5FB01C1D-CF11-306C-9310-2420CAC0018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E7B90999-81EA-222A-D9D2-4C55E890560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FD01DC7-D2EC-E5BE-4A29-0D317292161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19F41C4D-7A2C-A8D1-ADCD-0E1462D48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8B88B690-DD43-7736-3539-588C9A2BA17F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DEA053C5-56EF-9515-F788-2B9011558BCC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1BF5C907-F18F-5F76-0C13-86A304E5D35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934D4AE2-79FF-5B28-584B-E397D47F12E6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044A4A52-1BCE-2AE6-C954-54A3B5FD420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3DC456B7-5B5D-B022-6FEF-46E68936D9AC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3B88A06B-3970-0945-40B0-7A954549DBA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902E0667-83ED-0951-FF64-16F0DE559F7C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A3E0FAEB-C083-1F50-D97F-6717939989C2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186FDC1C-A0EA-7FD7-54AA-A980003A354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F65213EC-61E4-29E0-A0DD-ADE43BA783B5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13932528-3DF8-A668-B2B8-B0816597FBF5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9DE43580-CFCE-F8D6-DC29-6376E232063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B079E564-BBE9-B6FD-45E9-58B0FD70550D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A71697B1-F131-F171-FB6A-087D78BA2E9A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0159F28-2342-D0CD-767D-A6F24382D954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9BC946DF-343D-24C1-3C2B-32A3E27EF90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24C46DCF-BD11-B450-A5BA-3073694BB35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C3CE49FA-0B80-ADD2-6ACA-98CE8AC687CB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C4530814-D9B3-70BD-DF16-1C7FEFB543A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DDC5A185-6B28-F00F-05CC-AFAF71D2F93A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DEA0B285-E188-0724-B215-6ADD9FD3F183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07F34573-869E-0FC6-4FE9-E5C10C6EE77C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DF7B8640-2B2A-56F1-B9A4-D8D20FF7A58B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4AA484CE-54A6-BE66-ADF2-13FDC28A8D89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D784DBAC-3D2E-6E37-175A-C1AC429BDD8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A52DA3F1-D4C0-4CF7-2F42-C2FBD983EE70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3A6B62A4-E83B-78B3-CC66-44ECF3CB1200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FEA6486B-ECC4-5C0A-90F5-FB574EF46A75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500994B4-64BE-F390-A346-B40028FC762C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031FFC07-8A0A-09DD-DCDA-C834CF5C187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9BDE0760-339A-806A-3879-CE25CBAFCA79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CE82699E-DD4D-D3BD-517D-31D2157E42DB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3C7D5A62-B666-88CB-3104-26A7B8FEBD2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18BEDE4E-8C72-C4EB-90C9-D1AF6D92811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CF540133-66A9-3FB5-E7EA-BC4337427D53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192CDA97-373E-C78C-ED7D-206A1C430A6E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ED4D6F70-9AD6-14C1-AC3E-94EB2A18E14E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5EB51973-0220-E468-4133-9110A62201F8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9AD52D75-51BF-160E-5D69-A10CE9B3BC7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B1FFAB07-E70D-0F94-FA3C-A0D536E65BE2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82F18833-67A5-B927-B293-9F4DBA5AADCA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B045C059-65C0-4FED-4857-F40C52C6C6D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3013EDB8-3D8A-E382-4D38-0498C9B4EC6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14896117-3A54-D543-521D-13215EBF012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CD9AE085-F5AA-D6A8-7FC2-740AE0E5CDB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E71F6CDC-20C0-4A45-5A48-CBEDA3C42B91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CB26BAB-BD35-1FAA-CE3A-E8220F84CAEA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55DC1F48-E0CD-FD85-4347-D3969E850965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F2F4AB37-AA2A-E839-3C7B-EEA9167C065D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CA4133B3-9D60-EDCF-1452-6321B436021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888B902-6FA2-FFC2-C41D-7D98B84F9A8E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D76AE2E-183F-8ABB-15E8-E834640B6C1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F7319ABE-D914-4B45-A0AC-EA578207187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383B7C6E-D042-D388-35EC-40FDBF97C98A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B84E1E0-908F-F7DA-6BB5-BC28AE83B9F9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155F6EFB-0E4B-2EA8-92DC-151A1D6E436D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AB8D6DA3-39DD-91A7-2338-EDF6F9BAAC38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811729A4-C182-2838-9EF8-10962710E1EA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FE4FFA4-F990-4F67-9EED-6BD10AC42FC3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209AC47C-60C1-E1BA-965E-3590FB9A5DB2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B1DE8374-22E4-D6A3-71F7-5F52C2108CEA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D33D3412-0CB9-9CDA-546E-73247807BD31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B892E858-243A-D5E5-B119-E81B47186A0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E4FAB958-2DCC-0942-2AEE-0972DA47CC4B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BF8F7D47-E6F7-E0EC-B51E-F617F71FF2BA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13D83AC-4EAD-9246-C9AE-519E8923D1D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91B2EFD-766E-8099-8003-39E4CA0D854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89B9CC20-EA88-F937-0542-798BB0116E3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D49CB8DA-3793-9DDF-C3EC-ABDB9FE28E8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0C62C1B8-1E82-9677-E7D5-CCCDA4706FF1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D0C72AA9-02A2-15AC-1E6F-656D627E5D2C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B888DAF6-0D3B-4F94-FDA2-9D260B2885DF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716000B3-2A48-A55E-1AA4-970BEEE3399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A497D463-3E1B-B7E9-5649-8186376DB103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EC5C13D6-5EAF-467E-F058-83A994A91AC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F90A5D1D-BC44-9556-87D9-EA0073A2EB8C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755673-3D68-28BB-EFA4-99310C59EE7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958C3A37-F3B4-ADA1-96E5-E593AB17982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910157A4-1E89-ED92-0B11-21902A91D66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62E8D8AA-6EA3-750D-D932-3B67110F96E3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4F7C590A-1B0A-1166-B2C1-A88D10B6F3A4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A30DDED6-1386-8AF8-3540-61A151C846F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3F2A01B1-3787-764D-0C45-60CEB99202F2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9ECDE232-7745-889D-5A5D-CF3E55EC9B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DC94ACAE-6020-33DF-3E60-3034A12AA471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E5C69803-A558-1DAA-8772-BB79F06E3498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71FAD656-957C-F122-0F64-DB32224A0A9F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3A999B6A-3449-2B17-72EE-66B797A720CD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5AE9E293-422A-AB0E-8EB3-CC98A4B5459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088C3CA5-D8B6-561C-6C5E-5D6FFD6F88A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CECB6433-99B1-6AC4-59E8-CE46C6A25E93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177EFF47-B176-9A99-33FC-03FC614AFB80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F072258F-03E3-BE6E-306B-DF4178B56F23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521CF3D-6D0A-B640-8D92-035317639FA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939EE9AB-6E7D-0B25-D2DC-11501C40595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BB0CD8D-78DF-B4A4-B240-897F60327DA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B4D6C069-5694-A113-3219-324516423E9F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38413F4A-7F17-9049-78EC-661D111EB74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37DD7F1B-03E3-F45E-3DC1-3C99A1C9910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2C364CB6-1772-AD6F-5CA5-EEFA2EA386D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B1CE2FCB-DE44-C439-8A92-0682CBB79E9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B8741DB8-114E-C001-E618-4CC39CC3A0A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7B75D970-9758-A4F2-413F-ED35E6719F9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13956BB9-510C-5555-D20A-80CDC066F16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A1D2FCCE-3A2A-8652-5919-427112A5298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4D711688-0A0A-7409-5196-21F951AAB093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44938420-4F65-26F4-998F-4639EF85C387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E9988F2-279D-DFBB-CA02-70295EF7A268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6ED67301-4EC4-96DD-BA5F-53EEDD1CE15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61E446B-8747-BE68-0F9E-B9AF1ABE55F3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25C2F911-46F7-67CE-FF4E-7B09E2EFD7DA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DFC18689-D5CE-2E66-3863-46B47C33CDB6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DC245B51-65CC-EA16-52ED-FA05C45C05E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E024921A-E3DA-4908-3AEB-AE7C12B9A84A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C9CF5D84-8A31-8B94-B717-CED5988B5EBB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7A5F0A0-9ACF-5CC2-2CD0-8171352F1DE1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05A49C00-DEF0-5FF3-3107-B49C1DF5EEC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7189C7FF-D420-F7E5-EB60-FDD06EBFFC2C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71690D52-CF73-E432-E331-64973A2F16C0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001F0E13-2241-6EBF-9408-F555DFAEB00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402309AE-A366-892C-9D25-21F89B0DFFA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0B5FFDD3-7F06-3A2C-22BB-CF265A34F08B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DDB02A69-5658-917C-03E9-7F6EF2C6C289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DA0A91EC-F958-7F15-FA10-099220BC5CB3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5C8B9272-1DA4-0083-54D9-C7D7A254DFE0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7BD71663-F739-ADA1-E95E-FA126842272F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9AD1057D-FCC7-ACBB-3186-85346882F8B7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DE98954E-3215-A4B9-725B-966FF2994C9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5FD00C26-B9C9-E110-2789-195F72AE9462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888FB3FD-7E29-91E5-9DFD-6C662DCE8CD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59C218B-9B3E-65E3-B63D-640B0B39C4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EE071D72-C3F1-7C99-307C-7EE0AD933452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1A212890-ABE4-BF36-C7FA-9CF8A408A493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A7FE207A-39CB-D049-C8A9-3A7B19D94E98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16F8B45B-74EC-0059-684D-B24B82EF8A8D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ED7109CC-4658-5A19-9DB3-31381C5CB545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AA125B07-9978-55A0-2BE6-058E2689B33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436181C5-72FD-2381-BC48-C832F9635543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6FB13E4E-F392-BB8E-B377-4ACA11437B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E1C94E8A-3500-8E3D-F068-35E7884C3F77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11115F91-D666-28CF-374D-DB20A9E85AD5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C12873BE-6DB5-E3AD-D966-D50E5A5AFA6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F268D91-809B-008F-0273-A8300A8870BF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2A5C8A6C-AC5C-6441-EB3C-5A70C1A8641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2BFC32DC-0999-B345-5F5B-85F9B91DDBD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5AA882B3-5879-0E01-8AA3-9A44870816BF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EAB307C6-1BA6-D1F4-70FC-8E7192B3462A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5AC8B16A-C25B-268C-0AC2-92D61CCF2B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041621BE-9A92-4369-88D3-7BA53667E08C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191DED2B-0055-92A2-E5C9-282A7047619A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9AEF0838-D7C1-4F2C-C84A-A3CC7E4D93D1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4D8AD24A-31A4-405E-8A8D-674F3790CDAC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D890F5D2-A01B-9C10-0248-3D4B9D9E625E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C2D98036-3F7C-5EFB-4163-41E6BBD04E84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01E2C16B-F2B8-7657-3384-F3044106C5DA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E9F58EB9-65D0-85D0-92AB-8201033E504C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E48207B5-D06B-2784-8774-E936F0F035B5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3BDBE4F1-76FE-6165-9305-F1FDC2B9BA4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9F44053F-8C74-7943-B21C-CED33065AF3F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2BAD629E-88C0-24EE-0A34-0CE3940B99F3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42E682A-1C9B-38A3-43CE-961B6747E1D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4D02C4DD-9FDD-A52B-5724-9FBBF962311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A90E90D6-8811-7A7C-0EF5-2CC71BFB3187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7BDD9C60-D128-19D6-D955-7E89F10DEA66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B96C1111-8521-17F0-D58A-76ECBEE7595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0481D29-A046-FA45-FB66-2648304DD55D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9D91EFC-F1A9-E17D-6E35-F6B4C62AF44E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89E8A4C1-1E27-B622-A6A8-B8DDB182F3D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09AA0E8A-BB8B-07F3-C15F-1B004551723E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ED2057AB-0FC4-84F1-926D-F531F0BC996F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5AE220E2-958B-41C4-59D5-B3A68233DE25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D444F326-5EAC-4157-586C-3A2A570D349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9420708B-FB2D-84BE-CBC3-2E8AA976789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BD457A62-2CD8-77BD-3065-B4775A33CAEC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161E3402-D1D1-4ED2-C11F-FE55EF5E9C6D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61829EA4-2ED8-7CB7-69BF-D117D5DF1DA9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817EEFC9-F18D-B9AC-CEDA-AB320D164EEC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E0603939-E151-9290-02AE-514825419F3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482FD45C-E18D-5CC2-7DD7-D216CDB4106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1E0DD366-6BD0-119D-960C-93AC4FB1B96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13739D71-DEFC-EBFB-3753-B811EB7CEFC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36A169EA-DB8C-DE69-2454-C345050811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66561594-C935-8EA0-C51A-2C4B28DDC4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CFF893B-A7AF-18A0-92E9-5117F5420A3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E1615008-78A5-00F0-C9C5-F23863A7D332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E78F5BCD-E340-E01A-B628-E642304EC949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CDA2F998-9BC4-486A-3117-03B3A1741D01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52B58FC3-EE0A-FFC4-FBCE-A84E07395EEB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0C317EB2-E3C6-CA86-F94A-57A19B16E5ED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F1D7E1C-0A44-E59E-6007-27C3542E99D5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3AF2772B-90CB-C2DA-4C2E-AB2E85E42837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E428D941-9492-477C-A2CC-FFDB81C4A327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6FF1E547-3E8E-3505-47D8-E5C2107EC3EC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D0AACE26-27FC-2447-0547-AE09186E08FD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E795C398-E493-8324-AE11-367628700CDA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1072B2CB-9C10-3EB2-6A42-D2E093032729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085C9B3B-29B2-07A3-EC9C-648EBC6F072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DC14CCAF-A834-93DD-F0AA-E72DAACFE2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F9486497-1B14-0B02-98A1-41C821877AD0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573C7538-9AA2-6004-C511-63C79D27D5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5EB17A3C-75D0-E61A-C7C0-BA362758B512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BD20883D-D0C1-9CC8-9B4A-43087A4A3BA7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6A7D876F-9B88-78DC-32A4-C0076420AE7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F29751C7-DD60-E0E3-FFCE-846CFF0FC1D9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2699C69F-FACC-5E0A-F7AE-3E6F1FE8C229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03608807-2C51-B080-C5B6-D6425E8C4193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A04F46A4-E925-C5B1-9124-DA289A34F294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28B41FA-715E-6861-D2A1-090A2FC770D8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A98326B6-ADE5-A376-4527-6079E776F1B1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96537BB2-7CDA-C97D-4769-455D1DE69D29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473CE71F-D6BF-CFD7-5C91-C879D682FE76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F41BCC4-04EA-31C7-49C0-1AC063C8D214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56C09D92-CF2F-E9D6-2171-33E79672DF94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C80ABF41-B250-30FE-EC63-6FB7CBC83938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2EF7BF4-9C9A-A5DA-71E9-6DEC653B7B0F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6B7F0388-4352-97F3-F812-ADCD95392B4F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3FF558E7-5159-13D3-82F4-DEF372358B46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588E4CBD-7A76-E9C2-7FE5-F473777F9CDE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24EC63-CDC5-27B7-3DCE-830FEC5339FC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97BA1D44-CC16-373E-AD74-34E7B1BD5992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C0C7CB7-DC2E-AE33-59DA-843C10E533D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8C1FF469-6D7A-DA3E-9E6E-6281530095A3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C6AE14B7-4D24-A80D-A6F1-ACCCFD2FD48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F05D5987-35B1-E676-E4B0-6458C5CB21EA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E17C6C-3B82-9034-A4DE-D2BE4D3D457E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0CBC0FC3-48D1-FDB1-E48D-1090E91C975F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AF557608-CE02-9707-41A1-41EB680F68C2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A3A81961-ADC1-B9F1-7700-98DFD95A112B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6E6016C-B435-E29C-93A3-858228D247A1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76ADEBAE-2089-BAEA-C65B-6CCE93F2091D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F3C582AC-46E5-8441-1092-9E9F61084965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A45B9E7B-BF87-93E3-7B9D-78F60E9EEA15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D60F4D3A-C904-77B3-4241-8344776D7DA4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FBB0E37-E781-D25E-855C-F36FE0BC9C1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D1D07EA6-4742-651A-0A64-BE57893D36A1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02670CDF-EF71-7AB0-EB7E-6575664BB04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FD002E65-F7EB-733E-F091-2EF19BADB8B6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B9332E1E-B70A-1ED4-9D8C-0BAEF696C4CD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90FB8DA8-E318-4297-5544-5D650CDF68B1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E1653D5E-252D-FCA2-951F-3662D8DCAA4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B7147B11-4357-59D5-F939-B64162960FE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F72C30B2-BCBD-423E-EBAB-701C6D50E60F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588F063B-1DF6-C6EB-EFF3-F6833C2C73D8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1F9EBDA3-7DA7-BA5E-BA34-63888E8C51F5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8DF7DD4F-863C-E5BD-E775-52F860FE856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1A36E4C8-6065-4597-59E8-88F23C7E4FB0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5C793C85-673F-FBA0-A2DF-8169A49DEACB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A7778BA7-A2DB-B439-9243-675EA1477763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FF63F5B-471D-35E9-CEF1-A3E076F03BE6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2F314CC-0508-90C3-31AC-FFB6B4173E37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0EC61BB7-EC23-2873-2088-038165376B6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29F20049-5087-C751-2196-EFE60947211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C180ADDD-1C2E-5EFE-B88C-1F07C5C64752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02BE6B5A-71E3-AA02-4017-FEF65AB7B07C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1ABC9CFD-5D53-21ED-DFBE-D25BC05FE0FA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99A41137-2F21-A84A-3B74-BE99FC532B6C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DE4E858-7D74-AFFB-F08C-3447DCA9673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25846AAA-210C-7164-83D2-4CA96A61E228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91FDBF1A-E584-C691-2A26-179F4D0C3ACB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896445C4-B7AE-6771-FB0F-CDB17A5C1A80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9846DFB7-BEED-AB34-2F3B-3C9A4D04262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98383F-9059-968E-9710-2F4E0BD38A11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52E6A4BD-7CC5-1B58-B691-0BA2F88CAD8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B9D31DD6-3D30-85D6-9A5B-3D452548D3E5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6BDDA6FE-334C-F7CE-BC9D-DDCEAA28EB6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E682EF83-CECF-75EA-38D4-558BF8DFE8C3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23E02E62-21A9-93A6-3C62-1EE5BC856E3F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33539DB-2145-AB13-E678-99DA778DF4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BC880FA-D8BF-BB7E-2C9F-1434F4D4F22F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249F8DF0-C9B3-8068-040F-689F485E1D8E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F652718A-6CC4-756C-9968-913643BEDD00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CBD2406-8A6A-B8CA-4422-CAF1A7F6C83E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5D448ADB-3914-17DF-82E1-E50BCA116860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90E64BF3-8631-90EF-8BAB-373F4C98AA9E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61255372-857E-B9C7-E112-6AD8F6D50673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767F5844-BF9F-1B8A-C25B-9F69FDEA6833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FCA62A2E-1A97-75F9-A51A-F85F0ABFF46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0D51544B-8B64-C5D3-A39F-656030A2C537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6C45B70E-F56E-DF14-6B5C-8AF8DACDD6EF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B1F085D7-C2DC-B307-0EBA-2BBBAB2345C8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D40FCA31-7D73-5C35-F33B-880605260A7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22C0D147-E3AB-79E8-0BA3-F6D92FA18123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ACC4DF97-5B93-D505-F92E-5C4BC4FDFFE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BB686874-7EC7-037F-62D9-62EE076DC3DA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132B2934-DD67-2FCE-206E-B44DF923DC59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3B29001F-52E8-50C0-015F-A6854A061B15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2199BDFE-816D-8CE8-CFD1-9A2617B7D6C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B170CF40-C7AE-556D-AE99-4322AE95B0EC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D45C503B-E6DF-04D9-8943-3614553C2E50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8CC43635-77F6-56E9-25E7-BFE94624FEA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255E1967-C699-A3F1-120B-945D69CE1D4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E37552D7-F01B-2D30-5FB8-4C3AEEC51290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A6994F01-0D20-8CBE-27C3-C171D58CCAC3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97B202C4-5680-3C68-4873-BA613D464DF6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07256E63-FBF2-1D52-175A-BE734286F4C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12A7575D-2C32-6C36-F1BA-696654C1398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549E95A3-53F9-BEEB-2F79-087D94B7037E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8C7577E2-6C7B-11AB-9626-167D185BF55E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BA4DAB0F-8772-FE2A-3B27-1223BB53782B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DF3F6080-ACF7-B334-655E-55BCC572CD96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B071D8E3-CD29-83B3-5024-B46DA5DA790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B86423DB-BE01-1FDC-E24A-0DC1ABE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D8F3929B-BF68-FD58-3045-5752D212C7A7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5BE800BD-3145-1107-20C5-32273A7B59B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4E7B1411-433E-16F1-847F-1F6D2DDD495B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1CDB4CB3-E3EC-663A-86B9-897A34D22244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B2C57A41-644D-9E1D-ECE9-4C1DF40D3B2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C5B58B22-CCF2-8FD4-3E00-A3BBE6EFCFA6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483460CC-CFD8-69FE-7606-9CE4BF943EF0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04FAC8E-8533-76F4-B7D6-8131264B649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8F652014-583E-9F25-E58F-794CCFD033E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E108C13-9D33-F1F8-BD14-7CC1DA32E042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EFD8276D-59DD-138F-97AA-8A8EF20214A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E5AE371A-4E83-0C69-8F05-278DEA642FDC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0CE312F-CB0C-3EBF-7E7B-565CBF23071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A382E857-9D57-E1F6-1E20-6E70BDD84BF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8E75E211-E073-63E2-488D-8235BCC339D4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506DEDA3-0671-44FF-439E-55A467496D1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190889F5-C68B-B837-528F-A3F45657FB1B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608C1F79-DCFF-3BA5-9102-E063B9FEFD87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AD488824-1F11-C8D2-7830-46DB6EFA1C3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640C4F39-9D6D-F676-A164-A61C32B1EE82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5B5B4C46-3EBC-E8A0-8005-00D26351A213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8AE4308D-5AD7-8850-118B-9950728E78AE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D3A631BC-0039-1A1E-E5E4-A76D4BEBA4F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060B9598-796C-2C34-FE66-7C636DAC3439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A0CC164-21E9-6216-38AD-B65B1FA2218B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AEFA515B-0057-EEDD-C98B-ED824160B201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BED04E18-FE90-837C-7E2E-343CDD982EA0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6A645DFE-CF7F-8824-5C1F-B7146930E3A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6DD13297-EB7C-C6F0-6663-DDBB9E7213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C992CC1B-ED1B-594E-BEF2-7869228F003A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B8CCA487-B102-5537-0832-32CBAE77555E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A618079B-0489-90B9-6830-CB42F3922C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56E924A7-6939-F11E-62BC-57DE58230CA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F5C7C686-A4FB-35CE-D6C0-55F74DF7612E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64DEF7AA-A7D4-EAA8-3733-BA4486EBA016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3F91001B-E0FA-EE62-5C79-6146B7853BEF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74D0CE19-EADD-3001-4153-762A4E332A6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8D35F56F-444C-D63C-4F5C-01D50507661F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07E320E9-EB39-4889-ED8C-F65DB50BB18C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3614A127-5C5F-ED8C-FFA5-577B6AB50CEF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6573744B-E2A2-CF42-948F-9690E8F175D0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8494263E-26DB-3428-3AAA-E9E61F5CFD28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E23F08B-1104-E9F1-8017-0806A6E8DBA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F7484463-8368-31A7-19B7-D5960675C5AA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0394BE97-AF42-0CBC-5F77-F1977249CCB0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474FADA-EC56-192A-BFA5-034587B164B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0B165178-90BC-9C68-67FB-474CF9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3CD7538A-3578-1404-4C0C-7D698226C663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7B2BE697-4E40-E42E-50D7-14D647DDD0EC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CDE2950C-C85E-F85E-CA10-F6D434310E0B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E10471DF-F264-6B61-3AA9-E891D299A1CE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2632BC4-00F5-A938-043F-A7C8974A2A8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28B08DE4-3FBC-4862-3193-E079D33629A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AE191675-054B-EB7E-6159-6C529EB53AC7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EF97F62D-65ED-018D-9724-63B4B550E968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55B29D07-883B-40F3-7CE4-573A398EADAB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FC4A02FD-3DE4-36A5-A836-937D620C1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FF3E4C4C-94D2-D1A4-70A4-E89E52DF2E41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290FA88A-52A6-CF75-17D1-3F671003B727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E867DD5A-99FF-04C8-BB7B-96D2E71AC17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151613DB-4326-B04A-62CC-B151E94DADE9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38AEE742-7772-DFFF-7B2E-934FC74198C8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E2B6759-31D5-D7A7-0B19-2126A9600BF6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6891B86F-5B73-CAE8-A2CF-FE6A19ABD700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12429DC3-F67D-8635-56A5-CBAC65F7733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1A1C83CD-9AD7-2E89-E87C-78D77F8427C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F4758E36-348D-FD21-1503-1439B10B665E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E8474A28-30C2-42CA-A907-6E1621007D7E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96BA1C1-FB9C-42F5-BC13-D50059860D40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6F56EAB1-0B54-5A18-B81E-7CD2516E2FB0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343960B6-E205-FF1C-5542-7CFB94F35E6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786C14FA-083F-D2EF-6D74-E6539B595DA5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8F3E1D7C-252E-080D-8CCE-8B0B435F1F32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09DAC62-7E60-DA15-0F4B-A5BB1F9A4C9B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ECC45FAC-4757-AA1C-7AE5-93AE9B86A79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9C6A01DF-9AA3-E311-757B-48D38DE41417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D587F4BC-86F5-2E77-D9CE-6F4479EFD23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7AA0C362-BC02-8EF7-E3BD-F814F8DE87DA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8BE74A3C-44C2-3A9B-2C2A-259FB76ABFC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5C905CC0-1937-2589-96D5-B6B94C757A33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212A9009-F5DE-4FB6-B519-34DB7E42E3E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0CB36CBF-CD39-8417-43F4-D0DA2EABE72E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ADA3C1C7-828F-9189-5172-EFA50E43D7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6C101DA1-1DD3-ABFB-B1B1-410DF2ADDC0A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5A5EEFC6-2333-6BAD-7EEE-14DAE292AF11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544B80D0-0933-B647-D961-7EB1186990A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317A532-4B30-0C02-5202-ED8E0B5E64C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D75197C9-4E9C-8BCA-E22D-4CE542835AC0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096FA926-8759-62BE-B998-B3ABF1BB6D91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24D11091-DA00-65D5-DD27-311598927F3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D50E1FC6-4D3A-F1E4-55A3-C8A17925C744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650EDD0E-E29D-D187-997D-36C61C3CB4A2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977EDC9C-C434-75D8-C7EC-FB2DC37407D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C1B8EACB-3CBF-6C1E-0BC3-26D6A6C3076B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4E09D59F-6612-B655-F97C-0F0EECCDBBE0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04EC9DEE-8723-889C-E3E5-5F985E4F3D1A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22AED941-9DFD-06E9-1D01-570C294E906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323D4CF4-4215-5E68-6E86-308F5C49C72C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69EEDD0A-83AF-75A9-CBA6-C7CEA53033C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5EBE91D8-DDAB-E6CA-3BF1-36063A30490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11FF6CF7-23BF-F9D6-1316-7DF50AD041CF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A93B49B8-B380-6F91-D6C5-D94F83877D4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4EF07642-1501-EFA1-DA9F-E2E37CC362B5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37F16F91-AFA2-46CE-8433-84EAB436B8A4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592F6161-953A-B3A9-AE74-502D6C6852A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96EE22FB-2A77-0F73-7B52-C310013DA950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E2994130-A067-5DFD-29AF-5BB2CBCB2790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B0B911F8-855D-554F-B2E1-DDB150A6A88C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50F054D1-6658-54F0-924B-7115046AFC66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0698E98C-92DC-AB73-654C-854E9ADDE87F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F9C7DC33-A645-B49B-9B45-873DF881A7D0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F9CC5000-8FBA-6A0B-A435-B08C1BA16E66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A653D81B-E179-9867-22AE-B15C8650669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DBF6B030-D020-F465-09E2-EF442094857A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E24FA3B8-9D45-DF54-4215-881697482730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8A034F7-7768-0387-C2EE-F7D547CF7C4D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B673BFE6-7D86-4F28-2FAF-FB5F73BEF31D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0F79D1CE-4CDD-10CB-65E8-69A9B9FC845D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471A8166-B41E-76C5-5B9B-0965C7A7D01E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F4C85689-D1C3-DEE7-F7D6-185ECE5F051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CBFFEEE7-57E4-4F6B-D6DA-66873EE6DB8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2A52AD29-D267-F8F1-9DE6-4462F5A7C83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91ECDAB3-E17A-F80E-729B-6981CEABD98D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3ECCEA8B-FF55-0A5F-6A05-FCEA865BFA3B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1DE20AAD-197A-D528-E2BE-07CD9B3755C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8F86F416-AC1E-A078-0B5F-E5511B953469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A9C796C1-4888-3EEA-0A3B-A75D610AA2A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77C3EA3C-EE9C-35E9-0153-5DDBA2AC0E5D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D7DA310-7537-B5B6-40B5-0F038DB93A83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58250053-C960-770B-92FE-C4BFAF909326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D618C60C-179E-DDE0-CE6E-244ECAF7429C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0BCF5347-3DBC-BB90-355D-5360D881CBD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2386B33C-C812-A451-3393-EC816D61B289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05B3428E-7418-CAD5-69B4-ECC7E8AE9786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2BD38CFF-A150-242F-F55F-75643C9288A7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8CD1F55E-330D-3B78-E720-77515F5A1824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39E91FAB-DF7F-F58B-8A6A-CC497B0F60E4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C71B2F01-2761-D78B-0C41-058C26B13DB3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BD6F5D4C-C279-4D34-DEA0-E6EC5656D2B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12095599-F608-3040-7290-3F4F83835F31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1414610-2FBD-D407-09CF-022131508C3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A8A64C9D-591C-1944-9ED5-E9CC8A621C5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2FA0A174-C5D0-3F71-F114-BA88F55DF1B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7EA9CF7A-0DE1-5955-CA07-45C2258FC5F6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775ACC94-717F-D860-B817-E4E5D7BEA4A7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81A0A192-A26D-3BC3-111C-06BCB8BA635A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AD7F53C8-E87E-86B7-85A5-4AE3E91ADE80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5E6E67C9-446C-C316-97BB-C0747893E46D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07BB067B-7F3F-0DF2-0D13-89FB8ADD962C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72BB2BF-9D6F-FB47-3DCA-5BA557EBB303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9460A6CB-BF14-BFA7-ACD2-FA4EC311F03E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DC5D7D2D-7202-D6B0-D495-72D7F559F873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026FEB08-0662-6C3C-EBA7-1CF8221840E4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3B0BF029-C727-5F8D-36E4-A47384E492A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6755A300-305C-8D10-1F91-0A2CDA70C69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8A92CFFC-3BAF-75CD-818C-F571BBF81B21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646ED1E1-DCEF-EA11-EB2D-07CC1E1ACAAF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033A9791-9C47-1278-097B-1C6B959B41E2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0A689D9-635F-F0FF-ED65-1650D3B46980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61C88321-C61C-A86D-98D5-D43BB56C18F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A2DBDEBA-97ED-89E2-6878-A79545868073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C33FA34F-C0A8-392C-DF25-947532F85510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5EFB3345-0163-94C7-B39A-46C9181D7A2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674E5021-B185-C5FC-DB22-F70F5EF9078B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2C1355CC-1634-3250-40CB-E9173621F8E6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CD8904D-41B2-5768-B324-7C46442DB514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6E601FF7-E4D5-2DEA-1E9B-1D224DA5381E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E9E217DA-68C5-36FD-282B-2480417E02DC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74086F92-3798-1BF6-2D9E-499B54EA689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70FFC694-6835-7313-BD52-7BADA0AF468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B33A6BB-50BA-113C-63A8-6FB2E41E3E6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6E0567AD-5A30-1E90-C20B-C8DB6937290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4E201CB3-0D78-327E-3403-F202816230F4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4199EFFC-5BA4-0764-0B5C-5E85BCF155BB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D2FAD10B-2636-D00B-C4E3-72F79FB19F9E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AB50AE7A-15A0-E36B-DBEE-9DB9A4FC38C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6DC5ADEC-21B3-7839-300E-A604ACB8AAA8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8AB1A1F0-0F0A-C3E8-A048-B6B739BBEF8E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CFBD749C-FF77-F9B7-D6A5-6F60CC035D2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D8CA0484-CCB6-4935-941D-97A482C155ED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34B2B7F2-3182-151B-48BC-1C84717CA3E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7A49F61D-4ADE-BAE3-0E11-D5CBD660B247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44394D3D-EF23-863A-CA88-12F39CF01A3E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28CA367-5C79-7F03-D3DD-AAADBA15CA2F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29BA5066-0FAA-CAC0-5D15-7BDE41D9F8E7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78080807-7272-124E-5B47-A4B301A8F81E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498D258-47F5-C89E-8110-51E7E6FBF102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DC90CBE6-57C1-BAC9-AC75-744DCEE924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06CE1634-0BE3-DA82-20C4-3BED80362EF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BEC92A0B-929D-3BC1-A9FB-C2469389CDF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84622AD4-08BA-3667-E99B-0C70C6D97130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A093CBCC-C9F2-3DD7-5AAD-A40521D1CFB3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E58D43B2-3686-384B-C773-248929BE337C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55ADE79A-C244-EBCF-BDE2-F12796821CB6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D8B304D8-5AB7-E253-208E-1CE815D04E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05EFB9EF-279F-002A-76DD-6F2D6A1AAA62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D3CFB16F-EC5C-BD02-C2E2-04DB737E2F9F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4A580454-1DBD-BDD2-AD2D-756B9B86DD05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72FD4317-0261-22B6-0DBD-F0466CA0A216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77190D5D-9B4A-94B9-3B6E-05DFE7B3FC1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8FA5EAF0-F4C1-6CF8-AB70-08E5759A0FA3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25141E66-7560-B5C2-0D0E-394BA3C7861E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A3D8BFAD-63D6-7D1D-D0F6-DB2BF4465BE5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504162C-A07C-ABB7-518F-3328D2ED57DB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001C0471-1228-940D-09EF-0DBD1F03D6D2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9D9B884-B781-370A-9591-2F1815EA2A02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A1048C9A-4C03-DA6A-0CAD-1116B76EC0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57335B7-5E31-A93F-1644-7D19EB5D5B3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482B9231-4CE0-42BB-C731-0D32501119F7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D8C59CB6-5C6A-D30A-A7AB-8163DE31966D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A9C74619-2EAD-8BE6-DA80-58FEC3BD0EB0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9F1819D2-99C9-48D9-D7C5-DC0609360537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2F97442F-25EB-60DE-3899-E40DB6A04FF4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D2179839-0C0B-FBF7-8C46-4C7B0A7FA1B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8FE48976-B1DA-378A-44BA-587F2FC60F6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F0D531A-9123-4B59-2D8B-C1CD0718FD89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F97FE52F-47BF-3B73-CEF6-39DE5459CC8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4344E340-C56F-7D49-2E7B-AF3C684E158E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3D801542-3419-2A7B-1CE3-BE530048AAC0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9C195C45-41DC-F2F2-056B-CBB4A02F662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8C81EF4A-73C3-CFAF-9E4F-C665EDA4C4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FB4B33D8-5263-A2FF-3C4C-FC580EDA3F3D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F0AA67CF-F9D5-093B-8AF5-CB976A5D5EE6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5921F096-5420-377C-C318-9F242B2A2F05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FDFE1B81-5B87-0F0E-7461-61EB331A1E93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9F354516-BE4D-90D8-7B7C-4D2A1214413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A719DC6F-698F-86F4-3197-33F9C18E0459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F205BB27-F1F4-302C-479F-F4C1CFAC5777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84DBF428-1315-E69B-85DB-C791A647E919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5237DE41-78E1-443F-80AE-C8B49E8038F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C13E8774-9F46-A971-0CDB-3373816E6331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538B95D0-EA90-F868-65F3-D88E402A7EA4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55A02D5-2B2E-96DF-BCE7-4A6C7FA176AB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9F8F663-5112-11EC-1728-DA59D1E6F2A9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462761E9-6698-DF23-F8A0-1CFFEEBB715A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36F911C0-0196-6F37-E865-3FB79BF3BA87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50CDD366-1D4B-2751-3145-129ABABCF38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7BCAEF0D-323A-C154-797B-E5B1773307C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F6FC64B-0F04-C826-F338-4176FECAE29F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D085FE32-2E19-BD63-5540-1B8FD310FD2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421D5550-B67B-2485-01FF-C2F93143C302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04366924-0E28-5CA8-4823-01D2786B9E37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A28A3704-53B2-D7FD-470C-3411C8460918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77CD5B36-D7AD-AB1C-24D3-A7385702FC6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FC99EA04-97DE-A0F9-54BB-044F39AAFF65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F3C1638A-1292-7E81-50FE-F12F54DB2978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7D6A4CF0-8D24-9ED4-E371-0CB056D9A57A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240A0FB1-09EA-E40A-8462-BE36DB79B7CC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7ABFDB9A-3C4D-2261-773C-618DE6F0D977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D8C1D61A-1C98-52EC-FA19-FADC5198555B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606FD262-3C6A-6010-18DE-BDCE8D051FB4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AD4D96D3-316B-46D3-B14E-75D036E33647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0776D4AD-C58B-7BCE-623D-286525EE9C67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E764BF80-FC7B-A4D5-3E2A-7A91D3745E2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098285CB-C1EF-A6A8-DB63-39F1ED34854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E0D77039-4F3B-08DC-6AFB-E59C6A98AEC1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E5FD1004-6CB5-C4F0-30FF-3D9CC2FA8DEE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C6FDE70C-0819-EBA9-69AB-4C447836ED8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B6DD418A-A4C2-6385-CF34-AEAD7392FFA3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B91FFBD2-88FC-2D2D-1922-1A8C228225CD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B9129B44-EF05-0AF3-448A-20FE3607B892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70791EA9-3EB3-0137-ECC3-577503E0D15C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3846EF5C-FE83-5F0F-36B0-220E07867DE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73EBF900-0FBD-9088-1A0A-5E8588D7E1D7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D86A9FA4-FF5C-4F8D-5405-847825E77D8D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7A2F5FDE-1E62-1FB7-C3A2-7079997008E2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B9F16CF9-D666-7CEF-6D02-D36761AFD6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E7BDF1B2-B796-DE14-7DF4-E61C6B870D6B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1E8521C6-81DB-059F-F5CD-693E3C52AB32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0940AC8-74C9-F62D-F843-AEF780BB8A5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69619BDA-A693-3876-B84D-C47CD716758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248EC6D8-D862-47A7-FC14-CBA73AB9FCA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F8822672-930E-0432-AC84-7E8C1AB63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07128C7B-B14C-E7FE-7F9C-7CB74B44346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21961998-D436-EF7E-7E1F-C7CE83CBA71A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EF0CAAE8-0B31-C03E-FA4B-CC194301FCB6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EDDEA21A-F810-221E-C376-DA6C759FE73F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89982579-ECFB-5CD7-AB2C-1D7896206018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735EF216-6C44-ECE2-52AD-9E03A319D1F8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E15BBD2C-0ED8-A02B-9892-759D447F3DB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CB9BEE43-ACD8-3DCC-D8A9-71DBF2A8B867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D15D2845-FA20-43B9-2E2B-73758D8175C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FE90E925-C081-4E7E-16A0-9599E4DC0BC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3F6AD54-622E-079D-6906-C95CFE9E57A1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3E6945D3-FED4-32AF-2FC9-90EF91815DDF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23820084-2D85-47C7-A8BC-DB2B3BCDF218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833E76CA-4D65-A463-BBA3-878B8961DD43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8DE3B0AB-FEA1-A82B-3310-96444D1BB468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F364647-EA3B-EB03-1687-6AB881F004EC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ACA3A0F5-705E-3517-FE35-2EEE18687754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587DD3EB-83D5-78DD-94B3-0A623506CB9A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5F89A4D0-7BB4-DE4A-5240-04ED4AE4176E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F203C5C3-2DD6-0A7A-95B1-5847DC1C1750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476BE16D-07A7-6913-D0D7-D646ED7FBB7E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1497EAAA-DABD-C56A-6E2B-D763829CC2BD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D36B49B1-97EC-BAF7-C786-569C03FEB58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27185DB-2B06-3D41-C627-94A2FE9B42BE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86D7540B-E20C-0808-6177-255743560981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1C4E1F1C-6AD7-CCF7-743C-33867204C8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3B0F2C3C-C96A-95D7-7947-4A680134B29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026B7CF9-B32C-31F2-AFC0-06DD85486730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9684DB54-97DB-B010-CB7D-F2E7B7BE66D7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F44530D-0120-FE1E-DB30-EAFFBA707DA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FD7A331-4059-0822-78FD-F690D0C0603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610E1EFA-FEAD-26D6-6DF8-190BA0FCFBF7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F0DC2CC0-BC91-3D08-0F8D-610A1149E1E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C5FA30F7-8D10-D887-6799-13702C19A5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70BAFB87-6BC8-127A-3168-5F4DF5C7105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8D64B308-5408-0BBC-7768-BE9F81D65561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E2BF47D-2888-BBEA-E2C0-CF5333F35905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CA81AA96-1DB0-1933-AB34-79CA952BD133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54AE6673-4A63-85E0-278D-370217A27A68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A1313F93-214F-B527-F404-00AAFAB64264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4F9EE77F-E672-DB26-7BF0-564F444F4707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E3ED0732-0186-E905-8BDA-84B14208CEDF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E969C96-37FA-1DCF-3BB2-5085B7CF2085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51F53800-4635-F9DC-5684-68ADB956DD82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5DF8D837-8013-A8ED-C501-35857D73DF14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CB13210A-A369-3226-4F8D-B9429F9973EC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EAF24DEC-B38B-6658-C1F6-18522CFD49B5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3CFB691F-0B2F-3DE5-3284-601E28863510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83956EC2-0A2A-9BD2-FEC5-A0622B9BA5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92ACE1F2-CFC7-046E-497B-34BBC7CE067E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4ED8C48F-888F-F67C-A54F-90A836E74A1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1FF236C-9D69-F442-5896-6934C69E3B32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21AABAE5-3CE2-828E-90D9-E9E6EA41069E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0B4A1833-D567-BDBE-446C-FEE9B64B408B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A61A2E03-03A0-62FD-9222-2F52E7A9C53A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A8B02D8-2B2E-67C5-2553-B0C4E9D5A52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EE1A3B3C-288D-4E70-70F2-7478C2C3C8A0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1E522F74-2CC3-05A3-F40B-56DC08785F66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9B190CE7-EFA7-4BA2-4342-4D5317808418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62AC826F-8B54-5F17-5AA5-8936C0B144D5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3F8E31B6-D5AA-65DF-6B5E-EBFD25AC4DAB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3255FE7-FEC2-EAAA-1510-E0700CBA779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2AB5E7C9-992A-2891-462C-A30F5D24BFE6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928687CE-7BC9-EBD0-FA2C-C91FEC7B401C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C11F45C8-DC80-B75F-2D94-76B74BD4B704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11B135F8-2DBB-2F9C-484D-C3A715B487EE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4A1AB0C-85E4-89D5-4512-8958AEBF5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1F574A41-9926-8CFF-A0C0-AF79920846C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4D127E57-962B-7BB8-80FA-B3CE8A35458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558907DE-4F81-0285-0F3C-D431847B002B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4479B79D-F034-2FC0-0C21-3FA92984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E744E1FE-5592-912C-53B7-5E14AE986F3B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5370B3B3-E7E8-D8B2-D83F-628F95F34A2D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FD606604-267A-04A9-0089-087C3F8C7E97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D1251E2B-385A-D24F-25B8-E0F5DEAC327E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E6BB42C-0BA1-93A7-73B6-0AED003A8474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A193163A-60EC-80AF-4989-A8AA2DC31DD2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66038C77-3943-ED5C-F63F-8FA849C00D00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A12BEA4A-B57C-17A4-5954-3F9B8E7F517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178A63AA-FD40-091D-BEE2-EB37F40A46A2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6D8E2C7C-E47D-D9ED-40EE-AF28894F0652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60F621E1-5032-17CD-66DC-5606A82C97E9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16E4E762-0B65-C298-B99F-37983598F3BE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9DF0322A-A7C7-0D14-841B-48BE2EF9C417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D9D50285-AC9F-E7AE-8921-3CF29ABC7F01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4C183EC5-54EC-7315-1F44-9A28D073E522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6025F66F-F0CF-3F10-3CAE-933BA36C56F9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22F5EA01-6695-986F-B0D1-C3DBAC6D77AC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913E9F58-4492-4B52-A007-55709C682F66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EFB597E2-9539-5404-B2C3-DC964E16FDC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5390C6B5-1691-81CF-B86E-256E51D6B414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437228E8-CB2C-772E-3AAD-2C0DD4BF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04EBF847-5058-F94C-BAFA-7B14A78CED0E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6C7876-6542-05C7-A796-3D8F3A05563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EF1B25CA-330D-F9E8-5F67-3317F1869A58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686C12C-DB8E-5D49-8C80-F67026950FE7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8A5B1D6D-21B3-1556-E7E1-C65C54836F7F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5913A2B-1967-1090-0BC2-2DA045165024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BBBFE822-94DD-8F3D-44CE-EAFDB147B864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23F1B5A2-D9CE-EDF8-BCE0-FE9941EFBBBE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5B1AD45E-862D-E5F1-BB51-D64735E98981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833AC5CA-C8FA-CFC0-6E0C-778CDC14C5F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55B68EEE-B74D-9AF2-BF7D-80D8CBF7D45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99E76FA-71AD-7424-484A-AA2257F21036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047AE59D-85FE-B47A-5A41-E630003BAA19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7BA93479-A776-DA4C-7194-BC2F54E5803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5CE35569-4427-CAA7-96DB-89A80B7AF1E2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3202E5CA-F273-E07A-C61C-300BBDCD3D14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7743BF0F-2E0B-DA56-2D63-E2F5A187E99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800CF6B8-402E-1A4A-F0FF-4D6ACD3377E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7E129994-4A2C-E405-E14C-9FD70DA862C8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B6A60FD3-F70F-FEFE-8B22-2F5315BE29E8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D30C2470-4C2A-8A7E-0187-823ABC79EA09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5AFF9095-EE12-4AE8-C3EA-4F3BA64DE21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B82B0E3-2BE3-397D-D8B3-1D2349236246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5903EE71-A4A7-4189-8C54-B64B632C3892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9BF418D9-F32A-4585-05BA-74CCD665245E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F3EB24A6-9C2B-ACF4-9CF9-FBFDC7BFA44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00E59D35-B5E5-F52B-D82E-8739D674BE5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925D97CE-42A4-31B4-F4C8-A914FDC88F29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CA1A0B53-680C-4569-60C3-249AC3BDD31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B866995C-3442-944F-1119-50A46AC213E6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7D022D67-C6CC-497F-BB03-C96747E2E684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B3BF69A-65AD-D18B-3EB0-111C9F5AC97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51934EAD-E5B2-7BF9-203B-265867588FD3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214E2941-EF0D-85B7-216F-9E82E7A13B52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FFCB0CF2-5339-58F2-BABD-B5D127A7C62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52D4648D-7621-3F42-195A-43AF957197E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43D236BA-5608-1BA5-F5CE-35EE30DDF371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9DDC5A20-2164-3C44-1651-E07C222DEFA5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7547758A-6CE6-8DD5-B5F1-69E4DAA5FE18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C34D7F72-4BC9-42C4-1C70-121A112A077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EC44F77D-6350-53B3-2409-C3A5286BD38F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F16552CE-207E-FA4D-71AA-38C857AE80E1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203A215-C2D1-396D-C860-A20FA4C0608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6374D4A6-90C9-0E48-3B95-2F6F96E8A966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6888AA21-F23B-8C65-EC84-704C18F40E51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E573FE25-FE7B-447B-C503-3823B57D91F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4691DC21-F29B-A851-1DC0-F799FD2C120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F69EF5F2-D56B-C0DB-C42D-5DE6FC79518E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8384E3F3-39F2-4D66-FADC-12ADB7163C3B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563BC666-8706-1207-87C2-6E2E4355ACD1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F86158F-C661-ED0F-8593-0F7E309F9C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3405ECB6-28C3-633A-4896-A721882745E2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B25B043-DF00-B195-3EE9-7304E9E9FAC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F29FC399-30A4-8551-1775-801C005C07CD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CFF4F800-6D1B-2E3F-89E9-A630A4D0DA7F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BEE1C2F8-C804-EB66-2C7E-5AA22DB04B1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670AEE2-B8B8-0319-46CC-24B3A4832AE5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A189F0CD-8D65-B288-B67C-5CB5A9C4A57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A017696E-B9C3-C66A-DB62-F07243FC3FF5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ABE11255-F6EC-2A41-355D-88EDC639CE1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C23812D1-5AC9-BA74-C86B-594B8AC2E06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ED600FD7-E4FB-44EE-0251-82F98CFD8892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F463B1F-70DA-F9CE-1983-B4EEABD135C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C4F514D4-A3C5-9F00-0C4C-42E690F474AC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ED307859-474F-17AF-AD0A-AB3C406AF39A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97F80B4C-BEAB-4683-65F9-A8B725949D25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0942AE07-01A7-0EB9-39CE-C8102139227D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84E6B648-06C9-FEE2-1779-EDC1C192B2F3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3862CBD8-E0F8-C00F-E4A1-3DD45FB54E3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BE944677-8A0A-10DB-846C-D1F5C013011E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5D20EC7E-790D-EECF-C664-57A9BE98616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21CD5281-D29E-E6F4-1872-93E0E0ED77B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1E92AA20-8985-68DF-9772-67C027D56863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2A4B1DC4-F793-4C16-B7F8-5FD86D5D9375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E39D69D5-0ACB-C511-5304-A98D60BD5402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54CDFB1E-393F-BAE8-305D-D0CF85294C30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F68DE6D0-F712-708D-EC35-E852989E847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C9FBDBBD-44EA-45E0-406C-101C0FCC7BB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492F2DCE-D8F1-5640-D65D-EF24178BC450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90C2022-144E-1F88-E1D1-F0C2756CD85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6E96F89E-640C-178E-9EFE-4BFF59FF4F73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ADFAF5DE-E700-B553-6C5A-E1DB5F4CCE3E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4B149E7-2383-10C0-23CE-7D29111B7CE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F6AAD293-DBF9-E94C-0C48-9277CCCA8A3A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6D22AF7-51A3-7AC3-0D36-806FE3C6844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2EEE2FF6-83E6-7AFC-0A1F-3D60C78B3F7C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76DEA76E-B395-34FD-91D3-C3AF9F791F9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2F33A1E9-A343-9AB1-747A-3CA553226E0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BFE33A92-19BB-583B-F55A-21EFD0362D69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56C8B38F-A9C1-1AD3-9967-B7A537116D34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B6271CF0-86FF-13BD-62D4-CE2F5613B01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BBB98190-AB2E-5FA9-C051-8BA4D0BAAE5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8847BC8A-78BB-1E50-B631-BCB0F967F5C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46BCB0D6-ADE2-A758-C662-72BB9841C0F5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346F9928-8874-4C49-305D-54A981400BB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39647A37-D6BB-D0E8-4880-BBACA218305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7D7B5EB2-6128-B417-6964-DA86BDB8965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B511D56-47B8-DBEF-93FE-90A5B66663A2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19BD53E2-7A34-A69B-EA43-F197AAF4E480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7CBC3ED2-48A2-D88F-A570-96E206ABA4D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74868984-A02A-DFC0-52A6-3C613CC11970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00A615C4-296A-5BF4-7B6C-D8A332C0AA44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B327AB26-727A-CEA2-D908-4C783565244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D9BD799E-5DBA-761C-3477-78626CF1937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8D38929B-9703-FAC2-D8EA-B1DD26ED2A70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90D5F19B-0BA0-66D7-7D7A-1798990851B3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1A1A7854-E4ED-79B5-5396-79D28EB146F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488E7A93-D182-E55D-6A14-5794E51B0740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47E61A8C-8C93-1ECB-3D97-4ABAB569006C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8A452195-FA5C-461C-C9FB-A13F0AA76EB7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2A8DD3C4-3C32-1073-D81C-7335ED420B22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3490D938-94CF-FFEC-4578-74B0FE93C5E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C950E61D-62E2-A63C-BDA3-4EA660530005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EBAB5242-BB7E-A6D5-62B7-44C0216B0EDC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424E4810-7019-FEA2-C78C-0150A4595024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4955DB31-4896-03E1-FD32-8D8CB482220A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233BDB7F-7089-6335-520C-D40DEFCD43EB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C819F99A-37D0-F99A-1222-4ECE2635D306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8524D8CE-985F-0203-73F5-7C54645E98FD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55050DCC-8253-2EEF-3C3E-495252854AB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C7A5942-08A4-966A-63B5-C6E60E4B7377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D95B235-A73E-D1D6-FD4A-DFEF357BEC3C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CF10BB71-2EA5-E7A9-FACA-69EE7EC98E4F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CC3E45FE-F4DE-556B-FA38-206395C64F00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7DCDE80-1058-DBA0-C9FA-0D6A007B5A42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51A3B878-2307-FA9B-5183-772DA94595D6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75A1AEBB-D377-4E20-3E87-D9B1307973D8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9FCE20F1-C5F0-EC19-5DA4-DD2DB277690A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CBEFD9E1-6F6A-15F3-4BE5-5562AF68A6A1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4F067568-B9DC-733D-414D-32978BD8081C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F580B183-1190-306F-6B8D-73EB2347D2B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E8D43E64-AD1A-AF51-4B4D-5DB6F91C96B6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BD73C768-CDEB-E211-D2C3-50FF5444C018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4CBC9B87-A71B-7112-52FF-D670BC540A75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70DC4542-C8DC-BCE2-0699-71ACE85C1280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70C16068-D0A4-10AE-BDD5-603A8FB595B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F50AAF2C-7453-A438-17A5-B348BA70D834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57E69A6-29E4-CF2D-76BC-F470D4388BC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1E1C7E78-3CF7-0C68-AEBA-D0AB84C2F9B1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44E04A7D-F3C1-38B9-DF62-39063E06A067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C4222F98-10C6-930B-D33A-DBA034EAF65A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56EEB7E4-3257-D84A-B111-F4732BBCCF37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66B70C-D51A-AF88-199B-BC3AC1C3733F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C7E6D5B8-6B44-F14F-6275-448C3C55407A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394A6F87-7E23-BBA9-E0F1-2371E380105F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31EC4638-68F2-47C5-CFC1-2BF7B9A035F6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6ECF1A39-6BFF-4D0C-DB46-EE20BF2D5FCE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A8089448-944C-26CC-FEB2-EE101A7B812F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A574F02E-4F67-B459-2380-00DF20BA56E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8121FC86-83AF-EFD1-5954-7AB40F62080B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2A4D61D9-9981-EFB9-97DE-D3FCA5A2C12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05A15E1C-27A7-E96C-4D91-C9CBC566CA84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87384AA9-A386-A668-8027-0D3C36E78BAB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2D7F3E4E-1278-FDD1-CFB3-F8C02E5020F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1658FDFE-1EF1-FA77-BCE5-D85151A79098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657B87EA-5108-2E31-F2B6-B93961AFF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AE93A5F-AD92-BF17-6AC9-520C781C3B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19E1DB0E-3CB0-B2A0-D79F-A5F7B01C438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C0423A3B-D021-013F-BA23-32728AE7DF3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1112D1B5-D854-C8EF-3B6E-518415A13F47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22D9BE11-3FBA-15A0-833C-D8F7EB42C362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9B9385-54D1-0E74-E161-25D61B7BD9D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B930F16B-82C4-979A-4006-5C93D1E3303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D7DE07A4-9C1C-F02C-899B-9E08F59FC934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C4EBC6C-15ED-A699-2DED-99178688E68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7C555DFA-47F6-23F6-6258-88746B3DE74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202FA1F8-422E-3F50-66A7-6B5B3E2BE393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3BF0D71-687C-E4D5-B8B6-6FD963F050A2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E5213B3C-9801-FA17-4767-425EFAFEE6B5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9374C308-2EDF-B60C-5E05-52C88D639FE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79456FAA-3B59-83D4-9EB0-85191D1AF4FA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5A798CE8-B272-8016-BCFC-1D09F0C00FB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EA47347A-983E-D6CA-8965-F28D1D8701D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7E8B4475-6E2A-0100-B899-29C4CCBE568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9DC371D0-0881-FA45-C40F-F1FD0FEBEB7B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AED7EB73-3A07-A74F-F523-6F23267588B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F1606F10-809D-E879-64BC-9040EBCC2C8C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D05E7BD5-B82A-4F66-4A90-4DA2DAFDA8EF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15920BB3-E6AB-8771-AD56-0C7E4C5BE8ED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5F040391-A458-FE55-C80C-40889876D9F4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23AB4B2F-9D01-2ED4-E7FE-253277AA23BC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C7383D16-4358-E3F3-5537-45BB88A61D25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8562CCA-838E-2061-384B-7AA6A7428008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057BB7F7-19B8-F9C5-AB73-AE09708908C5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607645E-9444-4BAA-ED03-DBEA3EF98640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06A361D8-140F-A300-6D70-C63340BE64EF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EDC0160E-5182-DE45-6D1E-1249881F4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D6D2587B-9A3C-592F-B3FB-C4752D16BD19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F98FA76F-BEDD-968C-6C77-0C06111454A9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3879A498-B6B0-4CC2-46D6-F2F7964C20B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BC3248B5-7A0D-6621-BBDA-521518A569AD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DDF8D8C-A156-0995-6FC6-22E70462F4CC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6F5434E-BA63-02B5-88D5-492DF8AF1E12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E88457AD-ADEC-D449-0A07-8ADBBA865EA6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597050F7-41AE-2BF6-E6D9-27BE74F8A73A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9F00039B-060F-904A-18F3-6B4BB023EAD0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C3D300C7-CC49-09DD-80C2-C826A3578E17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7D5CF001-6957-9CCD-4496-2FD03C624C0F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AD251E10-642B-EA9A-2DC7-5C2D671D5F0E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5C3F27B-2E52-B529-597F-70F2874F9D3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2AB7DEE6-A097-DF2F-4176-B694E509BC7A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A99360EB-6B49-FB61-EE01-F1C47807297C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EB738119-B0AC-802B-E6A0-7FEAB3435D7B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79443BF7-5A0E-DF8D-34D1-DCD6A5E462D4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3DE5E25B-D093-A930-1C49-0DC7E765E64B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3A8F4BA-C906-B0A4-EBC6-E73C52607DF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8A67F410-6847-E3F9-60DD-1715ED3CB796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5A08537D-6740-8582-8BBA-85C16064BBF1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171FCB62-EC0E-4B4E-5808-A45C8B7F2FB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F9897412-E699-29C8-5962-B91B9489A28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A4DE21A5-2348-0BCC-9020-BCACC42AEA5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559D8FB8-2398-3479-6589-FB1F3D9BFE24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60568B50-9924-42C4-6453-1418703D9A6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726CAA80-942D-1833-3E6C-1FEFEC787C06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4FC26768-2E41-D60A-48B3-59B6D536A76A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69FD8268-167F-D3BC-5148-EEF3E6F77F68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1C2CD4E7-C7FD-FEEA-A8DB-C77A79143583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D2A5074C-950F-AA45-EA01-46DE1D19CCC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68422008-537A-F9B1-3019-70373B25526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C7278B4-6B88-BC00-503B-A3117BB4D3CD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7E514422-DCB9-9C05-4644-EBF0FFC0A4F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AEA276C5-E02E-212E-0656-9B5419063574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57013608-15A5-44D9-E147-3B914607D2A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6D1CE5C0-1206-CF22-A0C2-B8E383C73BC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A39BDC18-1EF9-1AF1-9958-20AE29A8ED6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E066125A-5E93-1E64-2DA0-2578B5E7E085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D0167309-CF41-91BB-E496-F2489ED45DE4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9C5DB841-BE4E-1191-3C46-4EC22EAAD266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93A2E9BF-BA24-4702-B1D2-BB2EBC3EE5F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E50B4836-E19C-0DA0-07B0-B4AEBC94E0C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DA98A7AA-29D2-61F2-A703-46A2DC654DB5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D0503BCD-03E5-C197-2387-C82880805F8C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110E2DAA-842A-87C2-77FF-5565023FC1CF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16F7678E-1696-5360-5272-0E8AAF344D6E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9CF1A4E3-4625-9B07-E572-76F77EDEEB7A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C1400F2C-844C-F512-4064-0E54151F98B2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8538E95-755E-34F4-C657-7E47C8EBA5BA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AEF304AF-B188-2D64-3055-BC676B43B983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B1571D20-6A06-2715-C345-3D53EEA11C12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DD046D9-B820-46DA-22F7-E429221CD6DB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02B9C818-9817-369F-E21A-0FC6E5249E9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4D7491F0-0284-1B41-730C-6DC8FEEA9F8B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631A9E7B-6BF8-8E99-BC55-410370C7029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2EFC32A5-69EF-8B2C-E526-4574F0850953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C5B72D56-ABDF-37B7-713A-7373EE71F4C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A0946EF1-1624-AAB5-37D8-8C2DBCBC3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D2309D3E-C9E3-5BA7-8CCF-84E6AA509740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DB4C0807-B9AD-5DD5-DE1C-DE87E9CF768F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01B370AE-8259-9A9B-7E7A-D5099D294961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EC30A98B-DC80-743B-50CF-75200EA9D473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90D94DCA-8356-F9AB-379A-C5A8A853C896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1D03E76F-D079-785D-F6C6-9A5E665CC648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CC0CC1B9-39A7-0383-4D85-F3812B8866F4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5CD188D0-0FA9-A527-E322-8F2AA3ED3CA2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E99AF41-776D-F580-333F-F0A086D1CDC1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BD49CC00-F750-1C5C-27C1-60905DA9C57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71DACA7B-2CA7-0C21-9230-BBAED4C294FC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ED09CC2-CABC-DAC2-580E-F586AE19022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20072956-7B0C-1F31-0452-C8F63CCF82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B97FC1B6-B356-B102-570D-A7D86E99A339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BF4A7CD7-890E-C7AA-1ADC-65C405EFA3FF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BF0491E3-0E22-0CE6-0747-58C2EAFF39F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50474296-7659-2A74-91B0-9FBDAE3F2887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C8EBF897-98B4-DD84-AD98-522977BE4E18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C9E57B69-B56B-8C9C-2E46-4E00EEB4D6F2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9F9A56D1-958E-0FDA-DF40-62E0AA3FE45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8FA0AF1C-0C3B-EAD1-018D-C41E86F12B2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BDB3E3BC-D21E-ADBC-E451-D0E15D39B40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2E6F52DD-BBF8-3AFC-9E82-B39A45A8AE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E1EE437E-6674-BD1B-D2D5-DD7B475A1FA4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6777C4F-9847-1E05-F647-25A02F17BE8C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0F621FDC-27D3-85C8-4312-0EE966182489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A2BFF38A-D424-416B-C77A-5FF859E765A1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40A43340-C82E-7EB4-314A-7B98052B1FF4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B2121301-11D5-D5FE-629F-4460C739A89D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A6E370AB-92AF-5AAC-8457-C66541C9BCEC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9CC09B19-FDCB-7BC9-0358-E0B54C0B57CF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25E8A0A9-8D0D-EFC4-D46D-A03459460EC6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2DA7DA1-3DED-5A19-DD8A-43319E7CA977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EAF1DA27-59BB-79EB-6E9A-FBB47F2ED1FD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768E4542-D5A3-44BD-E4DB-55ED2EF1C81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D72A9BC9-9A4D-EDDF-9EBA-468FA29425A3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AA11FB7B-E1A4-1D2F-9236-7F3BEEDDB9D9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95715920-5B96-D7DF-ABB3-F738DD673CA9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3D7F0FA4-4B07-B7E9-FE0E-436ACD9DA79A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759BFCE-5CD3-62CD-6DBD-E296993BCEE9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DB14878A-126E-173B-FEFE-2995A43831D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319FD331-3E98-5BE7-AB8C-4DD211165ED4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C93E27AE-064B-A903-D417-D24703B78016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C86A4BE3-500A-CCDC-5F79-EA580546E5C8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9637CCB4-5525-C9B2-DE5D-4DF5F019CE3F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C744F59C-4B15-7952-A269-722B9D8FC773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39C9A994-C812-74BF-D6B3-EBE98D350DD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CD98E39-567E-226A-C60B-85A8850C5B9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E6E25430-7689-DE4C-DABA-14748BF015CA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133B0B17-205C-A0EB-20FC-008BAE99D2C8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11D65247-B8FE-ED07-57EB-23FDD16167B6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18AC77EF-1FFC-C6EE-E081-090DF3C73E9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A9ABE6FB-5308-E124-ABA6-FE9749143B63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25413153-2E8D-26DA-901C-DB30F407F56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E46E1523-1CEF-4912-D0B5-5479BBBA84E8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F75EAB06-155A-5D53-0E2B-89E6828F19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163B8CA-E643-C8BD-2435-C8CD09D82F92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7AF3A09-C636-6960-B67A-190B778F5EB6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92DDA47C-51AE-D8F2-8B15-21A1E76FC15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E77F5096-7655-F262-5566-C24171D69148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20ED85E1-AC65-EDD6-9B41-7A99B31B1BC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86F744D-04B8-9081-2E59-06CD865938E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2C179B78-BEAF-4D2F-6B24-D924FAC2129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355828FE-76EB-C474-3816-E472940D2DF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804E9843-9D8D-E719-F3FE-DE68C7CBF92C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D6DA36E3-7918-7570-B72F-2DC8862798FC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01B5A141-EFDA-1CA0-4835-DA2E27BB1F8A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CFFE46B0-5A9D-BF4D-5827-B3847534C45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C1D6AC24-D339-42B1-AA32-D5A5294354F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C204155E-2B7F-C58E-7CA2-1DC5CCB88862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C86B7A87-8EA1-0C7B-FD40-6B6D5354D9B2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20DB42AE-D183-59E0-C917-53EB7EBF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E65B18EC-26B7-B8F6-77AC-88786C91E80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A2E34E8F-4ABA-919E-07DF-F43D9EE0C48B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869D688B-257C-881D-DD98-685D4883F302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4F5CC53C-A6F8-3AB4-9AF6-5783D4E0F616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291AE100-5F31-FB49-5327-0324D42BE412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8146A12-1934-6398-22A1-FC79C3C5A2BB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9C2D791C-56EC-2975-CBF5-6623117664C3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D9283F23-9768-04D2-ECA6-0D0D1485D713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1B568F45-9E27-0933-BB34-ED8E07AB1FB3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6E8E6F67-B85F-C123-04EB-3EE6E3BF5C7F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C1CB32A9-55BE-6AB1-C783-27A272BFF12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CB8451EB-5CB0-0AFC-CAFA-EC9D358939A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D77E75B5-ADD5-AF20-64A5-173455BFE690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A85D2F07-5004-A89C-190E-B041BDA71849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645096CB-698B-961D-399E-89D7965901C5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BC0FD40A-C495-8D37-7743-B04B241549A6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E23FF858-C179-3C16-87DC-5FF54A0F317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9165AFD9-575E-DA96-8179-02939283238C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D9FE0F53-4C68-6632-3693-139ED0CBEF85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4DB3984E-081F-7F1D-0F63-47BA1BC4133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F58CC61B-7996-BF78-168A-1AC72DB3E9D6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1B0EABA6-A7C2-C0C5-DB4F-FE1F29522AE6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D436C9F8-B46E-E222-DF71-4BF84734D3C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0CAEA7E1-82A9-B3F2-0B59-96532E8B7877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193FC36F-F9A2-0FBE-858E-CD6AF39E927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BF8EAAD0-9254-3A3F-C73F-A1D7A17D74C8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D52156DA-E2B2-38A3-6C8D-A61E2E349AF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F07B94B9-E56F-4EA2-30FD-525FDFB582DA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0885979A-CAD1-0987-B491-60CF7A11401C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A9CC3C5D-542D-1813-BC99-55BAA53BBD2B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8F4CC82B-F5F8-9A80-36B9-AB7141581B91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7740E21D-6C11-27E0-003B-4B7CFB666EB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BB9E3DCF-941B-B330-3FB4-6FA31060DC66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66016B43-7B33-A16B-46A4-087AD173B2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60BC47C1-9ECE-2F5A-2ADA-93D691A3C75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0BABC456-21FF-20BF-9494-84C8F91FC8CD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0338C643-3A36-DE01-61E5-328411C4BB2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256A3584-4CED-ECE6-BB0C-F99BCA1B2F4A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08EC34B5-BA47-1FEB-4E31-92C275A22636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77D54691-24A7-BA10-B948-529515787C5D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920E9F06-1730-8176-6653-5219F7E289E5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3F9BC93A-00F4-9A76-2932-8C5AFA78BD89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8EC6D637-730D-E763-E490-3AF6067D9B8B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A6B59728-3BD6-1055-5F3A-78676EDE268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8D1B827-6387-18A2-A802-025AB8CF527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CD8EB1B-ED80-A369-10CB-FD3D07C2D237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8751E7F0-F668-DCEA-09AF-4A39F49F0D6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1A33A676-8B9D-12F7-B22B-AF8E793AA19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D3EF2323-161D-CEDE-898D-CCCBFCD92FC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67F66F1-745B-41D4-C849-A61CDF106F78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19197B5A-72D7-1CBC-104B-A4D16535430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2A8DF28E-07C3-5441-7BC5-C4AB19C2721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228C270E-8898-CD3A-4811-E884D4AAB7A9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2D65FB9E-6658-BB3A-26A7-CAF4B3EFB51C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46A3738B-7E7A-0FE8-3D55-844D921843DF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B0553216-3AC8-37B0-98EF-8D1C0DBD18A7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031AA2BB-577E-A146-C10C-7F18C34A8F40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702354D2-C141-BFA6-064E-7E5E4207AAE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525AA721-485D-F2CB-8111-73EE461CDA22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F63A62AF-8656-AA7C-9119-D506E9B2622B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6BADA247-583F-2FB5-4C87-2CB7575A78A1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BA6C7A9D-DCC1-76C9-6993-D7EA6AC45DAB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91524EC7-C4F3-7269-757D-93B44C3DEF2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9DE77550-3D7F-50F1-40BF-25CDDEC80638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4DE07BE5-8E50-7A6D-A9C9-717C456BDA9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3E5593AD-7349-EDF3-33E1-2FD508919B65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CFB77969-EA02-E1CC-2C12-0BAE32CCED4A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13F7EFE8-42F0-4371-A180-6D90C14ACE8A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DCCA1465-71D7-C1AE-D4A5-8A2F161C6685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25FDB67E-E272-BFF2-AD57-CEB249061829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FB270E35-C5DC-5A6F-F40E-FF1CDFE46D58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A773F2CB-682A-6A3B-5A99-53FB8A0B1598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7BC28E9A-DA02-FAAB-02C8-64AC235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2D72DA7A-E9D9-B5E0-0A44-23FE80B9E750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FE80DE3A-DE0C-33C2-A9C0-69D465B4109B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207FE305-BF38-9855-D4B1-920CCB405D89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5F714DC-CFCC-F047-3BD0-2C3646BF6E5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65B09880-5097-2339-29E7-B1A4229A54B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4A30A170-9A70-AB88-98DE-7EAF96E2E315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8D73B3D-B2C2-C874-921C-5B9781AE7DD6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8E2AA812-148C-89C3-9FAC-71C35C80BAA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04F25D40-D968-4BEE-2FF2-59952CC91F9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245857EC-99E4-B5C6-6BE1-CE5966EC722A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FE3C8200-B253-4F18-9BA8-3F61D102BEA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30342186-B5EA-44CE-B99E-B455B1BBB5A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BF3756BC-77D9-D25F-7625-B4243376ED11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70F66CB9-3E08-41A0-7294-08999D009DC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EB0C94A4-46BE-79CA-B864-F15B7FB4168A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7691C19-5024-B617-6492-050103862DFC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DEE89853-BB11-43AF-2D27-126662745423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D3C728AB-3120-25A6-FD68-B60D0FFF6C49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5FC1CCC0-9B8E-0C27-826F-7AC5A18F21AC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4C8D67DE-7040-B396-2CAE-073E3EEB331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4AC92C32-ED03-A209-0F66-7A5EB3113149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7081AAE6-1C0D-B71C-47E9-ADC333A70348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3870D5A-CDC8-A8A0-6B15-F6981289B903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0C933D0A-7547-01C2-69B4-5A2F7B0A4CE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FAC4C57D-A027-DCE3-1B3C-10C610BE3FF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1F6EF395-2C92-654E-6EF9-9D295A074AE5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902962A1-AFBA-7890-E62A-2751FC0F65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C04861B2-C9EC-B7A1-A135-4E734889133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EA8E8036-BE5A-C31E-FC2E-1DB662BBB32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E2DD2F6-E98C-03B1-CB64-C22B63200FA4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5587BBAB-0327-8848-6811-2A45917C34F8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FF8F100B-8CD7-04C0-6A49-90ACBEFAAD5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38117FB7-5C4E-BDEF-F135-03CDD653D103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F0DE29B-7FB3-4AD5-DE23-F11A82629F1F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EAB56DEC-8BB2-B74B-97DA-E606116CCF08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D549252C-3B0B-D3A9-227D-0DA9A07E3FE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FA2BCB74-0C67-F3C8-D85B-BB1FAA6F3472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DBC09EB9-1FCC-85F1-B728-C341441C3B4C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82248491-7046-4601-168F-1D9E10291594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CF52F43-7520-6EC5-D0F7-15DEB72049A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3C949A31-1CA7-4996-7D9B-BC34E69150AA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B43D482-CA4F-32DE-443C-C95DE8FDBE74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6A33077-C438-3270-F030-70DA4BB87F7D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E4CA3196-AB6B-202C-71D5-B57034C06657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F86EF74F-34EC-544D-A11E-897A707C052F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17683DE0-3DD8-6474-6C73-9F9999E5B42B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2DDA699F-6B23-E269-5047-1F2C29A24158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617231A-54E5-4835-EFDB-4672025F01AE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F0084DF8-A979-EE3B-5B76-1F9929F0468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14320E5-388B-84A1-7BFA-3E81F60D76B5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E295353D-BF84-9C4C-E67A-6B32E02232AA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6F75B568-6102-3860-3008-9987A291E21D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EF557D74-768B-AEC3-9B99-A3DA79C060D3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63EBD7CB-8D3E-5EE8-205E-37DEC44B48CF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684B9463-2FE0-DBBF-2830-E51038C6A6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0165AD54-E55C-525D-724E-4DCE1F5D3F45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80B3896D-1F17-98E1-C7ED-9A7DB2D174FA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A17C93AD-7906-CC45-16E6-61751492212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E45CBA0-C59D-7C3A-CD5C-2A5AD84CFD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E2F70FEA-AC86-AFD5-9926-74E84F2C9D72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9CCECDBE-E07C-0B64-6972-4E8B9770D5A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CB68E8A-5C74-95B0-9535-28240F364D7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42AB83DC-4CC1-2D0B-C84E-CC06B862A578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18C2A18-25DD-A141-414F-717247BE3C55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3F795725-429C-66E6-F4A0-D4A4E9474FC8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941CD061-2AAE-4858-7081-00FE678CDA1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6FCC0FC9-D65D-7BD5-850C-0E19DF7C8889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1C84246-B9D8-5B34-C103-EA255EB92D69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33357E5C-1AC6-8A81-0856-C3834D417B90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214264E-C77E-801E-61D7-43887CDF8BFB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FCC97B64-2CD3-2163-7FA5-D600E4FE40E0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86BAE6A4-0226-9159-6C1F-024AE7CDF74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52D9243C-C879-2052-89FE-8F034DB2C003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466F77FF-42DF-9A60-AF74-5721DAE0C002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198F603B-F058-6BFB-ECC0-499C4BEBB440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DBC91DD0-2271-28BA-307F-A2D207A3CE68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9138C569-ADAA-0424-E3BD-359912778CA4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31657FA8-5601-FE2F-0E9C-01EFF416F1F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1CBB070F-8C7D-9C26-1BEB-7840BFC14CBA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1C9802BE-5901-1DF2-1D25-8D622158B947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4C06A076-9BCD-8B1E-55C9-8E31189C2FC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174F7C27-D8D1-7DD3-C531-11E84E4727DB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BFC1BDB6-58D9-99FF-C5E8-70EB784071B1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4A0707B4-75B3-EAF1-F93F-16DBA3892299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4ACDA3B0-C604-C022-1E24-FE78607DFDBC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8A6C5F53-0734-745C-A929-968320A22F23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7CA8AEA1-E672-891C-71EC-E08D3526E80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A49610A-7F35-757B-E74E-084EE0851139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709B8DAE-CDA6-A103-6AE5-D238810DA313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B0A9CD38-95C3-6199-7764-6BB2921D9839}"/>
              </a:ext>
            </a:extLst>
          </p:cNvPr>
          <p:cNvSpPr>
            <a:spLocks noGrp="1"/>
          </p:cNvSpPr>
          <p:nvPr/>
        </p:nvSpPr>
        <p:spPr>
          <a:xfrm>
            <a:off x="9525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49354F6F-ADA4-8BD9-5E88-B33B15466B1B}"/>
              </a:ext>
            </a:extLst>
          </p:cNvPr>
          <p:cNvGrpSpPr/>
          <p:nvPr/>
        </p:nvGrpSpPr>
        <p:grpSpPr>
          <a:xfrm>
            <a:off x="12805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96EEA140-454D-D232-5FF3-515B5F0475E5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AFFC6C0A-30B6-914C-4C55-DCECF466F87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CB83DAF6-F85B-1932-6EAA-7E56B1C7EADF}"/>
              </a:ext>
            </a:extLst>
          </p:cNvPr>
          <p:cNvSpPr>
            <a:spLocks noGrp="1"/>
          </p:cNvSpPr>
          <p:nvPr/>
        </p:nvSpPr>
        <p:spPr>
          <a:xfrm>
            <a:off x="12276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F0D9487F-C379-42E1-04EC-404A91AB0697}"/>
              </a:ext>
            </a:extLst>
          </p:cNvPr>
          <p:cNvGrpSpPr/>
          <p:nvPr/>
        </p:nvGrpSpPr>
        <p:grpSpPr>
          <a:xfrm>
            <a:off x="18553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5C980954-AF88-873F-DA6A-CB846422F96A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A1638ABA-7760-6C05-5C20-C8F487258EA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9B0709C3-0749-A9CC-7378-0C228B0A86ED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F462AA45-3AF0-FAE6-968A-3A1CEB7AF655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96D06784-92EE-B259-1EEB-28F4F5A47946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86C24F4C-2F85-681B-2CEE-08BD4D816BAE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42AC71B6-2554-EED2-821D-C8A5EBEDC1C6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B6EE1F1D-D952-7C9A-2AF4-B72545CC6A5A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A450F4C-8456-17E5-C017-EA3D8F6DEB0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91634E0C-EB21-91DB-1254-9AC1A2DDF613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9A3A2F57-7A40-53C2-979E-9B93F38D4B65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F07D5C66-EB76-59D8-E34D-0F1D10F9A121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412C2C29-7A06-D8A8-28EE-CE39EB0B8C2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9B62563A-25F1-A4EC-1523-463F7DD0D9CA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48583FD7-3FBB-236D-7E3A-1BFDF06665D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56443E60-EA89-8A45-4007-17D6BA3D4DCF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6D343D78-C641-B7FF-2C00-672DC6D98DB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4757A150-03E5-7B24-DE41-14267C78E8F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AE7B9503-CD80-2DA4-E930-3295C8E4062A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CA5293E7-4627-DAEF-9628-7A3A346D9AA2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6FEDBFA6-A205-6BCD-7541-94BF35E39147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C95CE7A5-5DA4-9717-1629-92B01FD4156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DD41BA8E-F657-66C7-B6BE-1D8AEF044DD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ED387BCF-6EDC-4F03-8308-5F4D8BB6FE0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C23C994E-94DD-AF1B-D468-7586DE65B8F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29FF1C3F-BFBE-FAE8-AFA5-80CD6CB46596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D9A68663-475A-E148-C13B-A297060E31B9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69353B4-4CAE-0D94-DF64-F7DA4921D413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DA1CE566-1DD3-AB5A-4A50-5233AE05BB4A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4666381D-EED3-BE3E-0E27-137B9B11088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0C11BDCE-2F37-A69B-B373-8FCFB05C3659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2D973483-44F1-1F06-4CC0-0D07D343E08A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7FD42331-125C-FA18-567F-4929D8A928B4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7AD8000C-180D-D8EC-3DE7-949A7B7EF836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55DB0442-4051-76B5-E67C-80D22904290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3F4AD5E8-B1DA-788F-66A3-D1C26C1694A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77A18CE5-FF98-B386-14BF-9E8199FB387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243CE179-F9F9-5D45-3E23-0300CF2252E7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A44DF5A2-E838-3142-5131-8B96A72F5A6D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08A92A11-F173-51E8-3CFC-CDEB478581F2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E46DF082-06EC-DC49-FE52-479F41B3A70C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DED20C4B-8202-D46F-5C88-38B5BE89989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CDFA31A7-6F9B-FE20-1DFC-0C9D761A01D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B9DC576D-0A1D-AC81-59A3-8FBC56D4917B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48047946-5F51-BD45-5327-4DBE47E7CE48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84CE2E80-F559-9E69-CE7C-3C2F72AA8521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A8E57FE8-95F3-3F75-253A-3FB7AB8E0928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AEBBA937-2EB2-BA1E-053A-CB95929CB9E9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72428F9A-1E9A-32F6-395F-CDB62296C402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5712B2F6-F18D-07E7-E534-7D0C7BE387B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F533B7E5-EE1A-BA99-27D4-97155B6B2F6E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CC9F8E41-94EB-9D4D-0947-488DA225C12A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9616A5C2-D00C-46CD-14DF-51FA4606C0F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A44A0D00-8F74-DD51-A682-9DF92B22ECE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F0138CA5-0AA4-EF87-1577-E40432A7351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64581A49-8419-9123-6AA0-0C6C85B5B808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13FBB564-5A6C-B73D-ED07-DCAE8C9E219A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3D47AE39-CEED-A046-05B0-A1A072D72F9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5C766DA1-72A6-5C6D-3F6C-C6619AF1CFAA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21C56836-4D50-5A97-3080-C3A83B792B7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D4BE3FDA-B078-969F-2EB6-2B3ABEF6DB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25F1B5C8-3171-BA43-363B-E5D6C8AB0963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6AAE24DF-9FB4-4005-A666-26ADCA1C4C9B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459E4960-F914-2645-E381-791E251FBB36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489BF6A2-FEF3-1406-97F0-351F541ED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C10143F8-EFF4-24B7-DB07-53F0F577F9D9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5848DAE5-1203-C619-0CCD-5288CB92654C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B051C88D-524F-FFDD-3CCC-9D6CD75129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3A608403-9271-6AD7-6591-2E2BEEE478A8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7A624B27-252F-9D30-3BAF-B13BEB72F304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C50323EC-8480-4DF0-9EAF-29D8105FAD1F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E7075F2B-2988-1F71-2445-C5DC2A2555F4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062E2D6E-7DD4-57FA-DE8D-DCDC1F4625D4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EB7E00F8-F4A2-8D3A-FFC3-3C7AB91157B5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3553FBF5-C644-45E1-80A4-639812312114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691C5AC7-6CB3-9D63-4EB6-D0A6AA96B78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E4BBB8E1-0DB3-FFD1-DBA7-A8BFAB8DDBC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A49C913A-C8DC-B7A9-6A22-B1F7AB00884C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E5535A6B-2810-40FC-0D4F-6EA0925AD96B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6BAAF54D-485A-60F3-895D-A45C8599A94F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AA09D815-77F4-9BB5-AA74-0BBB994A481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BFB293E0-9082-8CEF-A438-727327F4C4E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B4F4C52D-7EA9-DAEF-A512-AD10AF8FBA9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DAF09EA1-A2FB-178D-9E45-47436AF4F2FE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708AEC55-C4A3-DBD4-C5D4-BA908551573C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904335C6-7148-E638-F6E7-C326A9532B5E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896122C3-5D97-1D25-A543-64B5FE36BE5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85121F16-396B-A251-676A-947A506055A3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6CF05DE-5299-CC80-E174-735859E590BE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220BAE65-86DC-6653-F7EC-ED5633CA4D16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460B226-9839-1435-1BA6-13E60C33CE47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589EA72-DBF4-B4C2-BB1E-B2B26EC997F9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61F1D797-8AC9-E19A-22B8-661656DC434C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4F67F2D6-5C69-CFAC-EC43-FAC6E720C8B7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1C17B84-BECE-F446-E903-ABC4C683B7E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91AC81C4-6651-00AA-5CF1-786BA5030E0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D1274C70-78F7-318C-2F8C-095D3EA1177C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869F941C-9862-B71D-948B-6C7A56ADBE69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B30A0A09-B59B-A7F5-59C9-47AB79E820AF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C15A8FDC-F7EA-3FA9-ABEA-2AC40F409715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8B7EC0E1-C591-8A87-E5A3-86BC6E2562D5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31B0ED8C-028A-A57C-5ED2-0B89EB628D4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194A1D1-923C-63F0-6F20-031440527C9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26648B0C-6F24-DA6A-1D0F-27858232C9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77E326A1-2766-0A51-A940-2F6DC1DBDD4A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A9B2C97C-69F4-52B0-A0C2-4D09ED2D7E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7358BFBC-E6C9-5894-C588-E474575CC0EF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A278174D-21D4-F8B9-5593-5CD5C98770FB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17305B4C-E53F-9F0D-71B7-961B52ED5EA5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4616B333-6939-8091-4B4A-7A87E5350D0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9446048C-2894-0210-DABF-D837E9C6206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0DF0A6F3-0D01-ACE8-DD1B-FF610FDD6CBE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4BB7459D-8C83-8C58-1753-58944B95D2FF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FFC18A05-0C16-D33D-37D4-C74FAA862AD6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6697E2D9-0ADE-3014-86FF-7F6E80FEF85B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B33FDBD5-3034-DB35-CF3E-C41B0DD29ACF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75012975-04B5-13A2-562A-0CA40FD446A9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7DC6DCD2-B3E0-0290-7049-69B8A0649BD2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13C37869-C4D7-8CEF-CA18-6ADA87AF6F1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3E60805A-4BBF-D8CF-2C8E-8795E15F051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40546465-884D-8D62-1F2D-3233CFE35E5E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D989DC25-03D8-A7AF-D4E6-DB401DC62A64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68991B28-4F4D-87A3-EBE9-ADD27914549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E2994BE2-4929-8576-7038-C77DFCEC03E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48A20F83-6CB6-1CFF-EC00-9190CAABEE02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B64EA6EF-513F-5BF4-4060-341B7D93362F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152FD63C-75D3-53B1-8ABD-359A2F8EDDC2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151467D1-1C94-FCCA-5B33-86DFF0F8B3F7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BC92789-9E94-9567-BABC-F0447164F3E3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0A55C4D-874C-0925-1170-E7251259BF5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9847388B-B22A-B38C-6CC9-510DEF00BB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7DEBB0E5-9330-EBC8-2784-65CA1A9984A7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A6134D7E-8505-2DFE-4E6E-4DAC8950FB7F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A0B2A2D5-D046-DF1F-05F7-7FDB400BE06D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73004005-7C33-267B-3983-F7C190287A10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A4700F3D-09D6-9415-53CC-CABF747DF4FA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C0C7A80E-8A15-458E-698C-39A34719F77F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3A2EB1A3-7A36-155E-A424-15B211B68C3F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33BE570-5E3F-5DBC-8843-3DE42CD9A27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7B336F68-FA74-FF60-96D5-602FD8402BC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247E2D98-1B02-1213-AA0F-DA03179B4A8E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9C13A0DA-3F55-4148-CB68-3FD194002B8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62D4F3F-B2FB-4783-04AF-3033555471CE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04FB8A58-960B-E304-4606-8E839DB9D41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C50FC29F-CCC4-6C41-6425-AC640E1760A9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0EBE6073-D9F4-196C-7F33-B23598156063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2E76F771-D903-1AFA-21C7-086B26657D53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82101E10-DF9C-2C5C-CECE-9A5B5DE3ABF0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FC2CB2D3-8DAB-D175-EA57-3E1049AE433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2031D39E-FB90-D86F-B58C-34AB4AA339F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554CADBD-0A75-A85E-3F0E-5431D3B71AC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E0FC3114-073E-4502-D6D2-861B13D37497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FB88AC28-D452-A2BD-71BB-FDAC960E77E2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30ACEC0C-B19A-A707-3B17-876ABD358606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CC624802-DEDA-C468-1E6A-441E75CA17F4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02B06290-AA50-D5E8-ACFE-32023412C9E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E1680D1B-4767-ED2D-C806-3D94E97D3AD4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2F21988A-01ED-3AA9-64FE-A157AFF5333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17A593AA-9343-3B84-30C3-9E0072F1F769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E4357DB8-758A-2D9D-0B2F-56807C8B2BA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442EA854-DF4D-7B6F-07C4-BE26A03C97A1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1511DB1-FF71-D045-AC44-9377DED41C6E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5B9E3270-F52B-EC8E-AF84-B6D85227672A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55A5F482-6B37-B473-93B4-CD31D6A09506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9A5546F8-6C2A-AB3F-50DC-1DDDDB8897CC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39052407-B1CE-3C42-2C44-E8A8B1B077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144B00D3-7297-BA15-F6F6-E30362DCA5AB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10FE01E3-AF63-0A53-2232-809BA7478BF8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A978AB92-0ABE-143D-FDC4-0B67778F2EC2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E4AA5067-1D9C-E795-AA08-E452FC567DCF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3C34EC1-55B3-827C-86CA-DEF7AFC8C034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49E795B1-CF4C-E485-6E42-D8538569712A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A386273E-A26B-D0A5-FC93-5DC0B84E5568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5DAB52C2-0590-77FE-E975-BD8C442D3DE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CFCC8D47-15E9-E2D3-B9CF-E57669E223D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F95A5E4-1C2F-E77B-46EE-4A3E952F38DD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DC1A91E-F498-F468-31A9-D99B9F994389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815C5D9-5D4C-547E-3159-36028FECFFD9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2EB45218-D435-26B6-134D-867B85E5FF5B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7FF639F2-9099-B6CC-0DAA-D332ECC5B76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D4AA247-3FAB-5B0E-BE52-B7B00AAF300F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9FF3793E-D2EA-FE02-E4EC-BDB5A19AFEAF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7E3525ED-6D23-E215-14F0-31F0C4B1F6D4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C996727F-FB3D-BC1F-0A7E-D16B381A68DE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1EB5D499-ED3C-F1DB-16F1-69F8CBECEE9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B17D0A2E-943D-B144-EA0D-B503DA3F9ED3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4E5FFA5C-F809-3A53-E6B3-934DEFAF3D3F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A36110C5-5FC4-2B38-9672-77A62D250A15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52288B8E-3AD3-FBB8-8CB5-BB5AC4401CE7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2413B998-E658-FCF4-CFC6-EFCDC2F08DE2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4B94A50F-8ECE-7DE1-6198-42AF3D83BF76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100638C1-D86C-72CC-21B1-90FB28078A09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852B90BB-7D3B-C0F9-12EA-190B2447DE05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9E89B179-A956-7953-CD7E-3555355DDC8C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A3BAF5DE-D2DA-9976-BBFB-76B7598B17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B621A8D9-BE3F-DF50-DA05-AA321A2AB094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3F149E53-D1E5-5DB9-717E-1C784A0A75E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1D4C250C-309E-E482-E50F-5E0253F4FE5A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51B53BBB-E890-0E1C-8DA3-D3A7773137B2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A33AB936-BAAE-8D3B-06AE-18AD06111317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C4A1A566-0E6F-21F5-F52B-EE1623FA7FB1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AFAD6E10-85F4-AB2D-D228-2F7BDC149359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8A16D6D5-44F1-7F89-5213-F10A24E4DA1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24498BC3-3C86-9CDF-4A57-3BDA504FC7FF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F75687BB-18A2-33CE-CC5C-ADC65F62B565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08BF5D7A-507B-643E-4A2C-B0AFCB876909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33160EEE-5D15-0076-3205-DFDB0400634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83DB4CDB-E4A9-BD8B-AF96-B2094D25508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AFF1F70D-7456-5854-92F7-3E99EABCC802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54D6DCF3-7450-8B48-EC14-473B7EFED403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619CB51-E5A2-F443-94A8-464E4B176455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56A2107-3066-157C-E354-CC55F1686297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3055BC54-80BB-F3F2-6F83-71A02A1EC6CE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F0D58CD1-5B24-36A1-55D8-6CE6E8A69C6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28E8C9C-B929-081D-0412-6BD987F1F464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AAB1C414-8007-9296-6AF4-3083F2454E58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2E2378B7-FC7D-B1B4-3894-860A0590F846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C9257907-6013-0F7C-4CB2-7204E645A90E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F1C14C19-3A98-68CE-B26D-E21F89CEB42F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BF239063-4710-A41E-43F0-B090BF6AAB62}"/>
              </a:ext>
            </a:extLst>
          </p:cNvPr>
          <p:cNvGrpSpPr/>
          <p:nvPr/>
        </p:nvGrpSpPr>
        <p:grpSpPr>
          <a:xfrm>
            <a:off x="19282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4F79CC38-CDFF-79BF-B08D-2C0C1BDFBF15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DF317F14-66DF-86A5-9D12-75A162305047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FB9EA88C-30A7-C51E-997C-A62A0B7852AE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2C70F93C-F80E-ACB9-F5A7-52EF095C03AB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3F393001-D4FF-E1D8-37A0-80397A3D80AC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3A2F16B1-A52E-3AA5-C669-D12407A95754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40A50BA2-5DB3-F8FD-5009-C158A330DC3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74F2A853-A3D0-B9E8-6EB9-726920083B67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67329A79-C70B-8C0E-C3CF-BCFF7A32CE6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AFA84347-143B-64C8-FA18-AFC37CAB97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8CF56A3B-1C56-D359-1710-64CA290FD29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1517AAAF-1D4D-C783-9BE8-9027677233B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BCE6C4E6-1AEF-D054-BD56-BA576BE8F614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8485D2A6-2ECF-14DC-7B8E-E0AB75B7FA7E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50E3E94F-5228-5649-5483-3AE23D8E86D8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30BAF5BA-8235-6E47-9FD9-485010BEFE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C3B198F3-7D2C-1DAB-A588-E88250E82668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F987409E-DAA9-2832-86C6-DDD58109965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C5270D8-3F09-2C6C-8A1A-B4569AB771AC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1D5A9A94-DF15-1FEC-29A7-A152D161AC2B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03B0D405-7987-8B9E-CA74-4200F7D83150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3D691EE5-47BF-7B50-14CE-68DC0B48371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5A216063-C504-E58A-6149-E314F7B5427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B1DD61A-A281-2742-E674-379753FC0A71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4C9991A1-6D58-198E-6B29-7BC6A8C1DFE9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79E39629-3425-4BC3-551A-6AF6B6540A38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E5771888-12B2-3806-2398-160A43A242E8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ED11F6FC-FDFE-AF4C-528C-A454C649A4FB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08140CB6-6F2C-CBAD-C5C2-BB811C404136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FD597A30-950B-BDB3-D099-8E9189FDD208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C2B82BFE-DD6B-C2CC-A371-8C24504B4E9A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25D7552B-522E-3BB4-1B04-32071F12783B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691E964A-7E2C-A5E5-9B8B-028804BB216A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7DCAEFCB-5998-DB71-5C16-0BAFB4E32F39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99B244D-F5E1-8C3B-CFDF-74F37E123342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6705A463-7A82-A38C-6685-F35B40C947E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6520E549-9374-B7E3-C056-9F8F3861F9B1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F4AC7EB0-C996-B50B-B856-F31A3A22B11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9F3AEFC1-0603-452F-FD24-1CE3B63ACA6E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6B46D42F-B7A1-8EB4-CC15-9923B8A92C5E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6E41B762-229F-D5D0-CB09-B39B603A1260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7A9F0DF2-7F50-0AD2-8148-5E7657B09842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0B9406F3-58B4-8D85-7159-8B9272E266B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F2A29EF2-8172-DA8E-7B07-CF51AEEC48ED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29935DFE-32FB-0ABF-7B1A-7E78CCC87C4C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63A39A60-6F4F-A5E6-366F-3BA4D3C4FDF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02C45E1C-300A-C15B-F796-80AB56191DC2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3885AD8D-05E3-2004-C0A2-D898CE2400A2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3D5E4BD5-C232-9B0E-9973-F61A8BDCFB21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4DBB9230-B50C-E7D9-031D-FFF69B852D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51CCC395-0861-0054-5A07-4CF9753D7389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481BE88-1374-98B6-8865-5B979D6296E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B1CBDBE-9CB9-A71E-020B-8AF2B440794D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439E915F-C305-9B04-DF3A-96E377E4A0F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7100CD53-52F1-CC40-5378-223D93F1B52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9BD93F1-1515-38A0-29A3-6A19494C5EBF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E8BE855C-D5AF-EF28-0E31-2C61504707D1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80556D01-21CF-690B-C50F-56B30A31B0D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53E8E250-2811-36E5-6542-7AEA8E1ED27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DBF7FD07-D932-AE1E-5347-0A9B43BEC48A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1D23AFC-DB37-44BD-8657-AA0DAECEE29C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A8C942A-1631-2DC6-7712-F18D8B5A8848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BD33C5BA-AC75-A5D2-E65E-5F0EBCD35463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DDFF0068-0D1C-25BC-D6FB-8BBBF526B4DD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B9C7F54D-4C04-B667-19AA-651713B1AF14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A8EE1B7-00BB-1FCC-1397-01654246EDF8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1978169-2F63-1E16-9DD5-672AB7D56710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A0E91021-FD31-CDC3-F370-6CE9855CA24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6B37396B-2BB2-4D6A-0D4C-BE6ABC508F5C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3FCB89D0-21B7-5F8E-894F-E5760398D5E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C9B63001-335F-2BFB-B618-33682B78C669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369C3998-ADFE-3840-A0B4-C20AF3D213F7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39703FAA-CF2F-E8C1-BC4A-C54284EA962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0ADAA2A7-1A6C-903F-446B-1BD28EB090EB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03B4BD7F-A98B-8D94-E590-EA166EA77C5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213A0E98-0787-20FB-FEC2-81A2EFB43686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42AADA64-A1BE-8C8A-6F83-EECE53722F6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D97F23E4-8D17-839C-8A53-4FC6808C607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DA43E1FB-329E-D451-9874-05E7E1B794B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B27C08DE-77DF-0528-9267-91CCDD2BDDC9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F2B21DC8-7EB3-5037-DC41-DAA9FE72396D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A4024058-3F65-96DF-DBAB-FFD81B567EA6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1838DA0B-76F4-27BA-C398-08BE9AFB5457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B06A1084-D23F-87D3-F79C-AA533D89AEC5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2A63E45-A8D2-B742-8AB8-FFA29E81CF76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16C1D92A-92DE-D314-EA6C-7A44A28A4AA6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3842E92D-EA2D-2029-3B44-428128B2ADC7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9250305C-5521-E5EC-AF36-2D8FAE6BDD9E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4F1B154-8942-23A5-43EF-4D2D34A0FEF7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1F862F35-8559-6F6F-6791-2250016A1D22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196D7F76-D919-9228-0511-AF01A092761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E5FDEBC-DE07-9F59-2C75-52C0B07CB862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63488CB4-11EE-1B13-CC14-40722332A5B5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98CC875-F1FB-EFCA-ED95-0AEF041899CA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FB7E4C8-270E-F112-C5F2-0D529F64A692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2FA8918-9D0D-B186-2640-7C101AFC9EAB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7AB96910-FB4E-0DED-9C4F-3BFDC2AF4C90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C03655AE-4D65-46BF-DAAF-70D531B2B61E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6C335EA-5FA7-508E-9988-F0CA8A046182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D903E5A9-CA0E-5066-93DE-E36A456E634C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BCD505F1-56DA-C71C-F04A-EB47AE52D3A1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AFF406CC-5DB7-A9F3-343D-EB9752688B7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4378F4ED-23CC-3745-BE33-4ED4F2FB38F8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F0169904-81E0-8CF1-DB6B-7E2EC64609CF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8948D684-91BF-AA21-3407-963365681F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F255B6A-13CB-4F7D-38A6-E568146B66C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386DC6E7-6F8F-3C92-B151-5615B0E06B4E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42FBAB97-7E34-51D7-185E-D184DD54E07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12F83509-23B1-F7EB-D198-FF8727A1CFF5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8A77E080-CE4E-746E-8D3A-7885CE73E66B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C95CBE6C-377C-E375-A5B2-2FE52E818DAE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33F04AA4-A00D-59DE-3056-8F1E9DE0D000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5156424B-C9CC-03A8-DDB9-D4E64D3CF2B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FB0B1425-E109-B112-9F35-1C83EBA7617F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4DF17886-7279-BFC9-C176-BACB26DB5D6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8640B1BB-AFC3-1D39-30DD-AA7101B4DB37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F9D5B866-6EE7-C1CD-7644-9F9C105B834E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78AEEE01-5A79-0E3C-5EC2-A277D029E4F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22550C-1783-3CC2-6406-1DD99D054B82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FBA7D1ED-48FB-A2BC-4F4C-22CCACAF234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A1CAF49-64D3-9E34-8006-1B34BE54CA58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F37338A4-F4DE-5214-F2A8-BBEA0C8EB549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72D427D-B5B3-7176-80D9-873F1CEA27C0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E26FF080-59A4-E955-6C88-5784B543F7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6B76F81A-8BC6-7BD0-833D-FFFAF6CC0EC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C9711C77-77D2-4B61-566B-A68070F851D2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9A196043-6BF7-EE61-18F3-2C42DFE2C11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9BE0E78F-1B24-A42C-B90C-E54D653FE72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B565AD1C-0A17-020D-4D67-0DA9E0AD41D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B707F147-7CE1-DA9C-F56F-32DB0D0587E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625A382E-3289-4762-9C05-069F86FA16D3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CD348A7A-A606-97AF-B337-9BAA0FFF97C7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16C2E93E-B086-398D-E24D-EDD4CAE5CD5E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3608A74B-B414-6519-4528-474B84DC40B7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367CA088-684B-F756-C8F7-BFCE6D576136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D7D1E356-9E07-4419-A87E-EEAFCCA98F15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40A347A-AD11-59B3-6623-5B9286A2F334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56DB8E57-9EDF-95E0-4234-761D623AD279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5A73053B-7369-6742-FEAF-5C2D3CDF98B4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87DA949D-C42D-7510-E696-DCA13B01B6A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1CFAA8F4-9C32-9C79-E186-3607F9751083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008C6FC9-ADD6-C748-5A93-599602A9E6E2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8BF6D085-2D6A-BD47-FC61-1D853020F0A5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8FE13EA-96ED-5D19-EA2B-84E1AFCFF58F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01D69AF5-540F-6790-443F-79A1331DC60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4363C24B-4FFC-39B1-B92E-3468824F6CE0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8CE47F7D-9BA6-2481-B954-0548D2A6502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CB6CB964-54F2-5117-DEC1-01A548A281DC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BC8BC298-7AA4-EF15-7AD2-F040980783E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60B344AD-67DF-AEFA-0A03-D925640E3114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89B98077-2BD9-44A0-3F57-E8DAA87E10BB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D31C4BE2-4521-D747-5CC6-5744B71D086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D456F69F-7872-95FA-7AF1-DA568493247A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9A264407-05F1-65F1-50D5-05AD0B3474C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6F1ED326-1D45-F8F1-C0F3-615F61E67F21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60F6D8F9-C226-B277-9E42-8562FD63CC9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690933F2-5F3F-A8E4-5C47-9193A169D1AE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C93898E6-DF51-D458-D42B-301B183F78EC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ECC543F7-D72A-6D8C-979E-DC1AB5840E0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85F8DDD5-307B-0342-A245-5C67FACAC599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DAA42E2-E179-C275-3250-47FBAAFA81C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6880BB34-BDA9-1120-C439-07771AE6F56A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CCBBF734-BA1C-8FE6-1D2C-22A7C08272BF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3ADC2414-78F0-E71F-FBBB-C58060DACD06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19F1E891-001A-5E08-3B1E-4381CA54CC06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E7C8CF7A-2FFA-0C3F-4145-4C68E6CF4B5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43939434-F952-A657-02E3-A6CF028E1F1D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DEDADDDE-300B-25FD-FF03-73BBC0553748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AAD2C1AF-AB20-23BE-1840-C515721A5A30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8201AFC7-A9BA-440D-5648-CE5C16D16008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6DA045B4-3F52-0D19-1448-00DB1F619C4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9FA07036-AB27-647D-0BE6-E79885F828B0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402D8BF-B787-973E-A856-4C3D53D2DB8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4EF705D-DF39-E03F-1905-884FFDDB854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4C30F56F-5092-6A7E-DFE5-77D5ECAD3FEF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CA0738FC-804F-75A2-EB80-FC9961A8B5E3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D58EF60B-3150-FFD9-0028-4C12C069F1B3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B47FA889-F716-BEAD-8F8D-C6F8A30213C5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D0F7E692-4578-E087-7E77-B227FDC67B0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5FE86C54-155A-2AAD-54DC-3C0AF1703DB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342F82AA-C096-71E1-699A-B6D1641AEE13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8AF04084-3A8A-F84F-5E4F-3419D7C26450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44E69D96-BFCC-66A2-0BBA-D3749E0702B4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299E8C87-2917-92B1-210F-824A02A9977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66B99E8-0893-1E50-3726-B83E1D395F38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AB20F492-522D-904C-7127-ECF694671D4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9A93112A-8507-72BF-592A-1F37D8831312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B414204E-5206-218E-B9FF-0F5122C64538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33ED27C0-F53B-9E39-D8A3-4E9F79BC72CD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A7699DD5-3C62-15B3-556A-59144EE943B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424863F-D7A9-AD3E-EE78-32D23ED8B97F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31CCD55-243D-C658-A038-C739706484E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ECB82F3F-3B8B-5B94-CCDB-722E48A1E54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CF59D7A4-3CE5-DD18-782E-FA78F42A0E66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23E8C45C-A8F8-57F0-DBD4-45413316008C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3CB115B3-FF47-4859-0335-1E2A90136942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B57D415E-4F5D-8A9C-3114-7B97616B8C7E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844AD6BE-A5CB-7357-A7DA-166E66950C29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DA46AE1-F97D-483A-EE24-37F15DAB98C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0F97A3A-0EAA-84A9-C33F-2FC52ADD1D9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A3E7F507-BEB4-6833-1965-C16D244C4B1A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36104838-443D-1D88-6722-82CB79E2BAF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C73D32A9-C72C-49F4-C180-5D0A40002B98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E39D6DF7-1F12-901F-090E-86685B444D30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A712CB97-35E3-D6F8-2A02-FDDB119C94FF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65C5F44F-849A-8A0F-131E-DFE7251963AC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83F40411-E429-044C-89C0-484FE465C2CF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15FD0319-D9C2-6DA1-637C-9BF8691DA9A1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221AD615-4809-8C5E-7C54-17814CF037FC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FA5689D2-7695-5862-6462-45CCF8701B3A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A96D3DB3-5CE5-2FE5-3FA6-4645D770446D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9D00D6DB-E702-4F56-6FD4-9F6A84C3831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3D8D550E-85AD-7091-DF2F-01EA4082229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1B917410-5597-FFC5-07DD-7419A1E679AD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EB0F468A-918E-547F-23E4-B31C4C703C8A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EE494FF2-4FEB-9D7E-A4FB-A73F6BC5AFCC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C9FF4C7D-3AE7-CF36-22E6-95987206881D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A17D00F7-8F17-B397-F559-4F412D7BDD7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72BC4E2-DA16-4B9D-D479-42965A1257E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AFA8D2C-DCC3-FBB9-948A-1BAE766809C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A3CE39D6-3DFB-B081-A1B8-56AA06E840C1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DAEAED8E-E6D6-F937-05A0-A3A225439E9A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016B9312-1EDC-A949-D483-F9636A07E773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E219A9F0-68EC-0412-490F-96D9CD8DBD6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5A91420D-036E-FA56-9A30-4F5BFC13F24A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E3607C4C-B711-AC2F-FDAC-8EA6FB543C2D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B7906EC-E963-C2BE-2F16-CCE7209BE6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555E4049-DB10-636A-A5E5-D0C0C000BA6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2214B3DF-5AA8-B2B5-155D-EFAFE246385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26AEBF5C-0C14-9493-F5D0-F445DE38BC7D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805FBDDE-968D-7799-1516-1A1824AB8628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BEF6BEDE-FE0E-E81D-173D-289292FE594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D7F668B-F26B-3EB4-5820-0BB4A4F63BD0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BC7F6664-EC88-8AE1-ED94-B9ED4622AD4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8E7E0E15-FAA1-5331-313B-203A86215B8B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8F1B9470-1167-2489-D98D-33E2B60E910F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28571CB0-8C91-3D31-6F7D-A19D3CF82FCF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F5CC3B9-F2DF-A80A-3D53-5E4CF1ED034F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8D2338B5-1627-DF58-6AF8-FD7E5DCF526A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2C171807-1D8B-7380-4D1A-ED5A8030A876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A0CAF40A-67F0-E22F-09A7-9B7B9EEB11EE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268B76DB-87AD-0EE4-BBF8-A13B7F3D9B6C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2B8F0B77-CE82-5AFE-F335-445ECE39CCB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08B38668-5E36-50CB-602E-0A916FF9E08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EF585FE-FBD0-11BC-E160-87731CFCA46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F4BFF9B3-AA90-6A47-07B8-4588730FAC7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ADEE2D1D-1C94-232C-4FA5-90A3F398ED4D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0E330953-88B9-84A9-6343-08F23B9C9D0D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BC409456-2FBE-24D9-CD0B-8A07F54B17C9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67CC6BB3-8DA3-BB0D-1EAE-5D603F457A8C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4E38572-2354-0E98-AA99-002D10415B2D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F142047D-E20C-39D1-8671-CEDA944D6305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3DBFF116-6A9D-8A5B-A00B-C16BC6E2B9A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30E76918-5988-6C7F-4C50-8FEF76AAA5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0C34DF24-2A36-521F-F332-6082E30FAA1C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30206A9F-DB1C-6045-56BE-FDCF0D4789F5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259D57CF-8DB4-FA34-A919-022719D37BF4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2408CEF9-7F42-DD4E-DE2B-B62BBE9C87DC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F2311782-0A91-C3E8-B83D-1AD5F551229A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FAFC623A-AA45-4A88-7815-3CDBD2B6940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1B1ADFB1-19B9-A328-A8CA-623379A1BD17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514505F3-4FC4-1799-28C4-AC07566AD8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BB694BC5-C778-7DFF-AB81-4723AC5DD525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51A77ABC-DB54-2087-4F99-B67CE672859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03E3EC1A-2BDD-14F3-6C5F-058156921366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08DC5B2D-3CA4-80CE-501D-CE1268B32F7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CB8DF8CB-0176-34AD-D0E8-56C27782A9E3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9C24670B-1760-28DA-4E5E-1B2A905D6B15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8E829467-AE1E-0616-7D84-333DD62D1CC1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B22BDF5E-6F95-D503-BF61-98D3DD167750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B94B21AC-CF57-A0FD-29B9-DE4F33E69DD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0405D966-D50E-46C7-ACF6-3D82465A9C47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CA5F9AD-E81F-8C9E-F9AF-580913F6C03C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931B171-0084-B98B-3F5A-D161C4964007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BAFF546E-10E2-FAE6-8B49-0FC2AA77F5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0556F386-49C4-2A27-A512-AFDD262C65E1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2EDE4BD8-0DF8-432B-4F79-22293FD36369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770B4687-856A-3850-3F23-8F07DAD6C57A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62A924B6-9925-055B-E0F9-2E8A1691E222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96391DDB-DF43-E25D-05AC-664C82E23958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1A58C00-FEE3-F307-6413-F635938E87D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D1B4FDBF-68D7-6AEC-06ED-92B8035B77D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B6178F27-8474-4EF0-E4A5-BB26136E187F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830A0382-94D2-9AA9-B25B-576AFD90286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D89B898-9236-C88F-7DD4-61A0958C8190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E2A89CD0-6CF6-2094-161E-8328FC7D864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0BC3E8B2-25FF-C0E6-B14A-E64EFBC1BC2A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C59855E5-D67F-D16B-9798-AB3D160B3BC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88A845B5-80FE-68F4-8B53-57E0F0610219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8652BFE6-DA58-582F-6F72-8876BAF53C36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676C2C81-8195-77DA-1E8E-2A612D2E1CA4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9D428D2E-D809-484F-D61C-046A471E0797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93D2AC8A-BE51-FB68-0D2B-0C5B09FC9621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44BFDAAD-23D6-507D-506D-DA9D6072F7E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991CB1D2-0001-2D23-BA60-623CD36D58DE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93198397-CD41-1175-46CA-5D8129B6592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E8F645F3-B4F0-014C-B571-A606451CB46B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A0D3B3CA-5CB5-AEFE-E32E-26D8C4E1EEF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DB6CF80C-F17F-1758-EE3B-338FCFA7528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0CEB2FDD-5639-A0C9-9262-94F05E5D430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A9A009AF-A7DF-275C-D534-157F09FA3F12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6F91F27B-9844-EA13-676F-02B5009C6592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A70DB874-0666-248B-98E7-74AEC1CFF13F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AD40DF3F-C59B-2AF4-E949-8F50E57E6815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EA070F09-10AC-183A-22C2-764588C9C655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A42DDD74-9B0F-68C9-8670-DDBE425153C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C9A73506-7B0E-EFA0-29DF-E8549D56B12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AA0EBCD-2EAE-9575-8F4B-7C1F43C25E16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BB9A1F9C-7A64-CFC5-9F1D-C6DB62BF51AA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A2DA74E-0D9F-4641-6F86-50A662F9D545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D5A41F65-346D-747E-086D-C3F415AAA23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056C14AC-525B-AAA1-17D8-E2F0F635251A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C13DA80F-4666-6085-D12D-E34DF7FE3CE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2C625258-32CA-BBDD-9987-FF72D7D46A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42885F4D-94E3-E71D-5D08-BCB62EC5CA7B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2E1A1BAD-C47B-367C-7B8F-FB423C62231E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5C17AD4-0051-039F-0DBF-0E6AB784886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1725FF81-B8A7-CCDD-F57D-451D3F730D92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D0E34BC5-33C1-3F24-A29E-2E467EDBF102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7BC82CE3-C0A4-1CE3-FB79-701A9E3A078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5C0991BB-A2E7-0219-F686-EF200FEDAE7C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D3D736DF-4BD2-29E9-A360-DA48AA85A4E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651EBCD6-22C8-EEAC-54DC-A0F628FA505E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05B759C2-9880-B085-AB1F-E7E8D65F617A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24C6B74E-9824-6DA9-8014-42FF12405938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7E0E8295-1C9A-7643-8648-2A0945B70CD3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0808C1B9-F919-BA8A-1ED2-4E37DDEEA1F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3554143D-5E1F-A125-ADDB-3534BBDCDC0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3D88E64A-C754-63AA-E002-A665459D4901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A5A0B770-3C74-0A24-21D1-78FDB1AA8F56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F00E4A19-9697-0321-38D3-EE33901C7BC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BF652A3-13AC-F784-7487-E4734B2F78A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9E690E71-B206-F9F5-783E-83B12A888300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44EF58BD-9910-4B66-4905-D0150AF3DA3B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AB75998-4833-B75B-E108-8FA48648A73F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5369B6C2-7CAD-7ACF-E2CD-3F9262B2E896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3B1012F3-DFDE-7BFC-5782-6F412467C7B2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8F255C-7CED-6442-FF2F-C638DC5F1FA7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B563675A-6778-4180-F6C3-4AB373EBE81E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813F2777-0B4F-B5EB-4B90-DA8497D2BAB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8FB7E65F-FB23-4A9E-70B9-252BBF9308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3FE045AF-D331-78E1-42B1-8EF5322703CD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B5FBE6A0-AFAF-7566-8383-5D93411B9515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DBEFCBCB-67EF-1190-06E3-B8136D7EEC61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8399778F-2DC9-58D3-9512-3301ADCD28F3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BAB04B51-6D30-944F-1069-E27625411AF9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815FEB31-FE2A-777D-9070-70BDC06E835E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9BFB6289-923E-90C3-F14A-26B377B7449F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0801E0B3-23C8-299D-D996-919A6580F41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327A7C8F-39BD-9E35-BC3D-A6CF370CC1B1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6945E2AB-6995-1962-703A-1D8373BA242B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E6BEFD9-05E7-BCC3-C9FF-96283578360D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017D36A8-9CAB-7CAD-E059-D29B37AC1E9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1ECD66E-DC74-3B2C-3629-C720E4C14FEA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E8AB477-963B-5BB0-1C24-F80DF3AF488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4C0FC6DC-BD5C-01FE-4A66-137638D0FFD7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F6C60BC-046C-BA49-9E2F-108DC2844F3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307B2E3C-B624-E518-A3B4-1D52422A78A5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04257BB5-85D6-FD39-4DCF-BA8CC162C4A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C7C1AE82-68A0-E0CC-032B-3E68C39F294A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5CCC84D7-C35B-3B5D-32F1-2979E86D34B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9220888-53F4-02DA-4974-C8B3402D188D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A91DE95F-5F4D-20AE-45FE-C78FDE97F37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9C66FE91-CF9D-6343-3ADA-9B01E04F5F5E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DE1F9BEE-B43E-D197-B0FA-BA5759A2D7C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6B8320E4-3E02-07DB-045D-50D431B7CDD8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852278FF-EA91-D29A-1ED7-C9A6FF45A6A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7A9E2CB9-0715-9C12-B608-08201F9B522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2F69CDF0-C10C-3DF0-2E32-786DF1411EC3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201EBEDB-424A-D2DC-AF10-6E245952D572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F4E10D66-40BD-162E-FF05-A8E451651C89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8E5B771B-8AD9-DAC4-6EDC-20B2D667A147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8BD83949-F468-E312-E22B-F5A6079A16C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120103C0-4538-59E3-E120-CDEEC5D299C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ECB3F1D0-2228-AEDD-8BEA-A779178BD0D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3DE08695-802C-D65D-A709-16AA8EF0919C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F6DB34D3-7C5A-0921-F509-1683ED49666F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3B035EA6-E8D9-EE37-A060-FD6BEEE5273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93A04208-C790-D047-3986-6F471A4DACA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AF4B8530-3F1F-AA90-C2AA-41642B320A9D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130364C-0BC0-28AC-FBD6-2669CBD1994B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463E9F62-C32F-55DA-0616-9CF8CDE41F3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F87E3C6-ED21-1F35-F486-9A5FA2ECB155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684FCC89-5A00-797E-ACDC-C9307CAE98D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83D2D7CA-E668-3C96-5AA4-9CCD38560B68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76F2822A-1097-BD78-B6E0-9BE1620C71A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8E975DE2-B1E0-6CB6-B561-94A89FE5219B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AF34809-5A10-BFA2-1434-E7C3FD4B350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2B1E596A-BCD8-90EF-95F9-0F6F25D203E0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84DE581F-B05D-F344-7EB6-D64AD4272108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18D8E52-71F6-E8F6-1306-C291025B9E6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A1DC4323-0532-108F-8023-C5B180A25C87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6546CB43-3CC1-2E46-080E-99215034B635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55488136-F067-D291-AA00-5E979EA025ED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B720B58C-EB2C-60BC-8329-93977421B295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0922ADB-6477-3FF8-8444-7D86C0E2A97B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8F17C5FF-1894-D39E-847E-576D8646FB15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2C1EEF4F-A522-0076-79EC-849D53744CC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80ECE5E2-50CC-EA06-FF4D-A3B2242AE73D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50945DD1-19EC-3278-59B3-3D89415D28D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C6DBD000-9AC8-A69C-CBCC-91FAF278174C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95EDF49-8BDE-A708-23B0-20285FE9F78E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9EAD0F97-A670-DF54-5B81-1A5DF7F88D9E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FCADEE9-34F2-137E-ACCB-0B753BEBA214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C5EA4F0A-7F83-374B-E56A-1640FF67E39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4F3B4D3-D972-17C5-516E-43ED5C0EAF47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0CC7E1BB-87D1-98EF-1F15-EB7CDA0BF76A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28EE6F3B-6BFE-606E-F7EF-FFD80311304B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D4FE407-EC99-ED7F-1A4F-4552B593247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F9EB0F9C-728E-9E51-D075-C25C13D0A7F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0215A114-BE39-0E7C-C0F7-FA47296995A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EB4A2DA1-02C5-C9B2-F3B7-42119E20E94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CB5CE6F-4979-9A70-BF98-336FF9C82CA5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5C655AEF-42F7-B962-EAEC-B5DA4F6448F5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AB379BB0-50B6-EFB4-1306-8800DB97505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DA5FDB2F-4EAF-599D-4B7D-106502ECAAE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857E5E3C-4323-C728-5F04-D5DC0CB6D69E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299E6A16-21E2-5E65-F099-698CF000B95F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30B0F5BD-98FD-7104-DADC-4C9C243CBCB2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0DBB87D6-1CA1-CE62-C512-28564FCFC431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44DB5FCE-1F21-1E11-1FAF-FF1F781BD419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068E5D53-F6D9-7841-0AE3-3792CD5AF3A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87ABAB32-C25D-9941-5E22-2A172FD17C38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C865C846-DB77-14EF-7F2B-71F2BC82DAD4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6322FD0C-DAD4-50E3-4E82-BC5C300124B5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21E58F76-AD70-7383-8CCE-D608F5B6E7D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73A37B49-C56E-0178-95B7-4BA9BAE7C852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AF6F24D0-A5A9-0721-ED7E-51706662768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F6F0648-6B0F-2420-A689-E574BFF21403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FA519C0E-ECD2-EBEC-34F8-30BDE3DD4954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22F1BD4F-111A-551B-0850-2EFDD8ABDA18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6D8A5217-8668-3469-17D1-4299FA86CD9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F1D74AA-0E7A-D21E-41E1-533BF767906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6BF6A0A6-EEFD-E23D-0C26-106956B5AC9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4F64FE2D-14D7-D4CA-CC1C-06BC787EAA3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F1B3B36A-350F-53FD-5C34-CF4DE6440673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994B503E-15FA-B12A-47C6-27A141DD90EA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AF2D3E1-D0EA-AFF4-E588-B35C3DA996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4CC7B3B-9D6B-F9AA-7907-5FABE66C8AA4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CDCAB644-7F45-CCF1-3851-5B480C27816D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70645A06-13F0-489A-4C6E-878EC5371C6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E19C35B6-7F2A-1D12-1A45-67C02F324C90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7B15FAA9-FBAE-4A77-5E03-C449F09ED356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05DB57C-9731-D766-DD7C-40E0EE47E204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A1412F15-81BA-99D2-689C-B99FCEE5AC8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A7C30BA5-3FE2-752C-F54B-49333E100E0A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DBC1334-B777-3EFE-BAC0-B4DE548F6F18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C59EFEC1-E34E-005A-EC2E-4CD3E35CFE7F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2A7F446B-C6BD-42A1-1950-75B7AEC0C1FC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6BF2CE01-5932-3CFF-9113-CD1888DE7627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F196F472-7E90-D261-9D51-AC569968B1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7AF10703-1423-3A8C-0DA9-298A3875B0F9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FB96A875-9FA7-73AC-4D7C-AAFE21F3A0F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0F5F0FC0-944C-071C-D9CB-F43EE831FA22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D310D3E3-4E19-A962-8AC4-A5CCC99D8382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95250F50-5341-AA3B-23BE-D13A83CCC4F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C9C536C4-208A-3763-19AD-7E26AC797D42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D2B1405C-D1EC-2293-9915-61AE73ABED3F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A3E66F23-3F5F-9DEA-DA9E-7769C3B243A5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CCBC9739-4524-DB4E-D824-EB4BC5762DD8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124BF921-445A-7262-46C1-C99498004498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44A0B2D0-0AAE-F681-71A8-B7DFC1369692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4AFCC424-481F-2EC6-3772-7A7BBED1E70E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BDC8559B-3860-1147-4A24-C890C5F56CE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3D1EF980-DE38-E923-F361-4161A4D686C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D7626FD6-9137-0104-8D0C-0C9A007F46F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3B7D7E83-81CD-1A96-40E4-0D9865957150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86825824-BF90-44FD-1790-D39BE77AE9A7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74A2E71B-3F5C-30DA-A3C2-04A43FB0E21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C47C7092-2FC5-408E-E559-3746976F42CF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C3E7BB17-C7A7-1315-050F-4C6DBB36241B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AAB7D509-8751-3D0F-2719-A4132FE94DDB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2E6726A-4D63-FF78-6CEE-97200151C68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571B92D-5017-40D1-BB09-FB66E970F3C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C78AB93D-4974-419E-1796-56AB0712D22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CEC2E5B8-DDED-6149-1ABE-1384075B82AB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981CA9B4-2C23-0DE2-A9F9-8E5881F399FC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0283C389-CF4B-3C46-3D7A-F8BAA0685BF5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56EEBF-42F8-099A-0C7F-9FB7BCA0CB93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472707EC-CE92-1D54-D5D8-C8188D3AB695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C8BBFF46-FDB2-7AAE-F092-38ACD07564F5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F823470A-D78B-6CCD-FEC7-8F28D17C3A2B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CA17A9F-1969-9187-5119-91F8DCD7F7F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47FD137D-E4E6-C02B-9605-97B332EDCFFA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7B442918-2413-902E-124B-A8F29E11D3D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F1556736-CA80-7F90-6C33-A9FC4D41C9F2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F97149BD-CF36-19DC-6B77-B2DC6AFFC362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824D6FE3-0E38-C02C-E1ED-92E9A0B16A6E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AE4ED7D8-3997-1C2E-8198-B29450CFB781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3668DBBC-E237-76A8-93C2-F1E0B292FC97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C9CDBA31-3DB1-6F70-542D-693E000DC58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1A82E05E-8A23-7BFE-E657-C5CB632B1B0B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FE81BE12-0937-76FA-D286-2E2F68CC4251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65971C1-E9A3-0EE1-D6C1-6BA85A732D5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865DC7D3-CDBC-93E8-CB5C-3B6DCFD2EFC8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A365A94C-159D-BD90-9CE5-9468256F2163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3992FF19-A20C-18A8-9618-4988D7F354A9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C33DECC6-5DD9-4409-72F4-9882E58771F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8FDBD298-7F83-E33A-3FFA-A412C67A3DE1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BA4C7206-A049-B5CD-7EC5-5C5F53920F6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150BDB80-3E33-B7B4-3C19-8854104BCB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C2776420-0A71-2D6E-F673-FED4A65AE578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70150468-3FBA-1E3A-B601-E5C181EBCA8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16558652-3BD7-88B4-3EF8-D52783BE046B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FE9C7D98-69E5-7357-C34B-CAD58BC0582A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51C2A84A-9EF3-AB0A-DB62-ECFD691BA940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EEC144C0-633E-546B-EBBE-E89FF8243E3C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0A52E558-52A3-B460-741E-F54AE4356672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FE47D77-EF01-92EC-B8F6-13DE9755DB0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C7183D24-C38A-8664-1353-1C097811E0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5C45054A-3C52-EE5A-9F82-B713A3F3B212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965A010F-3A12-35C6-CDBB-771B3AA5DAE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1A8BEBC8-CC1A-FA53-0768-10B8E4322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58A12F46-E07C-87A5-FCD4-534EA78B93E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294DA2AE-CE69-6F35-2388-131A4687E40B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7901B8C0-1331-F587-DEAE-301776A82AA9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0FE4F192-3DC4-D0EF-C512-A7477356A8C3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99C5F59-3F4D-DE21-BCA2-FB7F9EF3C56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C10285AD-A0A4-86E1-9DD7-D455B026CAEB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5FFC039C-3F84-B0BF-5775-46C6B38556B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B2476600-59B8-6C0A-665E-23DEC437E24C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676E48DD-DABE-B480-A393-038AC7F22F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9BC17C25-7351-57D1-2F5F-89E4F0424439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520A472A-DFED-465A-CF66-49B87317888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036C321E-A652-BF8B-1633-808DBE5A5CE1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C55AA3A7-8FDA-8923-5046-2C7AF3017173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97E3CAC0-1E62-7620-C308-6951E83590F7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19DA15AA-223C-972C-476C-2050797D1057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56C4AAC5-34C0-A058-66E9-8601BCC4BD5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7DB5EAFA-53A5-6598-B380-89832F3F6C1C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5D97A2E0-A28B-F0E0-D98D-56892FD70ACE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1E4BC315-29CE-5AEE-2EDC-422E922A38EB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1EE156A0-6F8D-227F-E44A-D14D0C1B802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A3C00737-B9E8-46B1-D297-B2C9FC27DD72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0AA3E135-F518-FCB0-56CC-6571FF4EC30B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A51509A5-D156-1A9C-9D69-02C5B3BCD232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BA7B69B3-7569-C308-C509-09F058CC458D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5C4CDDC9-D778-1EA1-1EDB-063938EF2BB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8168E50C-1AAB-AA91-0238-AED2D0F928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F422985E-2885-C4CA-20D4-AA5B29E9FE2B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AED1E109-FDBE-30CA-9DF2-619DEFAC326B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CAF3341F-DC49-74D3-F24D-1C4854D24AAB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335F1391-F803-D47C-3249-424B799CFC47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C00F049D-8161-9CC9-E6B8-3E644F058A0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7E107C31-7DE2-06FF-3020-DAA7E090C2B3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DE73EF5A-1F73-7D4C-4704-E7191ED1A65B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EF12A117-91BF-6457-E799-A8CE58473667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A79359A-CACC-A962-2D59-04B95156B4E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D9BD817F-1D11-FAB8-DCDA-5ADB14FE419F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E8C96A51-3DE1-BF5F-44DA-0A498E5E0C85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DFDC3888-297D-00FF-339B-2E9D63A5866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C164BD0F-2D17-0D58-2ED8-E5BF45FCA808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96AC9155-363D-EB84-C528-524F505EBEB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277C4DAB-BAA5-4021-FAF6-44B4202FACC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BD4CC970-EE64-5D02-E106-EDDEA2A5B1F4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652E325A-10F0-1805-B48D-8B0A8938D5C3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56BD0DD8-FC5B-9654-FECC-F878618F6EBC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059D1144-064D-C9A6-991F-15D7DFBAFB0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BFB7FF68-0750-6FFE-ABD9-A5E1ADD2046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C085D451-3737-6C7D-2393-F25451021970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E20D53B5-6D72-5E85-C54E-95BD337716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B436A446-1C43-3D94-58C9-A83F734EE61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6B15A820-F566-A3E6-B99B-2ECF236C544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F4F338BF-88C8-C47D-F8D2-342C6D9A8BA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DBD49698-84DA-D0EA-7EC8-D1C6538C6C57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3733D49-CF66-E498-BE65-29E2131E219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613133E2-F74C-3D77-494A-A7CB5F0F7798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B7DE7933-6C53-27E6-C745-82AAFBBF033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386B5595-86E1-1D41-EE61-A02C5C25CA31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BCE35C9-1962-E4FF-5B3E-C6794B11E62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ECBD04CD-A8A8-B51A-F292-F36C7DEC2D2D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28D5F440-0EEB-C7B1-8151-1D67A3318AAD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C994ACA0-A61E-2E8A-59FA-78ABFF8E2C5F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A18A599D-AF96-D654-87E7-0C8F6D13581F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682BB725-F339-C0EB-D8F9-5EF2749DA28D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03FA1F02-5110-B570-1DDF-FFCBC34736A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919E012-EA3C-E75D-C012-EA2CC3DB3F7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BED884A1-5FAB-78AC-F6DF-D789BB27BFF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BC37E1B2-350D-3BDD-296F-D363767D42C8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8D6A7395-2779-C9A9-C683-FF1203260B81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39CA7B6D-A58C-5712-8E9C-BBA4D3312B51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D209F7D4-81F1-7070-3A6A-73536276515E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1680702-77DB-A561-089C-3B2A5F342048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63538C7E-44A5-9BB7-3D67-93AA8E64FAF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4EC7C711-A002-98B0-5C59-7FF9E953DFF6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8E421178-70A7-2DC6-1669-7A1B52269268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35EC36A1-D8CA-061E-C4A3-B02CA8EA96A0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3D4BD2C3-B7C1-9D92-B893-EE7E530EECC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95B170BB-503C-498F-A50B-B74794AEB69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4C2EAED7-B79F-50E9-A607-57C9D6066913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611DFCF5-3A08-8F81-79A6-7CD8E1B5E670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47AA2FE6-D657-0D63-3091-7B12F9CD1C5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25872146-ABD8-B903-FFFE-4C1DD8C6879F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CB16BF81-B7A9-53AA-32C1-A77EDF34D121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AAA7DB30-F2E3-D566-1BD2-78B700E0C7E1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BB606E49-AC34-C9C0-46CC-C1F90540AF62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617BCBD6-0893-E357-96FA-FDBE4C2BDF2D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6FAB9364-7C20-4A2D-C146-C5A8CA43F08E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8FF0508-2894-4709-346D-6F872DDFFB02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C14BFE75-325A-9367-DFA6-88E174AEE9DB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BBD1040D-FD9D-92CD-C9AC-7B2019B322E2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D2E9C1C-48F7-4AC8-5795-0A3F70C6E4DB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7702020E-9130-34C4-64DD-DB0FB1788F06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C1E62E0A-37BA-6D2D-212B-F361882CF38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5F523F58-7833-77EA-1048-4E9EE616F3EB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2F3382E-2AF3-4958-5A9A-FC6620CC167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8D04CE91-D088-154C-8B50-50C5CBC38055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9298C4A7-62CA-EE61-89E6-10CA3B8C8BA6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2F248E50-67E9-FBA0-0BFF-FCF24BF3448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9CE01500-E301-CC9F-0F08-1CB1958B9A0C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5ECE29D9-47D1-E6A4-60D8-FDF3A971FA5D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4EC59E78-1A25-70A6-7C7D-2E9D8C27EA7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9F8C3F2E-154A-26BF-C002-2860BBD27B88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47FB960E-A1D9-13CA-4016-1EFC1E709EB0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0E250A74-62A9-6EBB-D4F5-9CC20D8793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0448CEC2-4C7F-B7FD-76D6-E7C10CB3E3E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B2144700-1239-B933-FFD9-92C2F0E71319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22EC33F2-CCA1-BCA4-682C-77637659BA62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0978A07-6F2A-D794-83B2-D0D61D3D1136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F826E9D7-16B3-5E81-CDDE-D2078209D6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36A78E48-1D62-6CAE-5AF1-44B50E577320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DE898444-1C6C-C445-EF90-04D507E76D2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8A690C66-33D9-FC3A-C5D3-0541EDAB9806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8F7E3494-AEFB-8967-ABF7-614C136AECEC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A68AD87B-A7EA-7985-5CAC-C541223F38F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DA39A6F0-6E40-F328-69D2-B07A1FFB7FD6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098A5F4-942F-C3B6-3555-FB624E0CFB5D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51CEA5C2-81CD-2147-F7EE-5F3230A2130D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03A739C5-1842-BA09-384C-0DFA068148B1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4BC4477C-9D0D-7980-15F7-CB49744851D6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9DCAF2C4-2D64-DB0F-CC3C-6ECC777D9771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F1D9F7A1-C707-4A89-F15A-7A0C219DCC8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BC7B9077-1BF7-D1BE-5ABB-24D98EE9CE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DE960205-28F7-FE20-00BC-22BB3EDEACF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87CD028D-148E-5631-1ED8-37F478151EC7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97036C0D-FF34-C6F1-BCA8-5852F4B94B0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98EF8CCA-54B9-26E8-B826-A238391F5599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BFBC0BCE-6A37-6CFD-8085-E1EAFD5378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72B01755-405B-FC8C-1136-8D30C206858A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F058A0A9-A74F-E830-3B57-A9B080D1ECA8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97EDDCD-9A06-88C2-A7F7-23C9ECED342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B8D6C30C-D005-A412-6987-644D8893071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FA4A8D4D-F700-8E57-8841-64B48078FBF2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D022A35-70ED-02D1-EFB3-8BACD804893F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36552A0D-5E66-35CD-7A22-C407C13BE95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A97EA870-80ED-E41D-5896-58D4FB0DBD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DC79C39-3F7F-E306-07ED-F1535CC4476D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8A6986B0-5422-1B42-E787-675F3DF8CCE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7E84EA9D-4DA0-1B68-6215-265A60C6BCF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19BC3101-A864-D26E-1890-A6A8A6EA282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D836929B-EEB0-C4E1-1F28-EDF6816E602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AD0E113F-DD5F-2239-F321-55B19C50D6D3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2218A0EA-1155-3504-FFE4-BD34E799E04C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65B72374-C87A-7FE5-5648-08BC121CE22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DFD9D9E0-8434-3304-C31A-87E64C542139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276C5E51-75C9-5BB7-A58D-3240DD26AD78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949D96F2-78A8-4163-5A3F-B787D36F333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953693A5-E3EB-0D3A-A661-DBEA444B78A6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AB687E2-4B50-37E0-F57B-BC8CD7671D8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5CDFED6A-3E4E-2CF2-CAD6-FB600F421B4D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E891124-7FE0-1C8F-5368-4C9738A474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30FF80A-1B27-056F-B34A-FB48B3EF8653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34BADC12-189A-ACBA-B2B8-68D6198F37F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E1CBA903-5E94-E21F-2718-9792F63C6F4C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5594A6B-F633-2165-5A06-821282A24B2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A5F5CDA8-ED60-4001-AEF0-729196E66646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1174FBB4-ABCB-0FBC-839A-180498BF9B3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5383D60A-8CFE-E897-7DD6-17A5F80098E9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B77E2E37-0499-A952-AB60-6283DD3FEEE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D6D1CA0F-7AB8-106D-EC89-302D811A4D45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4D1ECD81-2DAD-BC0A-B76C-2FA019ABFFA8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828B9A77-6D31-DD05-6551-1350797DB317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C230422-D5C4-D030-0044-3F6AEE0FB551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53D456CD-EA4B-ADBF-BCBE-C02638ED05BA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DC3B9659-E743-B6BC-C200-8FAE708004EC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CDA00D-B547-24F9-C5AF-6BFFFC5C264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AEE8E367-20D9-D56C-B20A-88A842B501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769A2FB-EA75-7297-2083-2B43EC54EDF2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DFF1F98D-4A71-7402-4159-AF5DC6A1D1C9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C81665D1-633D-E530-5BD6-7A5628A75C4B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C989EE94-D2DE-174F-27E0-ED5D1316E3CF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6745059-19A1-3C76-693D-3DAFE656B0B8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6FC986A8-510B-52F7-505D-34C6FA1F7A0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5526D367-6AFB-B7BA-EF01-D25680720E7B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5F82E4DC-28B2-1112-6543-8A3B07B444AF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9126632F-CB49-B0CD-F52E-1524B5FED631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5C6D1A6E-D5D3-714B-F416-8A569A52C58C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8E201CCC-6746-7091-F426-48E4851A014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6E51AFE9-7299-5501-FA42-5A02950BED8B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B859172F-E869-2C80-40B4-12AFA5BB684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E3674D6E-9056-6B50-D07D-4AA04C58DE6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4558C96B-C40F-5E53-0CB3-AFEDBC53E38C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9E90AEBC-A092-3046-2958-AEBD1C54548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143966F2-A3FC-DD88-B5D4-4696AE7BE89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E26AC950-9D52-03FB-AC34-FDEA64E166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8C4FFF43-49B5-4767-A28C-7A86268EFCEA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05F50299-7BED-C3EF-2307-C2E2B6DE4442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AE50DBD3-F5E1-9B1E-E1A0-D19A73160310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5C066963-B167-11DF-7E33-5F413281FAD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2ECF7EC8-2D1C-D7D1-8F69-F7DB0484ECE4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7A0E2919-4698-38E3-6B8C-B544BFF663CA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F07D18EA-5011-857D-4FF6-60EB4F5E0A3F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FD84F78C-4156-8C2B-7A03-022CEA74069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8D5BBBC8-14FF-D523-EE91-771B5DEAC37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6DCD8F1D-E1D3-B711-0CB9-C988E3D85E4A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3EB2487C-FE8C-6ED1-BD3C-C5A1C7EBB23A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67F83B8-9E22-FD4C-AC55-E3D227896E7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C0E1C958-6CBE-0A13-861F-64AE7FDA1026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034E5296-E267-9F81-7C65-00CA1E734A9A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BCF17B78-38DD-5EE1-652F-BD98F0D32510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BFA96977-D495-5299-2264-1896FD2051E7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CD345390-DB31-ABBC-CDE5-45D851C34BD8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266D23A2-1110-B4D1-5C95-B27EAA303A58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37DE4064-6F92-3E44-63AA-81E9E5BAD107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CFE95909-2253-C112-63F5-E6640222E301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7E9B9AF1-1291-E29E-B20E-65E10957880F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3E420D38-3B66-6D41-808C-41ADB16C0BB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1E459832-5E9F-F252-B5D2-8F4B83DE38A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215167B4-C2EA-5146-5BE5-6A02D19CE805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0BCBB627-1C79-57C3-20E7-33965A9D419C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68D13725-22D1-72E8-8C4B-1A62225AC19B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AE2E83FA-C465-67AD-905A-FE517F659F8E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FC7FA51D-0D5D-8E77-9986-A21FEA165489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CF0EB37E-5C92-833E-1A5E-A05ACAA4D91B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4CF66351-B496-2A5C-B420-C2322B6DDDB8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EBE31E6C-0585-05F7-EBCA-06E76AFA7B0D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0B5365B7-E38A-EBBE-1B75-2E7163C42FE0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FA4882A0-1471-97CD-8A6E-98B7AEDC5516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39BBB7B1-1920-E9E8-C83E-C3EA415757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2D8A2BED-F605-FF41-1678-B1D0B3F49E9B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848AC073-3268-8D34-5667-B704760E6AF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30F7AB09-12C7-BCA2-CB35-9300034D237B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3228DA7-DD5C-4898-0041-1CB6A9A54D12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F6703747-8ED7-0DE5-C52A-BE40F7784EB3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D3A57F7-9A02-5CC8-E98C-1573F46CDE79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5312E2F6-7D6D-71B6-20D5-1047283C899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15FD27DE-00CD-7139-385A-F73764E8FE4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F25426D-CB0F-D550-396F-35AFA89F0A47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075F78FD-057C-6FE3-14CB-2ABE498CD4ED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51F636F-D821-7B0C-1C57-B750825A88AC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0042FC45-8C67-75F2-F4D6-C68FF1C22E8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06FBA2DD-EB77-7DC8-AD58-825BF4A817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856C6EE7-A5DE-B7BE-B7C9-A21BC16F4564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47F26A71-99F9-312C-F115-82EEA8AE34CF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DC3724DC-ED7E-843E-14D0-A62010124AF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3B96B689-8956-FBE2-CE0C-7E82B19B8927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07F88ABC-C08E-CCA2-51EF-1D8744B62890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44033088-3CA5-1431-4CD1-8A183B8373CE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5CC016BB-3487-3C15-3757-66DA8FCA0A28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28C1DDAF-A4DE-A49B-1CB8-183DE7CAC01D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4FB93990-C59B-CC6E-F75A-8F8372434EE8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672578A0-9BC7-7E0F-373C-DE8E8BC1E88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18DED35B-F56E-48FE-8FCE-E917BDEB577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CF0020B6-C610-D294-7D7B-05757219AD5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BD40BE93-756E-172B-9FD4-4D070394F27E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9E7988B3-3453-FBBC-3DE8-061E67C60C30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C1E99AB4-BCBC-B305-4F78-807559B91C3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F97F430B-77A6-FD76-1A8E-C62689467666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8820933F-BA74-8F6A-AE0C-049A23AF35B2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D706D19-5218-ADB8-E079-BA6E172430C3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10FFB73A-C79D-45FB-CB80-C6B5662003FF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14FAAA87-D69E-8A4F-EBEA-18AA2734AC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EBBEF448-30E0-8C6B-D137-87919AF8869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2BD3D6ED-3FB7-0570-FAA2-B11CC7159D95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5D47D332-1AD0-C4EE-DCA0-93FD7F606B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F73CFA92-DDE5-CB60-F47D-2305D5861859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BD4BD89A-7EB6-6AF7-F150-6DDA42431F1A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23ACDF94-B4F7-A132-074A-EA94990F2F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85241141-B744-1055-2963-2382978C72F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BBAB297E-7F00-32C6-CCC3-EE3D90941FB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20D541C1-4B0E-6E38-ED15-B27C083AE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51DCA321-E757-154F-F5A4-5CBC972471D3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2B54BB70-008B-7DD2-A9DE-4F3693BA11E3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1D165E54-2E43-D8F0-1A7D-104D23882932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54FEBBD6-7866-968A-D9BE-42D9EA979A0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03048EA2-6A6A-7492-EC37-70804B268280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43F7993A-62EE-0A63-C434-15963F996488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540873FA-C463-318F-3F4B-A3308419C478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F0B7FEC4-C46F-70CD-AE7F-113E2D86E35E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4935E2E6-04B2-6D3B-A0CA-0DC82DDEA64A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DC4EB3B3-0AF9-ADDA-1225-850AC1DB8BF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638549EE-3B3F-3122-32DB-D026E1702DA3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63B013-FE3B-9D64-171F-0844466EFE2A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FF274705-1711-AE8D-98CD-873F86A6E1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0EA30E6A-CD11-D941-1832-7BD94203414C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90F41518-8B56-41C6-FA9C-FFAA0B1C3667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6D3B5D78-FC05-4D58-7D9D-B527F56A2D87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5F0668DB-317A-5975-FDFB-128AAD02883D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212F5831-804B-65E5-EBBB-F93AF935049E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E0F2409D-C786-CB83-7128-9BAEE0313ACD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5A09EFE-05D1-F116-A812-F7E476494D88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0B0AF5DF-70C2-2CA7-29FB-C81540704E8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D70D1239-6E60-22B1-E87F-FA70C90D255E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124FE7DD-A734-12FE-8794-E1625EA172FC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DDAEDDF3-3135-874A-3BD4-0833562DFA78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59B7703-547C-FA7B-094A-049410B7E62C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9E8489AB-8238-F985-6A49-F3AB9F180BA7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EF827F19-9760-AC49-18AD-89258B58862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BD21E21E-6C1D-F465-1D76-48385A09FCAE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36F76AD3-C429-B74F-BE17-168632C52C36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68C3736B-4F80-6311-5D76-AAF40521FBAC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D73DDD42-CF8A-9DB8-D91B-8520A6C7841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7982D6B7-E500-B213-33E6-2EF27CB997F8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9D76BAE-0E66-1B3C-DFA0-01CAC7CD761F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8B38FB8D-9958-1911-61B0-07151593683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2FFDD082-B02F-CF61-CA0C-724E9E760A6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3A54A4A7-3838-CDB6-23AC-B29998AD56C8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EC37DB3-20AC-3950-3752-A5ED8319FBE7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8C075D76-604E-C28B-AF81-23387109D440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6A42FEB5-B29E-0988-7B05-4BBC04586E09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22FF1B0E-E4C7-EFF4-F72D-C973B6FAFF01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2434EE02-1FE7-547C-DB4C-77EFBD28F376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215B8C85-AA4E-B5F2-5949-C6622FAB8934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2E1C3A2B-AC1F-1726-49E2-0E754DBDDE47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367E18C1-8DC9-6B9B-5FCD-E38FB62FAD2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E172B3D5-8374-2A2E-B6F5-593D4E792A90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425C6FE2-3D92-FF4B-50A7-9256C8283A41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D2809871-BB66-4DC3-5E50-5D9944687C69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6A90C6CE-92CE-1F3F-9159-49A3F726E5D5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9192F890-FCF2-D3BD-7270-39A59A23D57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EB9FD6A3-2FE1-E21C-2559-22020DF82CCC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DE022B53-5E4D-764D-54E3-B30C2446722F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6005DB90-0FD9-11CA-9699-DCB3DDDF95C2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6043FFF3-B97E-6B2D-2302-8F9BFD060CF4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C6C52EB-BD61-FD7B-9AF0-801F3F73C66B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5C6DD45C-DC1F-FF81-B293-6085C836962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E0A9DB1-DC58-191C-D0D8-D2D4CB1584DF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F113FCA5-6621-3BC5-B4DC-F4E13F7BCD9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2E9E2F83-DF02-5AE2-6176-B7C339BA4FA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F2896A0B-EC89-62F1-E142-C271AF46ED3E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6977D449-FB71-E108-785D-AD55C6335606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893B5611-0F84-4124-7097-D72AA36A4872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A0FB115B-5459-A2BD-91D4-F9AFC95780A5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57C855B5-2FC7-55F5-CED6-285ED74A0844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92FBED4-2E71-D61E-0C17-E9E637E5A8FE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CF6F51E4-3AA2-4A36-8A4E-2ACBE5C4EE6F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ED8BC4C6-124A-98C7-1C84-8AFDA9FDE171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5C6140FC-D2B1-9318-D010-92C1F43F9503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B32399F0-27D7-BB39-DD1B-7D8383A11D0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1581BE55-25D1-7523-955F-A0C29485870E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4B8EE09C-DC54-F01C-E38E-1D5FC0DBF77B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596CAFA3-B65C-BC9E-B987-F9805B04B5FE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AEA6F35-FCAD-5EB8-6432-6E9B2D5CF56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89DEDE5B-FCA5-BDD7-B4EF-8B60EABD9CCF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2ED4720-A38F-DF0B-FE04-20653C1A5C7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B250096-2D9F-D8FE-6BA8-57982AF55A0E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A8863B3E-3C0B-4AC0-B526-28A0CF00BEC4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E87D82D-A7D8-F829-BAA1-F20DC43EF3A9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78CC6F3-FEAF-2B22-93E5-AA69A6D0DAE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B2C43F-BAA5-1DA8-03E4-6FFE110A852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0B734288-AB14-ECC4-711C-A7BC2101896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AE9C1347-4F8B-204B-E019-23D24DBFE16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D7027408-D3DE-2082-ABF5-9B8A5C3876A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FC484C24-AB01-CB88-FC86-435BCA7076A5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B552805C-3A7D-8F9C-D30D-41A749EEBAB4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BE38F628-3ECE-2BCB-6448-DDBB11774F3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22281F2B-6A2B-CA0B-AB34-D683CB03221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CC8782FE-D25B-D9F4-16A5-522D59C3E85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2AE2357C-36D1-8976-2FA6-4A446614ABD4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368047F-9C9C-FD6D-A848-066F68C95AC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170AC6AB-D312-4788-DA3C-B05928C652AD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CA36AF04-EA88-4F7E-F58D-0F672F2A9521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6C10B014-C46D-79A7-2964-E2143899E019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BA5CEE15-ED01-487B-FDDF-CEFC685AB3C5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478EEED8-7AE4-249B-CD9A-955B751F61FC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5C354819-D96B-66DE-1A94-240BF4FE9B5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97DE7D79-748A-D22D-CC4A-F26DCB6640E8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CA311209-6AC8-58F0-F17F-4F8E68A8D47A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5DF3BB10-4F2E-E17E-31CF-F3CF6C66EE17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5AAAB905-5A7B-0C5F-2753-9C8D69E46A68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19E77F2-505B-4813-E649-A32C2981766D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AE14A7C-51B5-07F8-996F-A675B48E9C7E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8FF02C06-BFF4-CF9D-338C-0F355CB47A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72AE7C2F-07F3-7E84-BFF2-7A7AE9B0A677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7E20BDDA-A9CB-53E6-CD55-66D9BCB955C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7D2E08D9-BD02-8562-0A14-BD797E4CE82A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BD6790D3-232B-95E7-4A65-971FEAEFD157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61ACA642-7E1C-BBFE-72F3-1037F9891D2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0552C525-9887-B16D-5F54-A3B24328FD7E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82376C03-B6A5-C247-BC03-BC6E86F8EE34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021817D3-3388-8258-D521-78C849B93A11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EAA9454-6F5B-03EA-F805-F7A4E0C8E939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11E15363-D7C6-9E95-96F8-5E9C7A69CE3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AE66BD81-6615-E8B1-93C3-552D5BC3A9E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867A5C33-3B34-2337-BAD3-D63AF67B15E5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C30F3552-164B-F07B-35DF-8E4855828798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1104693F-A530-5930-3154-DBC3241F5AE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2711814-C9AF-3348-E0BC-84E6A0ED68A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2E5B7C2C-9CBE-E3A3-4DE0-50B430848970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BB76832D-89DA-425C-EA28-06FEA092A5B9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E8641194-A9E1-758F-8231-3BF049C56C4D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4966A2B4-4558-B359-5132-B9301160B3D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9E1ECD64-3DBD-23C7-F5E7-05FC3EC67692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CF44D48A-D85E-1FED-6335-2272230A70B7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7D9F8E1C-83C7-1725-DE06-91303E0E8EF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56DAF3B2-498F-4108-CA8D-24CE83A9B9F6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E62D41A4-08C1-F179-DF21-95E4806B183B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F12DDCB-9921-280F-0E7C-3707F7052FD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F9E99FB5-99EA-BB0C-88E4-6976122EF24A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38FBD19B-8F2E-E420-0706-CC81193BFED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1846E896-221C-DFBA-0D4A-088F9A6A307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7B372EA7-4669-0FD3-E9E1-0B112A108F4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9AB6C701-A1DD-ADCA-F427-B38AF015C2A3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8000C9DC-CEA2-C89C-0B53-816C2E027D5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0EE5EC0A-1CBB-C388-732B-E47119EFDDFE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7B94BF6C-83F0-7378-E28A-C2E395BACFD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FFC20F3C-8D0D-188F-D9F7-3A0083A1373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1A5BA012-DBEC-659A-E177-EE9BAA9B41A2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855A65FC-5BCB-9AB5-45EE-41624DBDBFF1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CC75174-76CE-EFBC-A371-BE201176C15B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F5854481-CF04-1749-302E-AEBC091C91BE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429385F6-9E46-59E7-EE9A-9B7A013892AD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35B966E5-A61E-CC42-B316-AA8B6D4BCE03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CC7714D6-C543-9CA6-D869-33E2751AAA7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FB483424-2D3B-4A07-8D7A-11DF8EF94D47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534B63A8-64E0-E3AA-545C-AF2E54D49FA6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41373D7C-635E-3DAF-3256-E1E629214028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674B7A97-00AD-9C6F-CB98-E45A223C0BA7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A0A5C7B7-869D-2EE9-7453-80B2016FCA0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446B8E44-58B3-8423-BD94-CEAD8EEE8E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1801D302-62E6-9325-2A80-84228D3BBE7B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4E20D0B4-6454-3802-E0E9-8866D54667FD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A960971B-6805-AADB-F055-51E4A1EB713D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7D371A5C-5184-8284-A2D7-932CC06014CF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E5CE8249-8D44-71B1-8B47-122D992399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D1B3616-EF73-F276-C3DA-9968C2E23B4F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836573F6-F182-504C-75D2-88A460A1D70F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E8A53017-B1EB-D47C-0CAA-8941C4879B50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2B164135-0901-2DDB-D5EC-0F550011E8FC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651C7009-3898-7BB5-67D9-376075C4E85C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C2D9E0D0-E723-327C-C48B-61FE0A8FF600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F92B6E42-27B3-440A-6605-7046D02B929A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5B03212F-0E76-AA01-DEBC-0635A1DA3A64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0F57920D-3E36-B2C1-65E3-9D5E897ECF2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0AED985D-ABE5-5D08-9804-2D74065DB693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088F2AEE-E9C5-0DD1-64A8-A7C83E8C3252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DB360C52-C8D3-12BC-9A61-8B07F0531541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AEF3D54-EDF3-DA32-96A3-B70351F946C5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188153CE-91BE-C3FC-FA96-EF7A94A601B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0D31C657-D6A6-01BB-C64C-58DF4E0639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E5A6A1B5-6843-2397-5479-9DD9F549A9B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2E878DB0-B401-08D2-4888-96BD868423A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220260EE-4004-0D17-8B5D-4CB8B1ADA4E3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827E6D3C-4C75-0A0E-7857-CD87129EF20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4658DF2B-9CE8-2B3D-E785-E7F6CC11DBF9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D0F79A4F-4707-9445-3B75-4DA64D04223E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30870774-4DDC-D744-8424-F5B60317644A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AFC00F43-0B97-D284-7441-E4159D3A691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09EB8865-2C8C-02E4-FA74-F1C9ECC519E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23A9B2C9-BE3C-6A04-366B-C5D09617BF9E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EAF0D4A8-7F22-399B-BFB7-A50CCF4311E2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CEC8AD33-AF0E-CF5C-F370-0B96C61B6A20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7A9B60DE-FD1A-D12A-16FF-E631BC4F96B2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6B9FA447-1339-AAF9-B180-B0CC3C817BB2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1B55019A-559F-35CA-EEFB-0E3BCBBEA664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DA4BF429-7BA8-0C1E-CC33-B868313D6253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F775928-5CA0-9988-6E64-DD868DD131E0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F353827F-5CED-AE02-052E-496FFAEC8478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44A3FBBD-8C47-9158-C316-D31EFF5526E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086DB6D9-51B5-2355-405F-6D61FD04C07F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C9FD24D3-5DA6-D183-2EEF-90B307F3AA1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C0135BEF-BD09-4B64-1634-AA5AB2D7596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C655AE83-2C27-BC86-996D-6ED451FB9ED3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E8932993-1B16-6AAE-B816-F122669A5935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E1B3EA91-BBE0-2D07-C9A6-81D02C1A2E4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7F955BF-47F1-A149-476C-673AF9F7B2C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7EA7DCE9-BA00-641F-CC02-18297B74E03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DFE52EE7-3404-FB0C-6E39-65A6096B88F2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C6E97D57-13E7-757A-066C-FDEFCED9225D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71C0786F-A22C-E2FE-C443-29B79924643E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D6C5441-D8EA-3D3E-1810-8E191DC2E8FD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FB20C315-7B28-183F-8B32-9355FB644C6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5A638319-0C34-1BE4-E319-E11AC7895E32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D43D5D99-DA30-7522-A445-585165E3AFCC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9CD3329C-D182-A69E-4A42-038077A80F66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AAC928ED-3D28-63F0-2E19-C0B1123315C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9B34ED2C-5579-F688-2573-523946366A15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7B9A95A3-73F7-270B-8902-E9FE4BD1F221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435F657-8B9F-80F8-8B1B-9C79A8F745D4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12FB96E-4C1C-2FF8-BF44-A49A0B64E9C6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DEE9F2D7-43B8-9D50-8C9F-03471D2A36F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35B1E1C0-FADD-9DD3-2F05-54C6C14567DE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94CB85F8-66F5-4C26-86D8-12EC90D2AC5E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B28185F4-289F-EE8E-159A-C68C8800095A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9B6CAE4-8FAC-0A3A-6F4C-C1636F338684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88F89480-C731-951E-AFD2-32BA9C4FB0A0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D31B3CEF-C9A9-DA29-CFAD-80ADA4151DE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A8BD80D0-1118-50F5-2736-C7FA4CF0434D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EE69A583-C14D-5171-9FC8-2FBF4E855C73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94CC63A9-8A86-1E5C-67ED-0CF8227641BC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A11EF155-9672-1058-F0BC-60363559E887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75CBB9F9-FA23-BB5A-931E-F9319FC24A5D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FA7F6CB9-887E-C654-573B-3FD99FDBCCF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F2550CE-A36B-40C1-C0E4-0A96DB736CBE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F8A1E790-418E-7582-7B9C-EC7F5A9AC139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3207CD85-AFCE-8C90-FAAE-3F8E50F83C07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8D605DBA-F377-5CDA-937B-2B5F5AFB735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DCFC7C07-650B-04E9-D40A-68AA40C19E48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F0D9C266-4B07-9AA6-026C-2E9A0D7E582F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C3163D1-EDF6-CEE8-1B9F-CD25079B7EDE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8685451B-1636-DAFB-82CE-75E4BD2F88BD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7BDD2DC0-3D69-F00A-B053-7C8AE7C909C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1B032944-0C22-AF69-99F0-68FC21A0226A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C6969BA0-4F82-61F1-6C6D-B27B31E31D55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B3D6AE76-F08B-A5EC-6A34-5E1D65BE0B0A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36BC3557-1F22-4CE4-C2AA-4C8053FFE124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C9B94899-EA11-9296-E12C-FDBCE5D5C681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91819AD4-9F9A-0720-C361-4E6122C18E57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571CDA37-E40D-7307-49E8-DF35069DD217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92B2BE5D-680A-0EB0-9E6D-7D02DC07EAAF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E96DDF62-69AA-3E0E-5372-5DE4C9A4D31D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B7B5A8BA-B7C2-9121-A210-78255595CF02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0EDCE168-B669-32B1-BDCA-54382E395E93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B9741AA-D3C0-5817-C18F-9A851979D71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969FDE2-8A14-2500-A005-D02111B992CA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1C24F856-7054-2B91-768A-E478DF8DC267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B4A6A2A1-053E-8622-2F00-434B4578DB32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8C69E712-150C-B7D6-1645-E86E4FEAD137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679CE7E9-BC2B-77BA-D808-3F75166DC76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FEEE9774-AA45-8FED-A34B-818C916C452E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52BEA4C2-D582-FE73-AC12-29B743DF739E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E28BF66C-311D-855F-EDC4-2A383B91EF19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5D833A9-F72D-2521-378A-7010D79CAB6F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CEB2F530-857B-22DD-5A40-3555144557C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7FFF064-1335-6D47-B19C-89DC448706AA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7C895324-4DEE-2AC0-CD30-5F82EB9F2FB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0020B758-08AB-C8F8-1424-67E1516B7942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039B5C59-0F41-CBB5-B50F-57AF1FE28CD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14655FA-521B-2237-1117-AFF5F6520354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87A16ED7-3091-360A-FD82-57C2A5D2EE33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83CC271B-053C-1842-6A5D-10AB9C3E3F57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1B6846CF-6D80-20C8-E301-49E54E877052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43082B-E51A-0A3A-0A2E-E26E306027F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AADD3900-4A7D-CF25-5F6B-36820A71CA7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AE11921C-A67A-6BC2-E1A4-D08CE9314200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B90741CE-7685-4E9E-45EE-EAC0EE33BEDB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444D915E-0E66-596B-DE32-B98F79D25D4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58320B96-B61D-E498-AA08-161B93529ED0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0A74B55-7A3C-1CDE-9D86-6CC9D011DCA0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63616B72-9C6E-81E6-73F1-429A86BC8BA8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40B82719-AB5D-5FAE-567A-0B618CBD5F9D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CB98EB98-8319-2F5C-31AE-2D4BFE867A6E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6DDFFBD-E02E-CBB4-EB88-FEA6314C48B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C4D5A66D-73CF-CB40-5236-ABE849A04216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4879970D-6353-5601-2814-A782F2E35A93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2E8C6B78-CCDD-CB3E-07B6-828DE9FD8F20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DDCCA45F-6552-71DE-2EB8-0DB2DAB13C5B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EB91A3EB-ED56-E5CD-70C7-8759D280D4CD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F44D3D6E-4C8A-11D4-F44B-46BFB59953F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52B6317E-93F0-ED98-508C-797CA4EE271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800574E4-B903-F427-E4F8-765C58D7F1C2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AACE321-E442-0B7E-4DAB-D29E7031099F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E4C5C53C-4F28-328F-EAF0-250137B721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A84C690-327E-AC84-F786-3A4D63256773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F8D6B010-CEA8-3391-648E-A554E2293C4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C37D63F3-60DF-F864-B2B8-32236ED5AFE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13BFBA05-C077-9420-0EB9-C816EE3961B0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4903D41F-1444-1B08-9D32-46908369A59D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EF504460-A85D-0B20-E6A1-E15A5E630A0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450DB4B8-F9B0-9189-F2DE-D7B19BB8C393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3D4093FC-A7A8-1CD7-43EA-2CBC5F1019A9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EAB702B0-ECEB-7238-F34F-EBEA0B62E936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562F6CC9-46BB-2A2C-DA35-B454EB862B71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118E458E-A65C-6702-F7EC-2820D40DDBB3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C1DC49A4-B5AF-98EA-1097-F852BAD7AE16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A5F224D-C362-FAC2-51FF-2AE52B1B5B39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49FBA2BB-350D-3D70-7271-F8A1C7A7A20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3A1DBB3E-A265-9AAA-0500-559C2B97BD6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621FCE74-DA91-A181-C896-C5189700637F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B4DEF915-B259-5CAD-91E2-C88A1AD86070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27082F76-1744-A5F6-3A40-35332134AEA0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BFAA1725-169B-FE42-991C-234F9E18B118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632486B3-26CA-A5A5-6E24-6E34BC8D7C7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8DADF854-667F-C006-4AF3-67D6CA37BCB1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9DDCD523-2812-0F5A-4290-24186DEFEF4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196B6427-1393-9EF0-0920-EF8CE14347DF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DD58CA80-6C6F-BEA8-3E78-170055C4547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79449C64-1923-2096-16D9-4FFBBEB154A6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6398975D-BC26-C490-3988-0C74BD71FF6A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765592BF-3D11-21BA-8B08-242F358082E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B4A33FC5-0686-B093-1A0E-09475C2FAB38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CD67FA9C-5389-724F-18C4-CBD4FE70B067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21D25FF0-6BB3-29F4-1C7C-AC5D2780D290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0AF7BFBC-6210-B629-9AFE-D6943B489810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FF475F42-3126-FBF5-27B7-D0FA87DAEDC7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8A44746A-C277-6EB5-314F-182CEA82EA66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377EBF3-DCCB-08F7-7F6E-61174737DB5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AC070BAC-E9F4-8D64-FBDE-168AE527E9F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06E225D6-097B-A167-0B8F-4E0DDA91F30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EAEFF24F-C2F7-AD41-D0C3-A653E4905541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36C58324-C892-9D2E-2E61-5E174CE1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27451D01-D597-241B-7B0C-3292CE83072A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B164996-99BE-5B18-DBAA-DCA51B274FFD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5D4B6F8E-A439-092E-010A-B6D6E65BDBED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99EAE14B-6F46-3ED7-CAA4-E5B6C5F6DC3F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1F3E5B75-CFE4-7C24-EF94-A9762B11C720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E7239B7F-E68C-3084-0DF8-4F7D2DE47BAE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39C45075-8278-CEB9-9BEE-B189DC1D414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50D4B8CE-2462-D47A-716D-2076B2590642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0F5BCEE0-2D8D-1E3F-1F1C-4A0FF03A3D72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68E56977-EB83-3348-1C78-5E50E7164AAA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359252C7-D65D-35E4-E263-8E9E7EF9AB69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A042338-6F06-D55B-7637-B5CDA0BFB12E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CCEEF63-0DCB-16D3-7B0B-3DEE28CDA56F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F62087B0-BAC9-8830-3726-D29E64E3D859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A977542F-6B66-084D-B16A-77683A9C615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522DADA1-FD22-CEBA-7B62-6CCADA50D476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FCD06F2B-2210-8B79-5E3A-C7D47768194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0322A5D3-BDDC-9005-0314-F8CD02CEE80A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45334482-B6FE-A59C-0992-2384F92FF083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7BFC4E1B-90C0-731D-5F5F-2BE5189BBFC0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022EB1DC-BC01-7011-182D-BD1153D5550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30831425-02F6-06AA-E676-FECE1456412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CFED2008-1D44-1CD7-786E-AB0478067CF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EBF6D1B8-DE2E-54AE-4EAD-474A798FCA3C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EAFB988A-5933-0607-CDDB-C08717C41471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6505AFC1-BE69-C31B-6577-346AD38C4D94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47E89A53-0973-D47D-0D34-E55CBF878881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E2FD7ABB-5C3A-14DA-24E1-227A63E9AF5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93F4DD1C-52C6-FCA8-0F6D-1DCB5074801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C4511D74-89E9-7AC4-1556-179CC4181FA5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9E4B253-3CDA-DDD6-7CAD-8FDB8B1BE48B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29E6D22-D95E-550A-F811-CE9CE629434D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D7A3EC55-B169-5650-CC3F-2A8BDC759B76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28767F88-D13D-A0CA-0377-781BB6F47EBA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E0F51D00-446D-B176-77BC-28E312DB2EA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A35AB220-8565-A6F4-3B3E-D39BB88BC035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356D7F66-9563-4E5A-AF84-221798EFA69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B039C5B2-DE2D-D0A8-2F0E-940A25569608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45387BBE-0FCE-0FFB-F16D-B6D50352954C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FD304AE3-11A0-9F02-FA19-3A505FCF54A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20E28D11-90C1-3C7A-83BC-FBC018E0E4F1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663BD731-95F9-6B48-193A-926B4D41D2F6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004A65E7-C19E-8BA3-4A8F-D1B7859F2B0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D40DA7C3-78F5-18A7-19DD-D5C7618168CE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A12A1B85-A811-CD9E-9A11-4AC9F8A5E73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2B0618B3-B8AC-1DB5-717B-E1A9D25FAAA0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94E523EE-1D52-3F89-6C32-5CCB693CCBCC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BCAC570E-5814-DA8F-7E81-21B10B97B12D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DBADA63C-DA59-5D23-448C-EACF4A0167F8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61C1D664-8F35-43B9-A9B4-E40C142F417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48CB59EA-AE53-019C-ABFB-F03C5B402680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9C84D316-6871-AB15-97EF-4F5B9533462B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1002890-E78A-15CF-4429-2A2B0F7C157E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6947E324-91A6-3F75-762A-8959FE9DFEE9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2AE1C330-B819-AB92-CBEC-4C7CE31C39C0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D6423317-B7DB-D4CC-6218-D2EBC6222317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B8DAC167-AA0D-FABC-21B8-3260F0A9690C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B394344A-5FF0-9C97-E034-D70FB78BCD4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FC0A83E-ABDD-C07C-9EA3-7182548C1CD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F5A62EED-FD59-6D76-8646-234F36516564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E8053695-E89D-0786-4463-66FE1B5638AA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096B5826-C06D-4B29-9E00-CE1DBD7A7BFD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7B37B638-8C9D-B031-FDC9-FE430F86E2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CBB1A39D-106B-4905-2707-6E6ADA918C2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AEB7572-9E4D-B525-3D37-9B151650ECA7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C239BEAD-6BC1-7CAC-071C-A3DA7D2238E8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E935A017-BC93-C3A6-EBD3-16D0CDC9CB92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717ABF9-F528-55D1-41A3-8D1145A02F6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2A12994-D995-5C89-0BE1-5991291446C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E1CB1AC3-039E-F342-DE6F-B33475956D97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F5F03499-D7D5-5BAC-CB53-2C0A1A99D15D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9F876C7-F653-360C-8C51-342346DF274E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380A0833-87DE-1A94-1D82-CC291A28DB7C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3D3C924-A117-7737-6B0A-2770465E09B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3FE7DB1F-DE7C-C88D-BFA2-986C713F75A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6AAB47CC-4693-EDF0-4C5D-579C1851F5D1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672AB1C4-E906-9339-2F98-F84EDC9A7532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7919D161-5F30-B484-6CD5-0D25D5AB1332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98A60DB6-C9DE-7435-C9D8-1E41906B7CA8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932372E6-21E0-CBEA-23C1-6EE3DB45637A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9E9F003A-D6BB-64FD-6302-B7D27DD26F2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876AE05-C9E6-CF4D-ED81-C174508C60BB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111C1FD0-520A-015C-4820-B422CD0732CF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A6EEE66-087A-F75E-8214-37BEF2E7AB81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22FC975A-2AC9-E8EB-3051-92B2CCCC33A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B7753AB8-D491-A2CA-98DC-7578196CF155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6CB2DB77-BA68-7BF9-3064-791A046C9C05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FDD67C8C-055C-E468-5F90-08209882A649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062F68D1-4ECE-B880-6A75-FE7A8194CF7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AAE5F7D-01FE-7A5D-1E77-35232730B92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CC2B4652-1E59-4C8C-CCD7-A8953698259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0A803FD2-8E28-038F-E835-9EEF9CD639FD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A8C78092-622A-5E43-189F-6539FBC09BF1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563DCE69-762B-B6D1-016F-246084BDF66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090253AF-EB63-2715-67AA-967ABF5329E4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3A98B272-E98C-EA44-8F21-451DB9656ADC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B83A6018-D9DF-6809-0525-D8B2F810B3F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3E37FC7A-C1F0-0EAF-5CBD-BC116E4FE4AE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EAFDB495-E9E4-46AF-5D72-A94DD40A9A3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DD090ADE-5B7E-58CE-28B1-32113C39FF08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C897522A-0F31-DBBC-A6D7-D8AEA2FBD819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7EC7CA0E-6967-0597-B475-2EA79F4718EB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5B6624C2-50F7-995F-F628-3CD3C1CFB93C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A63748A-ECD3-85BF-BC08-C71F37C7445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3A109FA6-1374-7D01-FEB2-138BAB153F3E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44DC3CCF-D732-3678-AC4E-81B6DE95F5F3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D9BC1CFB-D255-339D-029A-74603C862249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31FD1E01-3A35-C621-64D1-C7F7EF30EA5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707A0724-5F82-3F37-F7EF-AA2AC8043F76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1201F477-D7DF-A30A-48DE-EDB68FE9FBAD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EB2A2D0F-E86F-4EBC-77A7-7AC1D02D087E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7652483-2A3E-9FC3-41FB-BBF2D5864C26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5F2E5458-C9F5-E3D2-E367-345E681CE6D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B73E247F-D31B-1A83-6952-1B3EB6FE0ABE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3C835C9C-2E3B-9406-8430-47D9FDAF8EFC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E5EA501F-4409-C532-A0CE-0209CAFE6A0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A138D-92C2-CB5F-8C02-6219B56CC269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E6BEE066-1EF2-E591-43E2-EBA731091E14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D0DC5C8A-D422-CCE4-E4ED-09048CB6A681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7D139021-17FA-CE2C-7363-6C2072719DB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B5CDDC44-8EDB-F715-FC90-3FDDA2142AD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78D52027-A3A1-0E94-87D8-38001CD4616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DEAFA75F-15A3-86DA-974E-076F51573363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11486CC9-4B6B-54DF-5B31-06EC7291416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3EF2F08B-9409-2C28-70FF-13D55ACE0F4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FAD76E29-C768-2A3E-72BB-F86A214BDD0C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D459D0A8-AA8A-46EB-AD79-97B9FF8CE81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CDB38BD-1ECF-6E7E-1DE5-A87E7724F6EA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9F65F9F3-B935-ACF6-C86E-E8BD938AAAD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B386A1EF-40C0-A889-757A-CC0329D8C95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A8B9D17B-0A22-3FDC-75A0-A7DF86EB0283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B4281ABE-BDBC-4856-6560-29FE11DC34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AEE42B97-01F6-0894-11B9-F41CA241CDFD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BE15C0A3-0029-E894-6BF5-16F446DE4F47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60131D6-1E12-C345-5CBC-1C7D206F4949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028F0F19-2165-A223-A17E-3CA4D46D2370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0BC8DA66-9C8C-5CC8-DF20-0DFD203320D6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623F59E4-B4A5-4B64-B02C-EDB27CF2B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3237921B-B053-D25D-9563-BB69F44D1825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671FD8D8-C722-7A8B-7F37-9D6D9D153BB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CF4B5327-D39F-09BE-DB62-DF9014F30E9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417736DE-CC84-2FD7-BB8A-3568823F14FF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BF916D7E-6413-5777-60AE-FFF3821BF2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D9AB72C-8FC4-EC15-6948-551A681CBEEA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297C16C-C51B-9C7B-1D91-C909E15B3028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C1FD7A3-7DA9-15E2-1138-2B2BBDA9737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AD9814F0-0F69-B792-D2DD-552FCF69652D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FD7DFBBB-BCA9-2939-D2D8-952FDE8A75BF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96515231-1EB9-81D1-C256-2FC56D5A777D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6383E9EB-91F6-01E5-0320-AC9E67C4F7B1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D32C3AEE-3C0F-D3DD-0075-C5EA62EEB8B6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C6299E1A-E6C2-1FE3-C548-FD5D77CF745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DB69BCE0-EFF6-2C40-C000-92C0E6A14FBD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8CD64E4E-9F08-49D0-6206-D8C7639C5E6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D766FAF4-0EE7-E3C5-0EAE-FF4FE352C25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4949AB6B-62D6-F90C-23FA-0F60045929C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D32A6031-E39C-2D7C-C8F0-12589AC8980D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8790C5F8-9783-0B4D-66AA-8F5DA3D2E30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62BACDC6-6E9D-8B44-45FD-25C83CE29A2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0324CF32-77BE-48DB-26F6-794618425215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832E7A27-D86D-F2F8-1AA2-7E02991DEF92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9365205A-E54A-28BC-9819-04DB687CA31F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247F1A53-AFFE-9635-54E4-1E42FB31A9C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1958AF21-98CB-4E5F-1742-80DE46AF6EB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6205E226-044F-8BB4-2166-2DB7A20F07CA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187D92EE-4750-669E-9A8E-4EDF8185513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7CFC8AB5-8BF8-A9B9-0E33-1445996A1822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9A3A82D0-1093-E10C-5EC3-736A6480BBF5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91DAC13-0E98-DC9A-1DF1-1159A4A0D679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38B7E8F0-F699-E635-D0B3-16617981EC97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A24BF86C-00BE-E0EF-D7C6-F2CB2CB98932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A9C39C9A-66F6-65C7-E2E0-7F8DD57CD09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92128B55-BC5D-C29E-FAD6-31E607E1CFD1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E1683EE5-EE02-1E59-385A-6EA12412D42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813CCA6F-9B4D-F58D-9183-B1F4E2DF34B2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75076E0E-A2B9-5B2F-F823-ED600AA93DB9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4C3310BD-368D-48CB-1A1C-9B996DABBFD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9C496749-1167-9781-3EE2-8A816E9B836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03579391-83B4-DF72-C2DC-05E501B57A35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D50982D7-7C83-14AD-56D7-7F9D4B765B79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4175E5B1-E733-F39E-F9E7-D26DD23BE277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9308423D-E018-60A4-82D9-9E7E5DC22156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BE8F1891-A52D-0A73-62ED-E3AEEDEB93FB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7D85AC9F-6479-01DC-BD2F-85D3F078C6E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BC7C5BEC-7DBA-8299-DB0A-95FE26604F48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A12A5F19-39D4-16D6-95C5-3B300B0A6C2D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03AE0F6C-9A08-BF80-73E1-39872E3D1CB7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9C26B2EC-0C3D-9EC3-827E-F31E1398D713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C89B504E-73D4-CF70-AB73-5316DA378679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B8C84A12-1116-B2E8-F9E8-C25496CBEB2E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C27C3EDE-B730-4724-9D57-FB3EBC0A765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223BDE9B-23FA-4B89-C754-BE2F09B9A867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3869F489-2846-FB2B-02F7-6D399EC1ADE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DA0D521D-6620-5D71-0823-86FC9FEB521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46771287-AAB4-3300-B142-187925DD549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66E5FAF-1883-40E9-DA09-26E2CE1873F6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42F4AA87-5282-C572-3721-741FD73AC933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B98769C9-0871-DDF9-F96B-8E9F195533B6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7B10EF1-BBE2-14BE-E3BE-F0CAA058D1DD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6D03B5B8-ADDF-27CC-F547-CE0858C0DA4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BAB3AD7-61BF-4A48-E068-0A2422A6B95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8B8BEEA2-D6DC-575C-96C4-813220FC2D0C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B4489C13-6441-6D76-AC1E-DC85C15DEA70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7D159B3E-1A64-1220-B5B4-6A8C01998805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6B9CB3EA-4AEC-678E-AE8F-8C22028CC8A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F21AEB7F-7418-0F55-DCA1-2AF686C5882D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B7FB76C2-E4F5-F681-3E4E-610F73B7AD0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3C854FFE-AC1A-F318-246B-A4D1869B60D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66FDEDE2-0DAB-DCC0-3BFE-FEE6BF124C99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9CD0133F-A56D-DD91-7D2E-E413C2B1BD6E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A62B4A7D-836A-1844-4526-3C1F0AB4CBCE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6DEB7959-7B9A-7D24-1C48-04DD9068155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9534CEA3-71E3-DBE0-506F-DF0C6FFFF1CD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5C704F57-9CD9-A127-B2F6-E6AAAC8C5103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335F57B2-8978-1D67-EC70-B22ABE11A8CA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773F32EA-E9A4-F146-324D-EE500E124CB0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A9773748-9B68-652B-0A3E-2A64033CD0A5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01D27F3E-30E1-2A5A-5F11-690514AABDC8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359EC9C-FC23-7253-516C-09A31E4C483C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44443282-6443-3583-0E05-C481E4158681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5FD72F86-8922-90A2-60C1-BB111DA3EF06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E60D32BB-AF38-D8A4-BE66-E9EFA4C74A54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10E7129-9C8F-3ADB-39EE-47640E4FAA4A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83D2C2B2-933E-D7C4-5BA5-5CDA8F864B75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3E0364A7-57B4-B247-3259-09CCBC7EE75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DDA67C22-66AC-2A4D-DD05-A95BA6D7FC3F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0AA3AFA4-AF47-F19B-6AD3-56DE28E7CE6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C67D7EA4-B74E-7870-EB87-DC24E007287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A8E38D80-72B1-F72B-CE8B-DC1E6B850EE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D31FE8D3-45D3-5BD8-0062-B9E584697327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131DCE17-9B4C-DEF2-B3A4-C09E85940FCB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356CD052-D728-187B-D89E-F5C707B3EFA6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0F53EBDD-C122-1346-381C-A13E1A2C260A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D3291AF-132B-1AE8-0BC7-C597B7B691C2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147FD838-A839-5170-D8D1-6708872C6E7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8835872C-E9EB-D501-D1AD-04E02DE7D6C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75505674-B48D-1382-807C-A0CDF97C3E77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4A04F2D-EAD4-2178-5D5A-68252272D16E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C6451E9D-CC7C-2425-09F7-374ACAC41CA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FABADBAF-5E6F-EEDA-3C80-E11B32F838D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47BE17D7-2ED5-669E-FA91-7A4C1DF36819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A38AC051-D648-D304-DE61-2CE86E1D1B87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07F930A6-15F9-0B65-0138-19FA36AAAD74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D4ED53B-8B32-16AD-597B-F4D394E04B0E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EF85469A-CA74-A273-0E71-37A5063F96FC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06DF021F-BBBA-697F-D767-65EEE1DD7A94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FBFF6E55-2E42-3AB1-CAC5-ED4ED7155E6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988CEBE4-DE5E-B190-7B0D-6F91DC196533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0493CD3A-D657-9288-30E2-378CF9152665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8F157BD0-F52D-2238-2323-1AF9B9D0CBED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05350B9-C191-C4F7-BE0D-EA99A45BF15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A3694423-CCD9-674B-EE84-1504DC0671CE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32E25D8F-D93A-632E-8EAB-9C45671CA8B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DA0CF76F-1DAE-4ED9-F06B-C2733A808D2A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8BD56110-1D41-BDEA-ED10-FF075ACA2EA3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497F1077-C138-6242-4B01-94DB9C532CA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DF7F73E3-53BA-7A0E-7A17-B57391D35DB0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CB5D2AF9-6573-49DD-5F7B-41C077D41756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CB2D4F03-D597-FA92-170F-4FDE8C69D54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8C503F9B-9A4E-2024-3C43-190A9390BBB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F19BE973-C6B1-B245-D6F8-1593C3AE636B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BF04C374-E366-55F8-13E2-D08B4A747B1D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4E017C8-338D-1A56-C0E4-1D1108B89A9C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2E8F4ECC-1EC0-31AD-F075-8F8644798823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0309370A-24A1-C011-43C5-BDD1F7B3D49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877206-6939-D7AE-F308-0D783C6CC30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F0D2F8A-D6E3-3540-D055-FE53FFAC9FD2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AE8B064C-280D-4480-3E3C-B091D5D1E7ED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93AE7669-9297-4B75-8D25-C614E2C64AEE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084AB390-29D0-6FE0-C4C1-420ED9EC8EB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8BDACF4A-4C98-0D57-950E-E4CAB368627F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777DF83B-C96C-B1DD-20D5-8A5CFF4EC99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7F647E1E-8BF2-A4B7-CCD2-7F5E5131D89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2539F8AE-7788-6E47-20F3-16D93CBE9FE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BA497255-78CE-3421-C6A3-95E302483230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0AD604D2-2774-BF0B-598F-9BC3519DFD79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C98CF7-7FDA-045B-C526-455BD34D10B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344ABE69-AA34-2355-9679-E87FC1634EC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FE658450-669E-E947-911B-688DFBBA338A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4CACE74D-F3AE-36CF-69C4-4902A33FC16B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51C4F65E-730E-2432-9B7F-CA99F36A79B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4D84C36D-4E1E-1F34-FCEE-E424A045453D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43BFCE2B-9ABB-E0EB-AEC8-C5B4AD76D343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E11D7B23-1615-CAFC-717A-E7163AD92F47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09FAFA46-9D08-348E-8424-75DCCA1C33A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3BED9EA-F384-568D-713A-A510F249436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198C5F9B-B32F-1109-8ADF-51118D6E002C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A20EEF29-A92D-30D8-ECC5-0B3A49E52B61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FCABB2A5-41A9-76EC-6D29-889D85FFAB7C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03736D19-A80C-15A5-1B4C-27988D0992B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DBAC6343-D40C-D524-953C-E7E14F143AF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8EFE76A9-9717-B239-34E9-AB0B2CB91A0E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A2A6422B-0ED8-373E-9550-947100B3D805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103C441B-11A2-DF5C-1550-FB5FE33172B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15D3B6E2-AC4D-AA72-0FF8-972A2B852CBC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A5EC2CC4-A79E-A44E-FEC7-B0A212848B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5CAA654A-1D01-21E2-7A70-2C92740F5B3A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39F53613-91B2-BB47-5086-A56B81CFC906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05177717-F313-4C2E-048F-0E4B2A92EF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8553867B-A0B1-FFE5-D3BF-71943EDEC54D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3E64D38E-64EA-A66B-BCDF-03C3E740B27C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3B499624-6946-98DD-D0E3-604B2BC253DB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883A809C-D825-88CE-50BA-DF1DD5EB77C3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F33310D6-938A-FF97-7105-D57CB5E91E3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8D032635-941E-A6FC-B47D-EDE82379E56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049254D5-6B71-0DBE-DACF-422C6C440BB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B64E9B71-E2C7-908D-EE20-2AA8FFBF69B2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E751888C-D866-8063-206B-0BC2D041B527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096C732-BC08-10BD-01BC-B50E7D2CEF9E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4C2D5117-7AFE-66E4-9253-95878D6160A1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78F58A5C-3759-A55F-D324-D6632E2F0E22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4CCD58A9-CD7D-3919-C1BD-5D7CACEFC591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EAF2941-B9D8-90F8-25D2-DEEA60311746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F745EF7F-F2C5-28F3-E472-1BB6610280A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F23779C6-85E7-D8A8-ACA0-01F34606CA56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102EE981-87E6-CEE8-F7A9-727AB0EF669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1CA063C5-1E1A-443D-86C4-2E39719FD2C4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0F446053-4E9F-A2E2-DD00-B3CCE4412B9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E1167B2C-C3A4-AE06-3663-A23C3A368E7F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E43512B7-BDA0-5CFB-D23C-6B5ED209DF7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89CD6D77-3815-0592-FABE-A92C22E53A94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D425E72A-187B-E2A5-DCE5-F49812A15CA5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2F28374C-C525-32F5-5C71-12257DAF2652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A53462C2-A29F-AE02-8284-1BC130AA6B8C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E40D3B3D-92C1-6F96-04B2-3B08956C5F1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8E67ABAE-1FFA-A04A-2F1C-89C528C71F4E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26D68DC5-A9F2-610A-2291-8D2A02C4160A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2E10E017-D234-6B10-085B-1B8EAE7D4940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2F85917-3ACC-8743-40F0-8DB6D3DF5108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1E08D05F-CF58-3949-DFA5-9D387E72060E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24FFB788-95FA-C3FA-FBB4-AE72A18B07B3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F6072F60-944E-0C1E-407F-98B3AE8C340C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9FE4CE13-914C-DB10-5169-80700F07A0FC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D318B37B-0F66-C9F2-7AA1-DE9300EC4AE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BF58DD4D-E42D-0952-CA7F-BC234AD4D83B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8F17790D-539E-538A-0088-1182FCB37073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B11B2EA2-99E1-4921-55D0-C555FEBCD73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A743C1FE-BD06-7B35-1A16-BCE21E7D17BA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319C2F99-06B9-2C3E-19EA-013C434FBA62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167E5E90-6831-FD57-C73F-8ECEAEEC22D5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6EA314AC-46A5-93B1-A214-08DB399BD66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E752D037-FCB2-1503-419E-8DCF8A90390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71B774CD-41C1-7A02-5BCD-A55D113A1B5B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ABA9AB06-9C0C-15C2-00D2-B69DD5FF9E72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E977DFD9-93E4-6F55-DFAB-0A1123A028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F4EE1689-1A2E-16B8-E32D-62F8D1554875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9FAD959-BF9A-CA79-BE44-DC7D328C61AE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333C5F16-4CCB-DEAB-1B01-7319995C3EB5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C1C4D4FA-F0FD-135B-55CF-BF13ABD90AC5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8E34906B-0181-7B5D-1D83-73020AAC719B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81EDA7D1-D883-98C6-C693-73B091564DCB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4790044F-5956-02FB-3D53-3B208087B56B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5EAF5C37-CC28-4038-8B88-622372E08E49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D634C022-E6E8-C580-EB1E-009EC49C063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C24781F7-7F68-8B01-EB51-2AF5EC5E8F3B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392BE486-5007-5476-517A-FB206021A0F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FCA4EAD5-EFCE-AA8B-32DC-717A47FD1D21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44CED6F-0C6C-372C-16A9-A87F3AEAECB1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573F6C89-A1C3-AE12-B08E-2FC532B5BABE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0D9C96E0-A707-37E2-7092-BF78BB6030E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B59BA65-9547-8EBC-573E-D42C170B9DA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6DD22DCD-396D-F8FB-23F5-E610241E1520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48F567C7-82AB-8B1C-33F6-BF7120200144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020B25A8-535E-306B-FA41-6F72F7DE4D8C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E3703310-4E12-0565-187A-DAA5E8554369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08488FDD-7266-9E36-CC76-C11767BF15DC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4AEB5077-A9F4-2EB2-CF8D-C36D2693657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6142211-89A5-2D8E-9491-3FC1679CE5B6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B5A57334-4C51-CCC5-A125-7B7353BAA12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31FD91A6-9E52-F4F9-70B2-B8BF247DFF8A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C327FE59-B525-05DB-346F-20CCD31CA315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7A3C4AD4-FFBD-3AAA-7D18-B1A2DEB484F6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B0F0E15F-FAC7-F7C0-BB67-5BF061D1027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D8ABC0E3-7BF6-3DB4-924E-30C6ADD6FE99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2CA09CEE-185D-C83A-BE70-80F54115648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E14960CB-6EF9-D008-400B-E61E237EA25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48575204-7430-4055-0515-A6204620E6C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869638AF-3864-A888-B0B0-CD1CD3B025DB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72FFF606-4900-7B0A-FB7A-C4F92AC3E851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22B08D1E-B390-FE20-5AA8-510D58D369A3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4131A21-85C8-93CB-67DB-7644AFEFE74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1792E9AA-B0A1-2D2D-F072-6CD444937C10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3039CE4B-95B1-4A41-4A7A-1AFECF6A312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C6C36EF6-52A4-5087-DB21-CD9FB68BA618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F96186D9-73A2-5B23-EDE0-DA9527231E54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D65D185C-37A5-04A6-CBD8-5CE243861FC2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7581DA48-4F71-FD11-20F8-E1FDC4089ADC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FBC58F2E-ADEF-7197-D1A2-6E2BAFB194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A00DDF53-095F-3265-F575-0B1C4E5E4E40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953AB8A-7F2F-99D4-D4A4-19075FBD6B8B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A606A6AF-3F8A-A552-C60E-E8BF663397D9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AD41A697-27EE-E98C-9287-E26849FCFADF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00625116-653C-9175-32D2-D27A072A9667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3D9657C5-A669-571C-9A06-65CFDAF210D8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F79D2A15-B99D-E03D-7C85-F31AA82798AC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54896A55-5D7F-C9AA-76A5-D3C7784DB11D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A2E43CD0-F6C7-2FE0-CAE0-D5E48035FDAA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E5C71A88-2E3A-065B-E980-FF3B29957D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E8E48E36-17F5-CEE7-C274-408C83CD18FA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1011DB5C-DD39-25C6-165A-351E298BFBF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5D720612-13C0-BF8D-8B81-401BD27B0E7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AC8A6128-136F-2CDB-3664-34C721480AB5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CAC23E32-D2A2-C126-3C72-BCE864290F60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FD2E34B2-A21A-6126-7232-3C19D606A403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2072ABA9-F89B-0C33-7411-65AC428EFCCF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53356B0A-C62A-BA01-849F-2AF286E70293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E1178B9D-4F91-E967-0D7F-47975B824EF8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D9AF5812-7E1E-ABBF-D349-904015304C3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A5425FAE-931C-D376-BDEA-3EDDFB20F660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9C16ADD5-66C0-1ED2-7BE4-D4E074A3279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04B6CD6C-3738-FECD-5506-A48031B9A803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530CB6DE-9EE2-4B93-2790-10738E950C39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5E66742-FBCF-23F1-D8A5-6AE5E1865739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955BCE0-B4C4-66F7-0CDA-8517F2FB2FB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699246DF-FE08-4C9E-96C5-63C6905B8CFD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2C5F184-B655-3FC5-9A61-0448DDBB2C98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FB72BCFA-BA67-3994-5B97-12E627CC8122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6DE466F8-1A22-9309-1E13-D94E4B1B5F3C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E148CD64-D752-8F18-77BC-333EDF5D17F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9E94E77F-EEC2-B6B5-FEFC-8B50E4D61BA8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19157DAF-5B21-F2D5-9791-947DCF2B131E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B9BDD46F-01F4-76B5-86C2-CBB8CDB80862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1B341B7D-7DAF-EE65-FA31-3A970DC4DCEC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BEE2FF23-134E-3AF8-1932-082D30EED2C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259B501C-8754-8805-DC87-01F361097382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0559C3B1-D2F8-6DAD-22CB-775AC7560C0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D7F27408-5683-90E2-83CC-4C0715356F4A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A4F03A55-25E8-FF00-36BA-3C349407F3C6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57F7F7CB-CDE7-1DFB-7588-304D6EC62FC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06D3A9C2-046D-86CB-4129-2A6F893EE707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F9CFB5B0-7F6F-58FE-D752-A88F5A54FD4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50BD8347-311C-D3F0-077A-3036B5FB5F91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B95287A-AE9C-A010-E5B9-5224A99A15F8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F408B206-7490-DDCE-F0E4-2236ACE940D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093A743F-5469-E0C2-A407-54044CCCE028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7D0B2484-EC70-48E8-A0CD-301D6C3ABB9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887058AA-5653-0F64-C2F0-615334630B2A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84E55AC5-28F6-9A83-F1D7-A8C820663F1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4358E1A4-9DE1-3261-2FE6-A224909DFB56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C13C570A-64AB-0E9D-8F1A-7B90DE976793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7E2237DA-C50A-E1A3-029F-0567BA7EA611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B136F1AA-BB31-A6C0-0B74-01F0A18FEC8D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7505595C-0EA6-8A92-0448-23DBE0FAE236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EA99E47B-85C6-F3B2-635B-500E70B40E6D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57CF604-454C-2C08-0B48-0C7795144B7C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B3D96E50-9359-E838-7862-DFDEE2C43754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E446270B-BA81-96C4-3492-CA6B17D64D2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FEDD4997-8054-D6CE-4A86-B62A98478263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B8F08D70-C598-C295-D1C7-22BC9CE01A96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76CC9175-BB24-A4ED-BA08-3C88B495E273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23D19E4A-1F7F-F880-388E-AED63046F6F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5406411-A039-045F-08BE-6D7E3A6A7D33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F5065A8C-3484-ABDC-A124-3BC642183A2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9AA4C4DE-C60B-27FC-4F94-30A7A415BFF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FFB3759B-A458-D5D8-3822-7FD3CED8077E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E49763BD-7098-8A6C-5E5E-5DD58EA9946D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166B0187-D33E-6420-2025-2EFBC5EBFE8F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6A7326DE-53F8-08D1-0420-6B88067C5886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63D07ADE-3E44-D9E3-F0C2-9285D52CAC64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CA8860A-FD99-579A-D33C-8AE3B7BAEE4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FB7C10DA-75AD-120E-D571-1ABEA60E4AD4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0C562664-C9FD-D2D8-5BC5-8589F11B3AE4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EA90B967-3C49-6B95-D080-292B4426DD1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B00BC4AD-406A-507D-91D4-DB9095F362D4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18192E06-D1D8-35F3-346B-F84E7D8D302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B58C5A00-39E1-31DF-5084-E614AAB22D00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FB3E6548-39A4-9474-0B8F-E23B4BB5A4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DE8CFF7E-0BC5-D084-D11A-3DFD7C663776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82FAEA6A-4802-0698-D219-7493F305F1A9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BABA2D5F-4F33-AE60-2A70-BEE112B8C2E7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BF33A84D-4C71-F4B7-D522-35743DEB5118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CAD46A1B-7455-1695-4880-DC421CC44AC8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45EA4738-A1D3-7254-24A9-2CD28D2DC79F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8D5A8E-684D-9FB4-C5B4-73290F00ED29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208FBB26-0DDC-C9AD-262A-0DF337DB8BEB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8BEF0DF6-9A4F-9E5D-8F90-75814C4F4A07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19208871-DB73-17E2-9FAB-3E68847E1E39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731C8294-BA73-2A38-AC23-86E4E59FB895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23FDB34D-433C-337E-382B-D38B2CE6516F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D35DB4A8-7900-D31F-676F-011C152D9AA9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72C8A311-E773-45E8-86E5-56224F0D35FF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D6F8E2CC-E9CD-327A-C3B4-337A5F82417A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FF9A010-C448-2616-3B6E-A33BB6E26A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BF2ECF19-B316-8887-26BF-54E3C1EE0D21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1F82FFCC-B7FB-B72C-C507-DB8693C29B7D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A0303D7A-AE61-5336-7E10-75EF8BFD8AD6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8459673A-A5AB-BEAF-4EF7-89310F586963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98C2090D-E830-6BB0-96E8-4278CA51B56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77255611-3C14-789D-1346-E8F866FFAD6D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DF45A85C-544F-76C4-51EE-1226D628AC0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78EC20AB-7BD1-9FC8-637C-78929A2AED7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0F4A88C2-ECE1-7115-9421-C122BC774ED1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6D2F236C-78F2-6F87-4136-81E34CFC000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5E673AC9-AA85-D18A-777D-160E08170D49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CC4D24FE-F495-F186-6259-8907CB154C5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410D52AA-1DFB-2948-589F-5D2EDC7797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726A8E68-F110-F836-9E29-90ADC839C553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40E5F3A8-6080-73FC-D20F-E0AA4F7F44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553D2F64-166B-23FB-09B7-1E529BE32209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C435EB47-F60B-A487-2537-3340A530B646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31AC8D40-ABB5-362C-CF51-7035F508CF93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4C092BA3-36FD-32B9-E49F-311E92CCEADA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E353A145-7B16-6ADC-4A9B-9F8D1E048514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B875B76E-808F-F48B-0928-B5B948A22477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7405A721-3E82-464C-D608-B4C9A60E1D2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B9EFA56D-B984-FE3E-9F07-0D66AC07A8C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51EC742E-328E-5694-E6C4-66AE55363D77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F58CEA36-F624-5B1C-2E6A-254E05855C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DFC88E2F-4014-8D96-1589-C74BDB4E5566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83E3E801-7EB7-B5A2-62B0-88C9BA1702E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AC877479-7C78-F3A3-BDAA-EDE423DDBF1E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8B4C5E38-5E52-913B-A1B8-B01A94964EDB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5507C6-A5AB-83B6-0D99-CC75E588A45C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90EC1280-78C9-67B9-F61A-712C8A35A6B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EC62C45E-195C-897B-DD71-181B930EF89A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10C20F09-EDEA-86AE-3E08-37A655BEF4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07B2BF03-0873-38D5-63C0-6631F469CC4B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2F40FBC6-AD22-AD7D-63E2-FD998F49BA4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A3EB68CC-A217-FEE5-6B80-73B0CC05931B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932A119D-94D4-C10F-B540-187528DB5EC5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9FAE8833-5188-771F-51D7-8A51A33D87D8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BC59C1B9-049F-9E07-D81E-A8759D92265A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7D43FE21-F5CD-30B4-CB86-2590E925E57E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6CCA4B86-7F58-A560-4C9E-6183871140A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DDF9DDFF-9625-442E-2C8F-D3E199E96608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1B324C98-A115-39FE-50EE-D858CE4C5A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11257557-82E5-4820-BF02-77339165744E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1423C228-AD10-CFB0-E2E4-4E1DC1650242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852FD769-CCBC-4690-A6F6-3640A8DC7EAF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88D386D4-30C8-CEE9-2ACA-C13EC42EBF85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8270380B-9C7D-6155-D44E-E7714378499D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B219DAC3-3E56-87AA-7A9F-64E98DCD9A7A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EB5E2B1C-BF20-89E5-DC55-5903CBD9C481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0B0354C9-6F17-DA80-FBB2-E825193AA146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C5D085A5-D1E5-CB84-0EB6-6E12D469ADA9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18F75EF2-7DE5-FC25-1AE9-418FE38F3336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1790DC3-03AA-18A5-4253-0C66A6DE1E0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742C0C51-B43F-203E-03CB-83E974B7D982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0968D7EC-9C45-3148-713F-28D9EECF10E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79FACE7-A1C2-CA0D-6604-FE334AE7297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7EEA068C-BC13-17B5-9D7F-A2AA6574C92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90F33D48-2907-80EB-90F0-ED2FB43DE14D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48D661E2-C70D-1B0B-1BC0-E32D60699B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6B49DAC9-47D9-DFC8-AF41-F7881350D58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8F1F9DC-AD9C-E4BD-2BE2-7E24221E524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067E8CD5-374B-B485-09BB-454A822758E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AC1F1BC9-47ED-3C94-0072-6713DD2B2AA4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4A7944B2-1554-B503-DB6F-C26C9160D10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0A460C8F-25F3-76DD-94D5-3241B2E1C518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427FDF30-7AB6-5509-ABA8-02345B738783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DF96FC5D-A216-ABD3-685B-248869181D14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9D2D6553-7D8B-524E-68F2-7A65DC10D1F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BFC5EADC-9A25-8759-D1F4-3B2FD729601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07EC370-CF22-2DEF-5010-2BAD4A3391D4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7268A109-F639-4629-2BB3-FFCBE750BF7D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1DFCBE7E-D963-65A7-799B-416B4F4DA960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DA56575C-CD3D-F507-D5A6-C17091F177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C020EC59-0647-7B0F-A02E-64873B3A38D1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11640E5C-1CAF-747D-4322-15D1A8CEAA89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2DFD9239-BB49-FB2A-D545-1A8777859EF3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87E52CC7-FE4F-A672-4317-B8B64DEE9879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62EAD1D6-623B-9A6D-7F57-237D97A76ED0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723F2F0-5532-9036-9715-6436CC435BE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47BE1EEF-BB17-6584-AA2F-84C980A7039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60EDEA9-56CF-07D2-3784-CCCC7EFC6F7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1E873744-17DC-2747-D96E-2197314FEE3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0A1F3D3-FDD1-8C76-84FD-595617308287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B91A8558-8E74-0C52-7649-38149E0301C3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EA086F64-E85F-04DD-C540-A07F40B6612B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E772B91-FE06-5BB4-3ED8-ACEEA5A4BA3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CA012037-7D7F-F5EA-7950-B6B5948D36D4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429AF078-47EC-83F8-2566-7F3CC3FC588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AE1B5EA2-9C87-E5DB-C819-19CCDF5CE1E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65207E9D-50DF-F55C-9898-78FCF0AED679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9E7DE420-5208-DF91-221B-1B10F7443FE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971FDCA9-58DF-E4FE-CD0B-AC591EAD5D30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3A6F33BE-108A-F0B2-FEF8-9607C43F5047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89F734FD-10A8-49A2-651D-C3903311FEB8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A149428-12A8-B93B-8A63-36F1C0B5C435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E83B12B9-9DC1-78F4-47DD-9601C7FB1D7E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DE7D9DF-AF1B-BDF3-E779-AE7FFFB0169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F3AF6CA-62CE-0294-1600-5BAF3EE4A4D5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77F752B7-BD1B-1D20-0AD1-55E560EC08C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84402E60-6A42-D6CE-988C-5BAE7687E677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9A52FBFA-43B7-B3C8-2016-F1986D7CF27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4BA6F959-74CC-E722-03CA-DBB23C8DD7E3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88D02B44-D1D9-B4E5-0E76-EB57549831DD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5492DCDE-4F0A-507F-666E-C821327C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A1A5756-21CA-1D12-5FF1-DD61D19C0204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F4FC3529-A5FA-B1BF-D8C8-61A041843BC9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0527DABF-B5C5-82E0-3F02-70D962D623DE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316A9AC9-76AD-D3DC-D48D-C7FE6EB045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0F0D8617-CDA5-F073-E67C-C079BCC3400F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DE8D90B8-6BBE-559E-43AE-91AA48858181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352971E4-81E0-1497-DC61-E0BD7260005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26D7F110-0F4D-DBE4-F00C-F1CE0BDA0E3B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767AB6EB-0881-B2B8-FAAD-6BA3B1C8F522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411B820D-73F5-504A-7DCE-555ABA09BE3F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03A4864C-CCCE-3BB2-BEDD-F962F4ABC4A6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0E220364-42E9-102D-7171-D5024BB1F5D5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1E67FC-2699-5784-C365-57E50462E6C4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A8A8DB83-A808-0A77-7A37-07C3ACB65A6E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F001C88C-847E-2DFD-58CA-A7AE2374E64D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E726D240-2F02-3873-712E-6D01C2F44F44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09FC99D1-68FB-90BD-34C8-AB90CF1F88E4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DE446832-5AC9-133F-FDCA-DD14639321AC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A04A8F6D-0264-DDF2-28BB-F2CB0F9CE8FE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AC79D4A8-A0C5-EE8D-E743-00EE7560C98A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4940087E-1F34-5C1E-4175-5C83FA86BBC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CBD1B048-7A71-DF00-BE31-617488288419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52D660E-84EB-E431-8AC1-55E0532F8F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A6AC2612-28D8-A0E6-C56E-5CFC5C3F8E29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3EDAF094-81BC-F9C1-2F0D-C840CBDE1012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C072FF99-BA6F-EF2B-331A-9D56BDC1CF7D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30DE94C5-D830-FD36-EA9A-EF575914B6B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D90FC8AD-5E7B-E0A4-7968-5D2C4759CC2B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24A7D5E3-672D-5E33-6C97-751214F8E766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79A4672F-7B41-FBF2-0C8C-C7BEDF7BC52B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B6169773-0008-AFC7-71F6-F8A4E702897C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3A171C36-8EF8-DEFE-27B4-4EE6E16A1969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0A3EEDD0-E208-0222-C881-1FF24BF4B7D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97D9288B-356A-379F-38AE-322F82ED9505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DB32A390-A7DA-4F7E-51D8-9867E59FFBDF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8259C729-C6B4-E92D-C4AE-5C0676887723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632B3C89-EADD-F6C1-7E71-2265F2755CE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7912CDD9-22DF-3CEA-6F1E-BB34E36E94F8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740D8389-E53B-ED11-CCEE-0CB9B2803775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A9E59CCA-A1DF-EA84-6EB9-F0222011F28A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F4F992F-8EAA-4466-19D4-E0C1BB8A42DF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02B08466-4661-A05A-2E71-CEEB4D2C2880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9E10BE9-1049-BBFA-9574-91F3DF4911E3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373CFF62-0AE6-3058-531C-5C31FBD43207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A8224E3A-6CCA-B227-26C8-0FCFBA17005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5ED25C79-AFB5-1330-CBAB-AD31B2E70993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4D68AFAB-1FB6-9007-3F21-B430F674014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495C85BF-EA48-9F03-E438-B143A04A05A4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C7E51108-8ED4-35B5-D99A-64CAFA2E6EC9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6DE680D1-AD57-F866-5E2B-BE2E180F09C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25B1E5D2-7132-EF92-6A22-76842613B5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9181B380-0220-8FFF-515F-C8C0BE9C724C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19F7E1D-C5D1-D76E-3E6F-28EEC28B7D05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4A3D6F4B-28CB-0D44-0FEF-C6498328D548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7A2C07F-1B39-7CD0-B68E-D5BE48C77C2E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A50F4F49-CC82-27DE-C4BE-7D7DFF943D68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95AD8A1-DF21-D68A-087B-376704FC17F8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9D29D297-0905-B3A1-809E-B91CF3421AFD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7FBA6E25-029B-9D49-BBBE-B0115DB5DDC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756DEAAC-36A5-5CE6-49D7-8AB8FDC77B3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A918D6C-0088-7DAD-9AB4-117B07A0944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0335921E-6BC3-4DC1-CD11-2AA1367FC8EB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334D58BE-1F2D-C734-8B60-AE98AB82FB76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CB64CBEF-DACB-A4A4-D716-C9073443FB1A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2EFDD760-F0A9-B49F-C6A5-5A50763C8362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F50C80B-05F6-04D0-8A45-A661C9A4862B}"/>
              </a:ext>
            </a:extLst>
          </p:cNvPr>
          <p:cNvGrpSpPr/>
          <p:nvPr/>
        </p:nvGrpSpPr>
        <p:grpSpPr>
          <a:xfrm>
            <a:off x="22054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F463507E-0AC4-29D0-4985-40339B80FE1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546234DF-5706-8B85-D77A-9BB6E628BAE9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5F37003D-4150-B8AF-E158-E325C928D890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EC9F2694-05C5-4B58-F1EE-086A76DBF84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123E2B9-3173-4D5C-402F-0ADBEBEBD38F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CDE0D696-7903-3380-EA67-250BA14F0351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4EF28D67-9DAA-128D-3068-A76683B79E31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DC4D048F-3FCF-3730-1C4C-9454AC82DDAE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CF39E8BF-AF0B-7C63-6AE8-3524307A110A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413DE-C41B-2230-52AE-2944AED3732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A2606A3C-5BEF-EC42-B133-0F42E24719AC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B0715E0C-794C-23E6-0AA1-A54D1C310F13}"/>
              </a:ext>
            </a:extLst>
          </p:cNvPr>
          <p:cNvSpPr>
            <a:spLocks noGrp="1"/>
          </p:cNvSpPr>
          <p:nvPr/>
        </p:nvSpPr>
        <p:spPr>
          <a:xfrm>
            <a:off x="24547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D5075CE6-FABB-4FB9-3A4F-65803CF71000}"/>
              </a:ext>
            </a:extLst>
          </p:cNvPr>
          <p:cNvGrpSpPr/>
          <p:nvPr/>
        </p:nvGrpSpPr>
        <p:grpSpPr>
          <a:xfrm>
            <a:off x="31527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E5DF0363-2F12-42A2-4AC1-C32BC20623D8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D5CF2A8E-D4AD-EF99-555E-4C008C2EE247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AA83AA49-6059-DEA0-40CA-C52E474F7C92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816F2985-57A7-F7E6-3050-597ABB95B0D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C8CC2D29-8A88-879E-0893-BE05EE934145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D05A43BF-81C5-239C-62F1-33D0EDC5CDFB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B2729F28-6DD0-B569-5D36-C4E60D6679A0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75BEFDFF-738A-76ED-F318-9DB0FA3F423A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2E03043B-516F-D3E5-B2AD-A5D8B215FCD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CB5AAD35-2881-43E3-2BA7-6A970C01DFC0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9B2670EA-44A4-C888-569A-561C0997D6E9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4F303453-3011-C830-0247-F60BC9BA633C}"/>
              </a:ext>
            </a:extLst>
          </p:cNvPr>
          <p:cNvSpPr>
            <a:spLocks noGrp="1"/>
          </p:cNvSpPr>
          <p:nvPr/>
        </p:nvSpPr>
        <p:spPr>
          <a:xfrm>
            <a:off x="34019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727A6850-60A1-5D7A-2AC9-51639003327E}"/>
              </a:ext>
            </a:extLst>
          </p:cNvPr>
          <p:cNvGrpSpPr/>
          <p:nvPr/>
        </p:nvGrpSpPr>
        <p:grpSpPr>
          <a:xfrm>
            <a:off x="25282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C69417A3-D450-4548-AD29-58C3FAC4E27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076FB037-132F-7F16-6D81-70D99780199D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76648CC3-EE8D-CF27-4DFD-2E5952B931D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EDD8391F-221D-2808-B2D4-FF1CC485DE54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0281C73-CCF6-E921-1963-A81447350AA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30F7DC1-8205-4264-0BDB-0D727C70ABC8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C2369543-B297-1D43-2803-513CE798853B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21C882B4-CDC4-BA5E-D217-4EEED31E3A90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C87435BE-F1BF-A9A2-35BE-5487AB2F4E0C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06269185-FD4D-255F-5B3E-957FE82CD27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D5CA061C-FE45-394C-605C-8A65A58F0A30}"/>
              </a:ext>
            </a:extLst>
          </p:cNvPr>
          <p:cNvSpPr>
            <a:spLocks noGrp="1"/>
          </p:cNvSpPr>
          <p:nvPr/>
        </p:nvSpPr>
        <p:spPr>
          <a:xfrm>
            <a:off x="2777523" y="495617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5880AF5E-5CBF-A46A-2D99-ECB7871DD4B8}"/>
              </a:ext>
            </a:extLst>
          </p:cNvPr>
          <p:cNvGrpSpPr/>
          <p:nvPr/>
        </p:nvGrpSpPr>
        <p:grpSpPr>
          <a:xfrm>
            <a:off x="29965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90685A5D-2C44-50ED-C60D-A7BDE763080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852055B6-0F0C-6EE3-C57F-263050772110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49C2BA66-BC61-DA66-E6ED-8811D8410528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F78165FB-F713-F0BD-AA2D-96CA478289C4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C61A013-F23B-AA8E-76DE-06508896AA0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D5B393A-0104-DCF3-083C-95F824A8B6BE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DA4F2992-588F-1D0F-587F-4941506256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EB3DE6D8-9707-8BC5-65C3-1D25FCD4B4A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A1B028EB-7838-AF1F-9F39-3E3C1516981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70D8998-DF75-951D-F50C-D3DD4E5676DD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0B048BE4-2D51-392D-E1FD-4A04159A8104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05ABD9EF-DA07-DE77-1288-672AE11CCF97}"/>
              </a:ext>
            </a:extLst>
          </p:cNvPr>
          <p:cNvSpPr>
            <a:spLocks noGrp="1"/>
          </p:cNvSpPr>
          <p:nvPr/>
        </p:nvSpPr>
        <p:spPr>
          <a:xfrm>
            <a:off x="3222023" y="376555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1CC85B10-0BF2-E126-1A5D-DED971738FBC}"/>
              </a:ext>
            </a:extLst>
          </p:cNvPr>
          <p:cNvGrpSpPr/>
          <p:nvPr/>
        </p:nvGrpSpPr>
        <p:grpSpPr>
          <a:xfrm>
            <a:off x="2144640" y="4556655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295166E0-7559-0CA7-EC25-D325C120673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AFB757D3-D7F3-A9CB-D384-3DE9CBED1391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B06750D2-8DBB-0012-C4B7-0121A906807B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A98992E4-5A72-6D26-839E-923331922339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28D45705-4B54-4512-2F5D-2638D913793F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9C76DFD2-7DEF-9FA0-2E12-388D062714B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C08B36A5-4F95-4A34-6FC7-658EEDBD293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87A84A22-6E12-A212-4D97-5885819A7D00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6B374FBD-D3DF-1352-BD27-0BE37B1372A2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CC4A3C6-9308-B699-ADA7-840B5E03FDA1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22" name="label">
            <a:extLst>
              <a:ext uri="{FF2B5EF4-FFF2-40B4-BE49-F238E27FC236}">
                <a16:creationId xmlns:a16="http://schemas.microsoft.com/office/drawing/2014/main" id="{DBD67FC0-3C41-4B8C-84AA-1F776B5CBBF3}"/>
              </a:ext>
            </a:extLst>
          </p:cNvPr>
          <p:cNvGrpSpPr/>
          <p:nvPr/>
        </p:nvGrpSpPr>
        <p:grpSpPr>
          <a:xfrm>
            <a:off x="1727352" y="4628092"/>
            <a:ext cx="2275417" cy="1307042"/>
            <a:chOff x="3109233" y="3648075"/>
            <a:chExt cx="4095750" cy="2352675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919F88E4-5844-A345-D59D-412154703858}"/>
                </a:ext>
              </a:extLst>
            </p:cNvPr>
            <p:cNvSpPr>
              <a:spLocks noGrp="1"/>
            </p:cNvSpPr>
            <p:nvPr/>
          </p:nvSpPr>
          <p:spPr>
            <a:xfrm>
              <a:off x="4396740" y="3648075"/>
              <a:ext cx="3333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20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667" b="1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3998" name="label__3997">
              <a:extLst>
                <a:ext uri="{FF2B5EF4-FFF2-40B4-BE49-F238E27FC236}">
                  <a16:creationId xmlns:a16="http://schemas.microsoft.com/office/drawing/2014/main" id="{EDE538D6-714C-4092-6609-8E9D3E29DDD2}"/>
                </a:ext>
              </a:extLst>
            </p:cNvPr>
            <p:cNvSpPr>
              <a:spLocks noGrp="1"/>
            </p:cNvSpPr>
            <p:nvPr/>
          </p:nvSpPr>
          <p:spPr>
            <a:xfrm>
              <a:off x="3109233" y="5734050"/>
              <a:ext cx="40957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Map + receptor + predicted blobs</a:t>
              </a:r>
            </a:p>
          </p:txBody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CFB545BA-F467-0612-7E75-1CC76094C7C3}"/>
              </a:ext>
            </a:extLst>
          </p:cNvPr>
          <p:cNvGrpSpPr/>
          <p:nvPr/>
        </p:nvGrpSpPr>
        <p:grpSpPr>
          <a:xfrm>
            <a:off x="379790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EF8ECEB3-17E7-46C0-C2EE-DB60AFDB8134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74CF9525-E111-7756-9946-D0BCC3603C48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805DD852-96C0-844F-7C5D-0EBCD56B6B05}"/>
              </a:ext>
            </a:extLst>
          </p:cNvPr>
          <p:cNvSpPr>
            <a:spLocks noGrp="1"/>
          </p:cNvSpPr>
          <p:nvPr/>
        </p:nvSpPr>
        <p:spPr>
          <a:xfrm>
            <a:off x="374499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BC75E552-42A6-E719-31D3-3387F84087AD}"/>
              </a:ext>
            </a:extLst>
          </p:cNvPr>
          <p:cNvSpPr>
            <a:spLocks noGrp="1"/>
          </p:cNvSpPr>
          <p:nvPr/>
        </p:nvSpPr>
        <p:spPr>
          <a:xfrm>
            <a:off x="48433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5919A757-C3EB-9DE7-7DEC-26C43BE5A671}"/>
              </a:ext>
            </a:extLst>
          </p:cNvPr>
          <p:cNvSpPr>
            <a:spLocks noGrp="1"/>
          </p:cNvSpPr>
          <p:nvPr/>
        </p:nvSpPr>
        <p:spPr>
          <a:xfrm>
            <a:off x="48433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538726FE-0A42-C04B-B688-F78DBB8688BC}"/>
              </a:ext>
            </a:extLst>
          </p:cNvPr>
          <p:cNvSpPr>
            <a:spLocks noGrp="1"/>
          </p:cNvSpPr>
          <p:nvPr/>
        </p:nvSpPr>
        <p:spPr>
          <a:xfrm>
            <a:off x="48433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A2D0C38F-BA54-91DB-EBD0-03A59E9ACF72}"/>
              </a:ext>
            </a:extLst>
          </p:cNvPr>
          <p:cNvSpPr>
            <a:spLocks noGrp="1"/>
          </p:cNvSpPr>
          <p:nvPr/>
        </p:nvSpPr>
        <p:spPr>
          <a:xfrm>
            <a:off x="48433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3D594D59-923D-A8B4-8E7C-697304EA1A5A}"/>
              </a:ext>
            </a:extLst>
          </p:cNvPr>
          <p:cNvSpPr>
            <a:spLocks noGrp="1"/>
          </p:cNvSpPr>
          <p:nvPr/>
        </p:nvSpPr>
        <p:spPr>
          <a:xfrm>
            <a:off x="48433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33581A19-04C7-114E-E74A-2ADEC88C4C1D}"/>
              </a:ext>
            </a:extLst>
          </p:cNvPr>
          <p:cNvGrpSpPr/>
          <p:nvPr/>
        </p:nvGrpSpPr>
        <p:grpSpPr>
          <a:xfrm>
            <a:off x="46184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AA970BF5-9685-502D-9AB5-298E3026A7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A0F035A-3D4E-765D-7367-3679ACD141F3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549234A2-E576-889A-6F6F-2F7591D3D06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AF1C2B85-7691-68BC-7F7F-9CC4EDB6308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D00ABFD9-FAFA-9627-2240-98BDC4D2EFB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A6D087D-8D86-1333-46C4-89C05820F480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38F64477-75AC-3758-576E-F07AE77D3D84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37117AF3-CB56-74EA-E991-078B5C0A5C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8EC49FF7-C27A-8216-A2BE-EBC8688DFA0B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8F48545C-BC22-00F8-E140-20DD9C6832A4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F2F5AFE7-0E69-F2B6-5992-71C9C5F4D4E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A750E9D0-5F01-AD23-5701-811B7FB314DB}"/>
              </a:ext>
            </a:extLst>
          </p:cNvPr>
          <p:cNvSpPr>
            <a:spLocks noGrp="1"/>
          </p:cNvSpPr>
          <p:nvPr/>
        </p:nvSpPr>
        <p:spPr>
          <a:xfrm>
            <a:off x="44570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5B1E02C3-BF66-416C-5522-944D307AF96D}"/>
              </a:ext>
            </a:extLst>
          </p:cNvPr>
          <p:cNvGrpSpPr/>
          <p:nvPr/>
        </p:nvGrpSpPr>
        <p:grpSpPr>
          <a:xfrm>
            <a:off x="46184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49AF0FC2-9A21-6358-330D-B078FE895F10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ED72B14F-1718-A4C9-3FA4-32989D0F3FE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B8AD618F-91C6-992D-B802-E29D835514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D5DD3708-023A-B488-4734-2BEA21B8A5F9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92CF19C4-528A-B0B2-C293-BB64691C575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A9BCA040-5939-71E6-9E8E-F07A98EAAC17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66C2B180-84CA-87CC-3BE8-1207B99AE70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128840B8-1464-1851-FFEB-2FD4C0C4589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321758-AD5E-5A2F-C070-94DC6158143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E253424-1B73-CF0B-C8ED-58300B68CF7E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A12A687-FE12-B0F5-3E04-7D0390675F10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CBAE1CB5-2C52-CA7B-5CE7-F21CFB8CBDD4}"/>
              </a:ext>
            </a:extLst>
          </p:cNvPr>
          <p:cNvSpPr>
            <a:spLocks noGrp="1"/>
          </p:cNvSpPr>
          <p:nvPr/>
        </p:nvSpPr>
        <p:spPr>
          <a:xfrm>
            <a:off x="44570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218561C1-BC20-BB94-A06F-20C14FBD2049}"/>
              </a:ext>
            </a:extLst>
          </p:cNvPr>
          <p:cNvGrpSpPr/>
          <p:nvPr/>
        </p:nvGrpSpPr>
        <p:grpSpPr>
          <a:xfrm>
            <a:off x="46184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853F27A3-77F8-F1D6-FBCC-D4B0547015A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0B24FE5C-52F7-30D2-B70F-B6C086B7F70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EE513643-4976-B08A-5ED7-36BE0E91C109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8FB9222-A313-B400-5B51-746C71C61A01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31CBE3B7-3E06-8914-D4EC-1A3FF9282AA1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6099CF8E-8ECC-7C65-ED65-E0C20B92E3D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E31BA3F7-CD5B-7851-0EC5-761330A3205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FA9E37C9-F875-6A88-8142-E4089226B7B4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20D141FB-F0C6-FE22-4ABD-0CB3DC73210D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109F53B5-38AD-82D6-F6C1-874431C8436C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390157D2-6316-E1E2-9FB9-4446DBAB5BD8}"/>
              </a:ext>
            </a:extLst>
          </p:cNvPr>
          <p:cNvSpPr>
            <a:spLocks noGrp="1"/>
          </p:cNvSpPr>
          <p:nvPr/>
        </p:nvSpPr>
        <p:spPr>
          <a:xfrm>
            <a:off x="44570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E0E2584A-9E7F-E0E7-AD22-A5C417E80225}"/>
              </a:ext>
            </a:extLst>
          </p:cNvPr>
          <p:cNvGrpSpPr/>
          <p:nvPr/>
        </p:nvGrpSpPr>
        <p:grpSpPr>
          <a:xfrm>
            <a:off x="46184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AB63650E-F177-63EC-F1CC-D708B99B444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A31A5EBC-4F62-7785-E348-FA0306ED630E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4B981AA2-0345-5590-7EC9-A2675EC67CF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79C047F2-21B2-500B-06EE-EFA6221D286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F7404B1C-49F0-C6B0-D724-110B12E6980A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4D401FFD-D4CD-E787-B024-B94BD349E9EB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273F5405-DF5A-A1B1-3963-5CC37EC6CBAA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E4FCADA1-BE6F-5E2E-6E68-E61D0CBE9F3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95BAAE36-E90C-E99F-A8D8-C7BFAB1F9BD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C63C63D-A73C-36D0-1B6F-73B3F088085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44D0D5B-6796-1F9B-1F0D-97410AE0553D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14A8901E-602F-4021-FA51-7F2C4C39F83B}"/>
              </a:ext>
            </a:extLst>
          </p:cNvPr>
          <p:cNvSpPr>
            <a:spLocks noGrp="1"/>
          </p:cNvSpPr>
          <p:nvPr/>
        </p:nvSpPr>
        <p:spPr>
          <a:xfrm>
            <a:off x="44570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DC4D329A-13A4-6EC3-11B0-2E230BA62F30}"/>
              </a:ext>
            </a:extLst>
          </p:cNvPr>
          <p:cNvGrpSpPr/>
          <p:nvPr/>
        </p:nvGrpSpPr>
        <p:grpSpPr>
          <a:xfrm>
            <a:off x="46184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9F92D583-1223-A143-ED93-C86314FC5EE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894C7FB6-7717-32FB-AC0A-EB9E9D60271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3201CB3C-04C1-CC5E-01A3-B4550A381B4D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0C92CE19-7887-1C61-9B48-64D229DA9AD2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919E760C-2211-988F-7784-2E77D3BF7474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61A50DAE-1C1C-6899-7871-56DBEF2460EB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5FD383F7-FB3C-B395-81C3-3ACF9C9797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A01E5146-7668-D2B4-50D2-89A2E0D1F2B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A774DC3F-ED0D-E9E4-971E-7DB7EAD4EC14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1F12D750-C9D5-2E9A-B30F-097C65FC47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4EF85A-FDD1-180A-07E3-3766A4EAF5F1}"/>
              </a:ext>
            </a:extLst>
          </p:cNvPr>
          <p:cNvGrpSpPr/>
          <p:nvPr/>
        </p:nvGrpSpPr>
        <p:grpSpPr>
          <a:xfrm>
            <a:off x="44570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1D2A22B2-2D1B-A5BB-A3FA-A8B769E60476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27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0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61EC6C2C-35B6-BBC2-8499-8271F2F342C7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identities</a:t>
              </a: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(SMILES)</a:t>
              </a:r>
              <a:endParaRPr sz="792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0B380C1C-D61F-6766-5DFA-19512793FA5D}"/>
              </a:ext>
            </a:extLst>
          </p:cNvPr>
          <p:cNvGrpSpPr/>
          <p:nvPr/>
        </p:nvGrpSpPr>
        <p:grpSpPr>
          <a:xfrm>
            <a:off x="56702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EE31D291-1462-1678-0B1A-DC7C6DD358E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CF91447-5C91-9825-F932-FC06F01F788E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74BF1FBD-562F-1A3E-93FF-C06C73371816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2C162C27-4CDA-3C13-A627-5CABDB5828DE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39E4B7FE-72EA-0ED8-0F61-452243E2D0E6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0573ED4E-3BF9-E35F-DD4F-F54BB375344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9C2A9C9D-64CF-7C47-0725-73811B809F5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C4A09031-F01E-87DC-BB27-0B6994BFBE5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E35A3442-86F4-A026-0CD9-77D925BA43F3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F5B43CB3-C215-3285-A52E-CE3B57E50827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2B57D44C-CF73-CF76-6A71-929E5E631A7A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AB046972-5110-E633-73E2-ED193BE2F254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605AC754-C1F7-7F26-74E3-466DB548528E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ED98C336-AFB2-8DB9-4991-D5470F1F22C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D5E221B2-0FF9-F693-0A2D-54E55D35652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06586963-101A-6D7B-769D-4FD038D0BF26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2FB1C35E-FBE8-3D78-FBD4-D2CABA902F57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B1DC82B2-440A-CE46-F156-57B2454F0A52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D6EE037E-6D19-A9ED-125A-A1C621B026A4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3EFF329F-7485-65CA-2852-75A79A4E43E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A9BE5892-BA1C-08F9-2E87-967E899D162A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40F05601-8379-3924-04FD-1DCBE4A1BC20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C65CDBE2-4A4B-1990-5F0A-D9BF6B54CAC2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495B7E57-996E-144B-6AF1-81398E5BE28D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A82F8953-F74D-5552-0FF6-ADF2562FB316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632832DD-F485-C309-8B93-7DB0E4633B42}"/>
              </a:ext>
            </a:extLst>
          </p:cNvPr>
          <p:cNvGrpSpPr/>
          <p:nvPr/>
        </p:nvGrpSpPr>
        <p:grpSpPr>
          <a:xfrm>
            <a:off x="56853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6DF0591C-C28D-7F82-5539-880BF8A9BD21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120153F1-DAC6-D6E6-B5F8-8D54B04399B4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46D93F66-288F-F881-9893-B6703F648839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B3987341-AE03-836A-D513-97BDCDAD7535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66B5EBF4-43C1-A758-606C-193F8FCB7E8F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4F75DA50-F7C5-D36F-E4FE-6853E171CE5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1A7CD18C-A443-B280-219C-F1A4E75B7D79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CAFE3C9C-2652-85A4-5079-B1C0E57F17A2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55C362D1-9A62-4C50-2ACB-B4E579ADB871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3A66E850-0B31-86C8-DF1F-55B6E1371879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DABB9210-B680-E001-B71B-30E664E7B41D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98AD72D3-A7E5-1893-60BD-2060D4C08359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04A28F62-3FCA-FA17-2FD4-47C8D8BE0110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DAA0D5E6-4B93-2A6E-9B39-D52D2E0748B1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83D86260-5C3F-B706-AF5A-3A476CF6E0F6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686C2F24-67C9-40E5-2EF6-515410D5DE8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8CB07BBB-DB43-F14C-D36D-AF73F667358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D98E5565-BC94-1DD5-3EA3-D86CE118E01E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3A2AFB23-A196-2537-6683-0B0739DA4E3D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0F7FBB9B-66A6-CF47-1C4D-5DF69B305FE4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A8588A4A-320B-D02D-2EFB-A00F7812AC7A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8EB6C249-7668-1A8E-96A0-4968541130E6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CDDD842-CE0C-E5B0-9153-EF1B2D77B595}"/>
              </a:ext>
            </a:extLst>
          </p:cNvPr>
          <p:cNvGrpSpPr/>
          <p:nvPr/>
        </p:nvGrpSpPr>
        <p:grpSpPr>
          <a:xfrm>
            <a:off x="56762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834C8115-AB0B-A448-964C-D5673217442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4B7AA99F-4284-B0C9-7EDA-B7F2A120078D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CF6D57CF-D8D9-ED65-E32D-E64647DE6807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A296D354-0F6B-BE05-0F14-CE6EAEA9278B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14D9FDD1-D1DE-2493-16DC-6F6EB28F30A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30A08977-EBFB-5C37-5C84-2C980803B918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6E084B83-0B93-6766-33DA-2E867B3EFFF2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97AE9D86-611B-9E74-CFE8-285DDEBCA79D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9E87C404-B868-DBCC-AA70-04E1C5495E71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A9656E18-B4CC-A703-0C53-D3DF93FF0872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34CE732-B274-938A-B1F6-DD04BC7894CE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A26A92C0-D858-2763-55BE-BC0720889A8A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5F293F26-CB90-0ACF-EF42-3C4771EF2F6F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E419AA5F-2AD2-1F48-FA61-4827BEDFBB53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5A5F2F22-4B01-9DC4-A3FB-C5F3DA683526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E0812A9-481C-25D2-197E-89808912469D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FA59D692-42D9-38AC-98FD-420D86E63F05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37DAF136-E5FA-4D43-0957-B59AC28357F3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C828A4EB-6698-C82D-F5F9-4F96DCBE7E83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21220837-6B98-E69B-9542-56F59BBEE1D4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68835806-6FCA-2370-6F01-AF2146917D27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8F8EBA76-6A3D-FB51-15C2-2EEA2413875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97B02B10-5E91-22C8-6BA2-AC8E20A464BC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49C41911-57A7-6278-5640-D15DC8C58E7E}"/>
              </a:ext>
            </a:extLst>
          </p:cNvPr>
          <p:cNvGrpSpPr/>
          <p:nvPr/>
        </p:nvGrpSpPr>
        <p:grpSpPr>
          <a:xfrm>
            <a:off x="4393596" y="4450441"/>
            <a:ext cx="2143125" cy="1590526"/>
            <a:chOff x="7981950" y="3328303"/>
            <a:chExt cx="3857625" cy="2862947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F6F5A8EA-44A4-EAFB-617B-18ED62B6D2C8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75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863D4C65-A2BF-87D9-E3BF-FB6B0674ABCF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79113A7A-74F6-EF48-71DE-EE15A635F3A2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0" y="5377548"/>
              <a:ext cx="762000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75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42" name="label__4141">
              <a:extLst>
                <a:ext uri="{FF2B5EF4-FFF2-40B4-BE49-F238E27FC236}">
                  <a16:creationId xmlns:a16="http://schemas.microsoft.com/office/drawing/2014/main" id="{C1DA7AD9-0A0E-FEB4-EA9D-D1A441F9AFE2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5915025"/>
              <a:ext cx="3857625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Assign identities and reject false positives</a:t>
              </a:r>
            </a:p>
          </p:txBody>
        </p:sp>
      </p:grpSp>
      <p:grpSp>
        <p:nvGrpSpPr>
          <p:cNvPr id="6235" name="flow_Build">
            <a:extLst>
              <a:ext uri="{FF2B5EF4-FFF2-40B4-BE49-F238E27FC236}">
                <a16:creationId xmlns:a16="http://schemas.microsoft.com/office/drawing/2014/main" id="{8F6EBBCE-8999-8069-6637-B1CA51136C11}"/>
              </a:ext>
            </a:extLst>
          </p:cNvPr>
          <p:cNvGrpSpPr/>
          <p:nvPr/>
        </p:nvGrpSpPr>
        <p:grpSpPr>
          <a:xfrm>
            <a:off x="6566202" y="4384675"/>
            <a:ext cx="317500" cy="63500"/>
            <a:chOff x="11811000" y="3209925"/>
            <a:chExt cx="571500" cy="114300"/>
          </a:xfrm>
        </p:grpSpPr>
        <p:sp>
          <p:nvSpPr>
            <p:cNvPr id="4143" name="flow_Build__4142">
              <a:extLst>
                <a:ext uri="{FF2B5EF4-FFF2-40B4-BE49-F238E27FC236}">
                  <a16:creationId xmlns:a16="http://schemas.microsoft.com/office/drawing/2014/main" id="{55BF830D-C228-A4C2-125F-665C9D255FA1}"/>
                </a:ext>
              </a:extLst>
            </p:cNvPr>
            <p:cNvSpPr>
              <a:spLocks noGrp="1"/>
            </p:cNvSpPr>
            <p:nvPr/>
          </p:nvSpPr>
          <p:spPr>
            <a:xfrm>
              <a:off x="11811000" y="3267075"/>
              <a:ext cx="476250" cy="95"/>
            </a:xfrm>
            <a:custGeom>
              <a:avLst/>
              <a:gdLst/>
              <a:ahLst/>
              <a:cxnLst/>
              <a:rect l="0" t="0" r="0" b="0"/>
              <a:pathLst>
                <a:path w="476250" h="9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144" name="flow_Build__4143">
              <a:extLst>
                <a:ext uri="{FF2B5EF4-FFF2-40B4-BE49-F238E27FC236}">
                  <a16:creationId xmlns:a16="http://schemas.microsoft.com/office/drawing/2014/main" id="{52E7EB5D-86BE-CB89-C54E-7F04F98B1133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36" name="label">
            <a:extLst>
              <a:ext uri="{FF2B5EF4-FFF2-40B4-BE49-F238E27FC236}">
                <a16:creationId xmlns:a16="http://schemas.microsoft.com/office/drawing/2014/main" id="{3E382DB6-C6E0-8AD0-83A9-754717BD523D}"/>
              </a:ext>
            </a:extLst>
          </p:cNvPr>
          <p:cNvGrpSpPr/>
          <p:nvPr/>
        </p:nvGrpSpPr>
        <p:grpSpPr>
          <a:xfrm>
            <a:off x="6508750" y="3754967"/>
            <a:ext cx="1474862" cy="603250"/>
            <a:chOff x="11715750" y="2076450"/>
            <a:chExt cx="2654751" cy="1085850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7FCD806B-1E59-6DA0-807D-612D06594F19}"/>
                </a:ext>
              </a:extLst>
            </p:cNvPr>
            <p:cNvSpPr>
              <a:spLocks noGrp="1"/>
            </p:cNvSpPr>
            <p:nvPr/>
          </p:nvSpPr>
          <p:spPr>
            <a:xfrm>
              <a:off x="11715750" y="2857500"/>
              <a:ext cx="7620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9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  <p:sp>
          <p:nvSpPr>
            <p:cNvPr id="4146" name="label__4145">
              <a:extLst>
                <a:ext uri="{FF2B5EF4-FFF2-40B4-BE49-F238E27FC236}">
                  <a16:creationId xmlns:a16="http://schemas.microsoft.com/office/drawing/2014/main" id="{0BEA2D25-5835-7AFE-C554-428B2BAD0007}"/>
                </a:ext>
              </a:extLst>
            </p:cNvPr>
            <p:cNvSpPr>
              <a:spLocks noGrp="1"/>
            </p:cNvSpPr>
            <p:nvPr/>
          </p:nvSpPr>
          <p:spPr>
            <a:xfrm>
              <a:off x="12589326" y="2076450"/>
              <a:ext cx="1781175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dirty="0">
                  <a:solidFill>
                    <a:srgbClr val="263442"/>
                  </a:solidFill>
                  <a:latin typeface="Arial"/>
                  <a:cs typeface="Arial"/>
                </a:rPr>
                <a:t>Downstream</a:t>
              </a:r>
              <a:r>
                <a:rPr lang="en-US" altLang="zh-CN"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</a:p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b="1" dirty="0">
                  <a:solidFill>
                    <a:srgbClr val="263442"/>
                  </a:solidFill>
                  <a:latin typeface="Arial"/>
                  <a:cs typeface="Arial"/>
                </a:rPr>
                <a:t>docking</a:t>
              </a:r>
              <a:endParaRPr sz="792" b="1" dirty="0">
                <a:solidFill>
                  <a:srgbClr val="263442"/>
                </a:solidFill>
                <a:latin typeface="Arial"/>
                <a:cs typeface="Arial"/>
              </a:endParaRPr>
            </a:p>
          </p:txBody>
        </p:sp>
      </p:grp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945DA338-DE89-6848-E80D-B41C9D50764D}"/>
              </a:ext>
            </a:extLst>
          </p:cNvPr>
          <p:cNvSpPr>
            <a:spLocks noGrp="1"/>
          </p:cNvSpPr>
          <p:nvPr/>
        </p:nvSpPr>
        <p:spPr>
          <a:xfrm>
            <a:off x="70288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grpSp>
        <p:nvGrpSpPr>
          <p:cNvPr id="6237" name="label">
            <a:extLst>
              <a:ext uri="{FF2B5EF4-FFF2-40B4-BE49-F238E27FC236}">
                <a16:creationId xmlns:a16="http://schemas.microsoft.com/office/drawing/2014/main" id="{638482C8-5F7D-6063-395B-A5DD9FA51C15}"/>
              </a:ext>
            </a:extLst>
          </p:cNvPr>
          <p:cNvGrpSpPr/>
          <p:nvPr/>
        </p:nvGrpSpPr>
        <p:grpSpPr>
          <a:xfrm>
            <a:off x="6891261" y="4222150"/>
            <a:ext cx="1174750" cy="1460500"/>
            <a:chOff x="12363450" y="3162300"/>
            <a:chExt cx="2114550" cy="2628900"/>
          </a:xfrm>
        </p:grpSpPr>
        <p:sp>
          <p:nvSpPr>
            <p:cNvPr id="4148" name="label__4147">
              <a:extLst>
                <a:ext uri="{FF2B5EF4-FFF2-40B4-BE49-F238E27FC236}">
                  <a16:creationId xmlns:a16="http://schemas.microsoft.com/office/drawing/2014/main" id="{6F10A3EB-19C8-7AF8-634B-DFF3392F0AF4}"/>
                </a:ext>
              </a:extLst>
            </p:cNvPr>
            <p:cNvSpPr>
              <a:spLocks noGrp="1"/>
            </p:cNvSpPr>
            <p:nvPr/>
          </p:nvSpPr>
          <p:spPr>
            <a:xfrm>
              <a:off x="12496800" y="3162300"/>
              <a:ext cx="1819275" cy="1724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PocketXMol</a:t>
              </a:r>
              <a:endParaRPr sz="833" dirty="0">
                <a:solidFill>
                  <a:srgbClr val="687780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Surflex</a:t>
              </a: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-Dock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EMERALD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Vina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4149" name="label__4148">
              <a:extLst>
                <a:ext uri="{FF2B5EF4-FFF2-40B4-BE49-F238E27FC236}">
                  <a16:creationId xmlns:a16="http://schemas.microsoft.com/office/drawing/2014/main" id="{C83A1EFE-FF44-FBDF-97CA-353F41407995}"/>
                </a:ext>
              </a:extLst>
            </p:cNvPr>
            <p:cNvSpPr>
              <a:spLocks noGrp="1"/>
            </p:cNvSpPr>
            <p:nvPr/>
          </p:nvSpPr>
          <p:spPr>
            <a:xfrm>
              <a:off x="12363450" y="5219700"/>
              <a:ext cx="211455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Site + identity</a:t>
              </a:r>
            </a:p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+ receptor pocket</a:t>
              </a:r>
            </a:p>
          </p:txBody>
        </p:sp>
      </p:grp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E5FF83F0-D42F-BB84-9F23-709EB26D550A}"/>
              </a:ext>
            </a:extLst>
          </p:cNvPr>
          <p:cNvGrpSpPr/>
          <p:nvPr/>
        </p:nvGrpSpPr>
        <p:grpSpPr>
          <a:xfrm>
            <a:off x="79889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83E1A42-2BF1-550E-0019-6C6BC071D774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2F96A2EA-6EF8-029F-E534-DE7F4F9FC9AE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BE1463EF-FC18-D60C-9758-6B0D45B9327A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BBD459AA-9DBF-CF20-9D36-12B227BED457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17FD093C-CC18-EB81-46C0-F5922C47C482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E56C006B-DD86-C55B-35C9-F8D8115E220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E248B11C-3AD6-315E-97F2-B1AF87325D4E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68950BD7-0722-518B-9A49-1A3B33E4DEFD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F754A9D9-8037-1004-1F37-51D8AB43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350012B4-9AC4-960C-320B-E04136A2C61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2B4ECD53-8D45-63DA-C2BD-9C608C7FC717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9DD59C3C-950D-F693-E5E5-73AA11C28CB1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5488E9ED-9898-EBE1-2E35-9B8FFBABC474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08E8EE14-5854-3ED1-CD30-5A0092FBEAB1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1F44D25E-DE38-E63B-C5B1-7A476FFE7BA0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44A6BEB7-BE06-E671-13AE-B05BE033B1C3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32DE261E-8068-C669-4530-EDE0ED62E528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941F4A61-BDEE-E9B6-6B47-4EBD17420648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747C7F1F-D741-AB3C-97D6-649241EE1D88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63E3C302-C380-00D6-CA33-4F327009E498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34E7104C-B991-67E1-9112-86FA28DF3E87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B10A61F9-3700-F63A-DE73-F95D579A71B6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8844D9FD-8A83-54BF-1094-AC0AB14674D2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DD3B1133-19AC-40B8-87BE-CF933738923D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B233945C-26A7-98B2-3C09-659881777D85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17BA8E15-8E7D-8BB1-52BC-D8406F8BF52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FDB76DB3-E379-D82D-0452-1B19E38FF9BA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6911B142-3AA5-2912-C464-E8C28E6F594F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2FD2EE2E-082D-A79A-2C82-F2B8557F89F3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ED9AA8E2-BF09-EF13-FBDA-6E7C1B56DB8F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CB7207E7-3585-C220-9642-4E8BDCE2188E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EE82D58D-8963-25A0-0F44-EB0029D293FA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A92829E2-05FC-9450-3003-5E48A09B55BB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8CD72191-A1D4-EF7F-4CE8-6F01FAD536F9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F398402C-90AE-57E6-D7B2-CF3F6B5A54D4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3D03C376-D8C0-046E-1DA1-4A15C6C8EEC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809A1C7C-667B-8C99-3340-2BC7AA05180B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EFFC7F3-DF82-D5C7-F90A-2726D02AB380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B66A2E65-36CF-7A3F-ABDC-2B01522A06D0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3AD1314D-39CA-73AD-06FC-F612DA92C422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24C2521-7602-EED8-5DBB-87E5F13C3FFB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151BDA6A-B266-C922-8AEB-871484451883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0E9CCD28-42C5-8671-3E78-B2ABC65A9759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3EC13D1-73B9-E0B5-A603-5EA54DE71854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8EC8CE12-B733-9C37-7DE5-B1E0D1211A4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7CA9C2C8-8F28-7473-AED9-B07341C28C1B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FD16E952-1ED6-AA5A-E265-CD34574A07D3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38426F2B-EDDE-1A51-27B2-720A423D0656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486D653F-D951-A6E8-6DE9-B0DD268F9317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4037200A-A4B5-42FF-EC5A-87DE074F621B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22FEB387-20E8-9DE5-CC3E-F7E280C0C20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7ADAFD03-AA75-A374-6255-F4A58DE31BA3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6349ED91-C045-7123-B60D-6F3D65DA2C13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CCA8007D-5617-0F37-DE6D-C1A5656990DF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2F9CE1F4-5057-9B45-5DE0-6546A102AB89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BBD95769-8937-8547-3D72-B99127EAC2D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308E42F0-3124-32D3-F2C4-50A3113198FD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19BC53D7-63EF-2F41-8904-27B478B33268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5A4EC8C6-E0E1-FE6D-CA8F-B496FDB9702A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3D4DF07D-27DF-40C2-3FC2-8698E4782793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10459E09-9B3F-A5AD-BB0C-E7D70AF22A14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6908A27C-D0F8-326E-5E98-693D96B3BAE4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7EE06FB7-E79B-5347-6B1B-402859FCD5A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593EC714-2D59-97CA-4B9C-71B0E9EDB60B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39CB5C11-FD84-3071-7385-1CA7E936BDD5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F75D158A-F69D-EB07-1E6F-7919C2BCD283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71194497-7FC1-FD59-ADD5-64A6DA376F7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00424149-09A5-0B66-4EF0-92C4CB11A6BE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7F055CF4-25B6-3E88-E879-15AAF81E41AA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4B06C88-887A-0829-5A67-BA3B77D461A9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BEEE688E-C9B2-84F8-019E-B3BC39C90343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581B03D6-F82E-C366-6AB6-24BFF715B7A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5C4F7058-089D-C612-28B8-DDE6EB475D29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0506060A-B5F4-F967-F4BD-11C6536D8399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358FA085-5954-AC76-6DD8-089DFA4466AB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AF8216D0-E03D-86DD-50AF-69C94F5CFB8A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44A0FD7B-051D-6ADE-50A6-8EBD24D03C7D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FBA90E7D-26F1-6CC3-6AC6-C65A2AAF7998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D0D62481-FC61-6A99-7ED2-3DE9FEC1E5B8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2AF4E578-76CF-D603-31EB-1EB3A762BD27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070B5A25-67D6-9DE1-EEFA-86E3E8FA9DB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566A0E1C-1611-4C5E-E4A4-12E254F2B824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E305170F-25CE-DE92-8960-1F0E05655260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5DDF7B42-C49C-9663-F401-1F334EFB18B8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9C97F933-D904-A991-EA11-C2F3FF1535F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EB97BBF2-7676-03DE-830B-F52EEC1E8148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FA66C91B-20C9-2290-E47E-3F907E61CE04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6E068D22-5417-A66F-5C22-6B39033F6DF6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BFEA656E-E528-B91C-A5AB-F73BF5D2F5AC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F94F88B-AE88-DF25-881A-486E52D42CC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19BA845E-25C4-62E4-0182-724CDC5AD74C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774DF0D5-BB54-1AA8-F6FA-B6A70E3A481C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4F52068E-4E63-790F-B45F-AA7CD70013FD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F60B52DB-7801-AF3F-AE91-C517816EC728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DF93B1-FBF5-1C0E-B988-27509210113C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B3D1771F-231B-9167-28B6-F3A7FFD559B8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13D82AC2-2482-BC28-EA38-D9FCCEFFF3A5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6BA2ADA2-569F-9AFB-9B55-DEBACDBFB63B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782428E1-DE2A-FD57-6A19-BE35B35CDB8A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CF162FF1-AFDB-DB19-2055-33641C9AE8EF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E080F269-9ECE-5A2F-0151-DB2E28DF9157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FB855017-300A-5BEF-84A5-42118A44A675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5E7EE4D0-B3F4-289F-C22C-48696751FDA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47EBA00D-D7E2-F850-F81C-B29B327048D1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ADFE7F02-189A-AB56-8AF7-7B140EBF6A62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4AB114ED-C67D-6CCE-F868-95D18200FF7F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674F81A2-DBD2-1EDB-48E3-4E4F8B04009C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94C33AA9-CF63-43AE-F493-D4F8FE86E114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A47027F3-B111-71EF-DFFF-AD8B7020CB3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746DBEB3-0D9A-258A-68C6-F2AD4F682C49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9653531C-7DC7-65B8-9F1E-E2C3B1A2C2A5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D1776BCC-FB17-83F5-FFA0-FEBC13630B8C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D307BEC2-7F51-B0A2-289D-905EBF45F5D8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638F8E45-A36D-F106-E4C2-694108C08AFA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00566D5F-D30C-52E0-0096-FBC65FBDCEF7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25CE4545-00DE-B62E-F80B-770A6B6D8E1A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66D6C04D-9ED0-F874-E372-6C6738570B3B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DCFF86F0-BFD0-8D3C-6191-BB9F0A585C11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8D106607-EFDA-92B3-E36B-64C8968D9CBD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627B5556-C4B2-9402-5F6E-AC1B5669E22C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273563DD-77A1-B4E4-0D3E-FF3BDEBBA389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9D705D43-DC98-03F0-DD20-15268C1394C3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F9A3C086-83D7-FB0E-385E-72AB5565C1E5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BC750EF2-CA69-9B76-1724-DA85991600A8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CF7FB1D8-8DA4-6212-4B7C-FD271832E073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8773E11E-CC7D-A764-87B4-E4EC65C639DF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7A25D00-8666-718C-8C09-9152945592BB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ACB49599-DED1-8157-FA41-D882D310A237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B67F52EB-2FC3-A440-28C8-03C557CED6D3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B26DBE47-91BB-F30B-7E26-E4AC4B47CB09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B8BC2C4F-867D-962B-CD0E-AD3427C28782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2709EACB-6CEC-1B61-7839-82E60DF52B50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61670227-05D9-FE3D-856A-73672EDA4A1E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2CD99089-9B84-B440-3F35-4A4E6D8B425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E2477415-B8C7-065E-4E17-C084763DA873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1512092C-444D-7577-AD34-0DFAA81A7CD4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69D3F956-584C-91E6-4B66-E3638000B631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4A4BEB1C-9702-A10B-CFB5-4E4F449156BF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5E573472-4739-A547-2A57-0B50B309316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CEFDA15E-6975-CAB0-12D5-A76AB610461E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6E365D73-D7F1-8465-47FF-44F98567AA7F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371B2B45-984D-D389-957B-57FF4E9C43CB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D23CF272-72FD-08A1-CB0F-EE922354D6D1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233361FA-9FF6-B2B1-D74E-080D6941FED6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95C3BBD1-329D-BEC5-4E6C-DDA8BFB80943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52144A2E-4F0E-893C-918E-AEF3E8592508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E87A0449-8558-7F1B-1CD8-04611E5CE692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21313DE6-8C78-A078-A1AA-4913ADDCABF6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45B38512-CA63-9A42-61EB-40C3AA278F3C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6D423A53-BEB7-FA63-4EF0-795E8B068937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D39662A7-CE45-97FC-AE1F-9492BD9C8618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440A777D-0F27-F00D-D5ED-F00042A118B7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1118B48-9BDA-F353-00A1-27A50018B68F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971B6EDC-21C2-72FA-9FE2-0D2E4D4B660C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E91244A2-4E57-93B0-B577-D52C13056C70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CB88F3E0-1312-E9F3-68FC-871CF6F29CF1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0C6014E8-6C3F-4A08-8370-3B0B64B7BB54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0C76F2AB-99D8-CA3F-18DF-A927B97BABDE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1B241F92-D106-3441-3F9A-542E86C3952A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FFFEF28A-54A2-1D8E-8BEE-5325CCFB6990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5979FE70-7FDA-B54B-8916-85B44DBCB887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ED27248E-0A3A-005C-4E19-D48D6E245891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20C94709-59F3-5D6F-4A1A-FED8B18AF02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1C06776C-C446-C09C-D642-27B1D37CEB1D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62B0BE5A-7128-6F03-C6A8-777E1EA153A0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94F5B8B2-A5B0-54C7-C016-95C3A99C6B01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60FBBF6-1D15-A9A3-885F-9D1AD6EA1653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A54C287D-3E9D-196D-A74F-989EEE423D2D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C6BD0866-121A-260C-3783-B9879AB36E37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F55A5BB5-DCE2-E6E2-6E9F-A4B125C4AD34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0B50C20F-A4BD-B1E7-F081-1A0D6CBEBB13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53B3A6BE-7485-14B5-049A-60F9C7C6C3FF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103A95CC-47B8-DB00-B259-5DA434BB89CC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25B54DA7-1A35-4887-7197-F0E229116F0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F7D69272-A720-61DE-23E5-327B875D8B68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00B1A0B9-E5E2-9199-ACC3-7DD644321DDE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D667DBB2-C348-D0E1-4BBD-91D3777DBCE6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454F0315-74B8-2134-F07A-746F9E7F150F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610493C8-A204-5088-6BB5-882933FCB6BA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D1F9A39D-0795-135F-94D5-E7BEB4A25E33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292FAA9A-DC4F-4522-BCFA-704C69BDD2C3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0E31B6DA-BADC-CC90-3DF7-C1F50BFFDB9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97AFFCC2-0BC9-55F1-0C6F-375F2EA51F46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95640180-94EC-51B3-38A5-E631499A8594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505746B-75FF-CD9E-784C-44348FF52D83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70924895-D19F-3528-DBAF-F483F70D567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F0E4686A-0C9C-758E-A7E3-49377B4908BC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3A812031-FBE4-647E-C51C-7871B04A31DE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136FED50-DAAA-8393-F29E-BBB2C5426264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06993D2F-C785-EE53-0FB6-34535B60619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8FEF8F83-C36F-A6C2-D3B8-77DF8ADA5C8D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FED216D0-BC88-0277-520B-60080CB8F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A76EB83D-907B-DA01-7131-E98C31A54010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F3F8B06A-5664-73B8-19BF-8367FAC38A00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59F70CB6-AE91-F4FB-EAE7-E11985EBE0C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88C0ECD1-39C6-2A1D-9390-64F6252CBD6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D5ADBCEF-EACE-2A37-85F7-7786BC193199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C21AF930-3F49-00ED-1C82-5D44C5B6A2F2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B64C9F40-7C59-5018-4B89-26883332F908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5875F515-1EA2-8E2C-19D5-8316FCE31FEC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2800AFE2-ACE2-E0E2-F813-240D93D23972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215AE257-59F7-F77D-3E4E-FB701B0DDE5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CD860941-6F5C-D588-61E8-D9D1C1931A9E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B4D41ACD-20BB-E4A2-6958-BA0EA4130C6F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85F54339-1F34-48CB-3B9C-91BA2C0D06C6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D358A602-E36C-FF6A-44D7-2D43BF9FE5DD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8B2116AC-5653-8242-6B65-F460CB77EEBF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BF16A03C-57B2-D37B-9644-3E8616D3FE87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1D69FC67-16BA-1FD1-FDD5-5C04AED955D9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8F5B69F-CE09-7E60-6F48-8280CA53202D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4FAF866F-4051-34CA-78B7-087C249C040C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D3FAFF33-B8A7-6477-AAFE-2E3C6AB14265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972AEE1B-CA25-9832-5138-0F943F04513A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2F162ACF-4BFF-5288-EE71-C26424AF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0876D7A2-C61B-450F-AE31-4D406D28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C579C9C6-AD25-652E-030E-CD7E650B6DEF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03AD00F5-DE78-1118-DA62-F340364CF36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2FA03838-E5E3-D460-F088-2202B2F1662C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C09BA2F-FEB5-D69F-87E0-53AD9B92D915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682F4F24-6800-2F7E-9327-F8262ECACB83}"/>
              </a:ext>
            </a:extLst>
          </p:cNvPr>
          <p:cNvGrpSpPr/>
          <p:nvPr/>
        </p:nvGrpSpPr>
        <p:grpSpPr>
          <a:xfrm>
            <a:off x="80345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6AA17F41-3AA1-4E45-3266-06E9E38C340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4757639-6A38-2A90-6D36-DAB16D102F68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2760B7D2-0A7A-D5B7-60D0-7A14A5CF35E8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C38E4E3A-1796-686B-613C-EAFB68CBC9DF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57D3F9E0-BFF3-8800-B45A-BC640AD70420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0E7F403-51DE-4B43-2FC5-71E703A41F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D1EDA6DC-124F-CDD7-824A-385DF6A98666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04B500DD-F5C4-D2E6-5F04-712EFCDB8B69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91AAD522-8D0E-0007-C8A1-363BA3953202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7E3A8B4C-6EFE-EDD3-8B42-55B4D8377EAF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61021AE9-5F55-2641-80FA-773C855B0E3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591332A6-679C-5B5B-5A59-84F7B0A463B6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5C90D76D-9C28-2EDF-4755-05490DE00F0B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8273A1D5-6C79-45F1-52D2-506E662CACD9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C0F855C2-1D9B-C98A-2F89-E7BA6F52B77D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39BF69F6-EC0F-5127-F91C-FF78D47B5D31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CA3E754E-FC17-4D6C-E9E9-6DF610B5B638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EECA6ED8-68E1-5FD5-6CC9-FB92F55C6636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FF14DDC-3FFD-9BE2-5CEB-8991450AAC5E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7326C8B7-4A7A-D59B-F81E-E7BD809E1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56129A1A-A01D-4886-C9DC-307E41DCF9F5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A9C97F66-A898-A10C-522F-5652210B3B7A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737A72FD-4A9E-1D6C-5713-5A623CE225B1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7A4B4333-231B-116D-4547-47A310627731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F1C98DEB-02CF-1FD3-4863-317AD3DA12C8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F6E23A61-4488-FBE1-725B-D50E627ECB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CCEB40AD-586D-414B-5F41-35AEF9BDA153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B35A9834-A323-B309-60E8-1F62C73F9E8B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A9F8F542-E104-4A67-EB5A-E115C344B8DC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40191D71-534D-1FDF-156C-D572A35F9389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E9F3D370-5422-9699-E47C-4A8A54E37647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B506B6AF-26E0-E952-C865-2ADE078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2662233B-377B-DCF2-5551-B2FD817C7BD0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F72ABA5D-F658-7048-7225-33FB28EA74B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0574218-3558-B8D2-3914-98C485C3918E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E9CFBB68-6697-C18B-830C-5A0A54E03D04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7F41EE57-D2B7-AA64-5ADE-4B1EF800F932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21DA056C-3F35-C2DF-3E77-D8C268457AB4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CDCC57F4-13DF-2EA1-97E3-5B27C124A1F0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F8211376-18D2-7C58-A87E-01588B21C829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D77C0D7F-B117-BEB4-97C3-7BDACDAF1D19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5813D1C5-AAF1-37A0-7052-3342F953ED21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CB80E4D3-4A91-141D-2B9B-C63A5F077BEA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863DBC26-DA75-6258-07BE-30354B4EA92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A1BD05DD-696A-4B6E-5634-EBC496769AF7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144DD2E2-D3EB-8242-3C13-569DE930ADF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06E363ED-4942-597A-9FE7-B4A872B810C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F4DFB923-E958-BF65-EC22-3236EA8B7D2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D10D7ED-042B-B033-1ACC-7A4476B615B8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561BA6DE-4A29-BC0C-3372-128C700D8468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76CF5C26-C4A7-0E2B-FAB2-7D4B6F7CEB6B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54B67EF7-36A1-B3F9-FADF-921B3E871323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2D69EE2D-8E9F-5263-E82C-8A2654B5E7DA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08C213B1-9F39-BB7E-3E4D-8A5FFAE2C9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5CBBB0B2-E0DB-4932-727F-7E9A24A74FFE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69DBC05D-6126-F016-85AF-ABE3D1D0723D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F2E456EC-53FF-C856-7404-24B077DF8922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986CFDA3-47FF-EC26-4D5A-D34147966400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DD14E2D1-6667-48AB-3C85-81225C6A7253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6C714F8F-D54D-10B4-8EB4-F45983C8243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359A53C0-69E5-596D-524A-26F308B26445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67FCDD8C-0FE1-0770-D998-DEC2F8356F7B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D22170E1-B78D-E5A0-82DF-FD633442E69D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52FEC076-1C06-59BE-82F8-C26964AE47CF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3D32B9A9-3E7A-1071-C017-19E4945E548D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B18D2A8D-FD1E-BFFC-C6BB-EB4065FCB333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434F7D18-04DD-A8EB-F060-13C0DCE6D62A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AC309C07-20A5-1417-F00A-ACDB1EBF5E48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55A7AD47-0049-A7F3-CB5A-02F8137792A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BEAF8283-DFCA-C6A9-6A74-1244BF04C8C3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858C291B-E47A-8E11-2F69-B21BD82230CF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50903D5B-FEA6-B874-E909-1DD53EA44CB5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DC5E20BE-36E7-96BA-739A-4733F1F6BC1F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3A501C3E-5DC2-ABAA-FACF-4DE7C8B7CCA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BACDE6B3-66AF-44CA-D42B-A3CAF159A25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7CE3D1BC-D615-039D-2F4A-63F7908E072D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999FABFB-A77F-E8F5-4173-EF1266AE1132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6CBE0E16-CA9E-2F7F-7616-DE106831BD75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FFECB358-35E6-514C-8AC3-F2A88CED365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BB764B5D-A928-AD54-9EC2-932F497BF57D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AFB5941D-91E2-F2AA-D764-7606883A6714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7B5FE00A-96A0-DF55-DF25-5F78078C1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C02731D5-B1A9-D9FD-8F1A-46EFF7B94613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002F519D-4AB7-EA18-4348-446CB19D9E38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14D5760D-A4CE-5F0E-5CAA-7BA5BD3B3F57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277E75E-6C5F-3FA4-CCD3-56F8A3022B9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F0B241E0-8745-6FE1-E41F-B026812A9088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40FB5CC8-4B30-591B-10CF-13DEC02300ED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3FFE5E59-C698-B7D3-18E0-24B1C8CE76DD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8C309396-388D-C616-4B3E-09601832D80A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2010523F-E31B-FC3C-2C71-ADA76D1673F1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6EE5021A-5255-FCF3-694B-EE1113D29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E24C480C-C1CE-026D-822A-B990404CCCE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81EBB524-F216-F624-68E0-3CB1406D4E95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1E107874-197F-8FE7-B8E2-6D9A65C7A1B7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A3D5441F-E5D8-E0E2-6CE7-ADEB466C3F8E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299B7288-C382-FE09-492B-85B74109DAE6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9173A1A8-19E7-6DF2-64F3-7E16329359F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68D3DC06-9EB9-9F1C-9914-ACA202474320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F459879-7DE3-4381-308C-FE5E32FA2EE1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15EB6274-5C44-72F2-6824-F569545819E8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7CB40C1F-CC61-6C01-3F48-08D095BE0820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73F05789-B982-5C23-5454-9456825981AA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1ED062EF-A39A-B7C0-AA4B-E35F1179550D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53B23220-F684-615E-690F-EB78D39B044D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3A9BE5B8-3CD1-65BA-B94C-2552FDE05AA2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1B7E1C63-AE91-5C76-B821-D6AB43E54651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194204BD-4E6B-DA9F-DF15-E1D5BBFA1E7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65FF1FCA-5254-ED77-6BF5-487B3B599FF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340A3017-159E-2287-EDC1-1E0FD484B9BA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F74D44CF-D418-9F7C-EB8F-752F9698751E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3A7B21C-2AFA-4755-3243-2D68E43F40A7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042934CF-4251-8DA3-0796-08BF70BC4E88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9BEAF319-F23E-8A8B-6334-AE5860A27137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5DACD276-9897-91C6-7118-23B9096BD0A6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BC74EA50-AA74-CE88-884A-B42DC29A1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1A53CD05-D370-0D8A-50A4-634C84E6B794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538BCA08-462F-1381-1B3A-5918DC5941A8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F7D73B4F-BFC1-316C-CE2E-B5A64210A56C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77EA929B-BA10-F132-38CA-94E493A02F20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3FD62061-F485-75DD-0121-727F36D1A69B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F7D3F3C8-0527-9C84-3C4D-E907A5754E7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305352F6-88CD-FF2D-C122-5F117245100D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380E3BED-AA3E-7981-F8E9-D2FCEFCEA595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2AE52CB2-E3A3-4A73-42A3-840D40E7EF80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DB471E21-A7E1-00B6-7818-61228B704DCA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FE618B54-7D06-559F-2289-3CB07DD42C6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4A796696-2366-E3BC-90F3-6CC54C10319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0D29A87B-02AF-B919-B229-A99419D5024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395129A1-6835-0960-7034-EF4992E7C81F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9A059DD4-39B9-5126-77D9-2A651086F9A4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57AAC2DC-A7AD-1CCE-3C86-C96EC42E1683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ECAE6678-AFCA-71FF-12FF-390B10D64534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4EB062DE-E6E3-0F12-5F87-EE39587FAE9B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39ABAEBB-415A-6DDA-6DFF-0879E743D2FC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5ADAD452-D9AF-2152-B179-F1330F723360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7FCC0D66-220A-7234-9168-2010C41C2DA3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F4DA3B3E-8B20-6830-5792-83326C8AD8B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9DFFC3FF-A73E-AC7D-DE13-38246F23E870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BFA5BA71-EF5C-F34A-12F3-D3E758216061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66A85747-C132-5A4C-D85B-2C8BA680B300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E1879CA3-CF4F-5FFC-AEA7-F491F9DB817D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4F2E3DFB-0A4A-A2B1-160A-6A4533E528B7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BCEAC721-3B9E-06D9-309C-CA788F4E3552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8394D1B7-19C9-08D5-A3E3-460699D776CC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61736DC4-51C8-E2CD-E7F7-C65E44CB7094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DB4F870A-1132-5918-205F-28D41945C79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7753CD7-759F-4B7D-717B-03134CB9CE14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DE4E3483-1BA1-2920-5194-47FD296508B8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4311CBDA-15B8-F89C-8A91-FD0361588C0A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B8BEA38C-7CA8-3DB3-51DB-F488372BC0B0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D8720481-7A05-F246-21E4-F0EA4310E6AB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A66FCDC-9554-8038-B532-A2DFE8C285AB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B1B6BD2F-C5C6-2139-5723-0FDD1DA74F5F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B4A5E991-3BBD-9223-1330-5CD345511106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8151559D-123C-F31F-7A50-DEF93F2D44C7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8ED1944B-0E22-F44C-A2A8-91E7D9B76FA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28761FB7-91B2-DE1C-42D5-0F2EAC2BFBE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A60CEAF5-0288-4521-5D37-AAEA4E443D5E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4EFCCD38-E416-8C75-AA98-3369601042F7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52219159-C6E6-0F0C-5512-BE711ED7CE23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668AE4C4-D3C0-BB95-B947-F163A5554F92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A3CEC6BC-2856-93FF-7DBD-C921AF984218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94909FDC-82FE-29D8-6C68-B9AD7CCCBEDF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FD7F0F49-7B62-CCA4-BABC-EEAE1B5942F2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587096C0-E303-D1E7-6274-97DE6CD11254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CA299814-309B-5FFC-6E8A-BD9891C7A504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4499198B-AB55-F107-3D28-49A54ADBC315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63356EF-B74D-1760-3E0A-539777C5B0E8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A55F179F-7C45-481B-BC40-BCC15480D752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FAF19F03-A543-A1AB-A891-A1B6E1FE6984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94EBE5F7-0B77-DCF9-2BBF-C786B04517F1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BC66DC1B-895A-6D79-87F2-46DE175B5C22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3CB885CE-2FA3-E6F5-CC0C-D98C0428FB75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A983AEC1-570E-A5CD-2DC1-28016FE6E30C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8E943B72-F37E-7281-63CA-BF077B6C8D83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50CE5A94-C024-8FBA-1274-8872AC1E1D5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53730BB7-77DC-DB47-D336-4DF65D57BD05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EB2F9D1C-F63A-CA18-6A66-D84E49582510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146D655A-6193-25AD-FDD6-93CB3422C8E4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6507B858-5DD3-3CBD-0C69-CD2B1EA075C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366DDC29-63AC-7FF6-F079-F9ABC198625E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293087F9-269E-2341-2FC2-6288DE4FE4B7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8D86A003-7CED-01E9-8817-F2322B31AF89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95E2DF6D-38E9-70D3-5BD3-F0F945B1ED95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9ABF0E8D-14CD-1CDD-9642-00FAE056A541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99D3AD63-54AE-D7AC-7954-326CE6B6D44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587EF324-79E9-0A20-6177-061BE963530C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953373DA-BC08-D73B-BF11-80C79E27551F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9F54C698-70B5-1D73-3816-7D41346F2C1E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E6524615-7E21-E871-4B55-F0AB3210EDC9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5533FACD-375F-6C95-9A0F-F5D10890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AC77AD7E-BE84-7418-323A-4FF050B470BB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7C790D8C-97E8-E214-49DD-6BBA612C5C61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E9EE3EC8-A180-AC33-7659-B84970E41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522E4197-8E0F-8A94-FA32-5068750EC62C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363422E3-D956-BBDD-7325-04B95CD37AA2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53DD1925-3A7B-EB2B-5BF2-8E9716C784D9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DFD9A213-2010-5E45-0B5D-06D6415411B7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2EFDD2A4-8382-15E7-46F8-C8580C17D6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A33CDDE2-6004-71B6-C2CB-1956C65DAAB1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AEDC8F8A-82D5-33EA-7C08-F5B68CAFFBA4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2FFEDE14-9014-7AE2-0C8F-4F8CB0DF76A8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60B73320-B6EB-0C14-B928-3FBD4F8C8F77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C0F397E-0E81-ECAC-693D-0AD047710882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381007E9-AB5F-BFEA-9478-13E4DDA1B184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D0F39BC0-3F0B-529D-62FE-D4CA7653A8E9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614D6185-DB65-96C1-3242-6EE04800E57D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F351F692-1C5B-BD3B-9DEC-571BCABAF36C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2EF8D0A2-C8FB-63F5-46FB-6D8F04C4A78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AE4865B7-919F-339A-02A9-F4261B66F0F9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E924A086-1816-171C-572C-AD6BC924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3018FE8E-7A6B-5656-C4F7-EDFA4B3FA63C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F65B7858-4AF3-DB57-6F9D-85F478BA3547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CF70EDF2-C50C-64BF-8036-F1D217E6D794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62B3FAB5-E85C-D7C1-5F47-5CF212F06AC3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04A8D9CB-2B8C-08E4-A89F-88B8768DF20D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008C25B6-6D62-9607-549A-71F1F577285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B8FEE9B6-2D35-62A0-5922-E13DD00390E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E1515A7C-54CB-22C1-95D4-15EC8CB1BEBF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0F79482-5935-ED4D-6757-6ACC0D5465D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701BCAB5-3CB6-F580-79B9-8A9F307C4BF0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46D688FD-2254-BCD3-E04E-AF8C7E87B1F0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9DB4146C-E129-182A-E363-6A4B6FBB106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6D999848-6B75-92EC-B53E-B61ACFE84180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D19322A9-8F80-16C0-DDBC-A7CC6ECDDA17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EF6AE010-6936-D8D6-DBEB-E84753FCE1BF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049D5896-8EF4-08A8-96C3-4F9E5F4FC6A7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F8A391E3-4620-2DC4-011D-319A6DF83B21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C0A4B502-C8EC-7285-14A0-C5CE08EF8393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71823A3A-4340-9624-32AB-D097D70EAD49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6830CCC2-70CC-4F04-8CE1-A288E6102294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3EDAAD95-3266-95F6-2BA7-516AF557C882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34E96449-8E83-65E1-BBD3-AB39EB8A5A8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23D2294-F684-52F9-648F-80B97547D744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DD89690C-0173-DE4A-77A3-1EC4CF3DEF60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5FCEFD51-B1C6-2AF9-B73A-BB301458948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EE9BDE15-B4D4-1871-CF94-4706AE8FBDB8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2C9D841B-885D-5774-3DB4-C0BF9A97DCC4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C0844640-CD77-1160-FC7B-8BD65C8767A7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EB76123A-321E-50E8-57B7-9719D7E207F4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DF3CDD1C-151F-2B2B-AEBB-C6961291EB9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E60C2593-82D9-45B7-9CC7-B17C5F01F1D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5B148CD7-6931-68A1-1D57-B1FBB414C5B1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59522C0F-4FAE-5227-8D6D-606AB459A0C4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589B5009-588D-283C-F7DC-7BBA67352418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4DFD3448-92F8-3FD5-FF2E-CCFCAB9F63DE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2699502B-D18E-044F-975F-5FFAE6CAE648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6D8BC414-F62D-5FCD-D2D0-17635A28BB45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49DFFF0D-7F5E-B6CF-ECE1-EEE4CED4567E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C26768F2-63E7-647D-C299-BA6674DF1DC8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988CE3BE-14D9-083D-5B26-777CE529808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21F828F1-0620-E606-D935-9A001939B860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35069168-F90B-B92B-5C19-0EEF54FCB644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8F83BD1-73E4-6551-9183-A0F6583E72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0760D9B7-0C05-0A4B-0E0A-0F0050B7CD4A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149E24E2-18DF-0091-6A59-E2357ADF873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6384222A-D3DB-8858-246C-1408FCD4801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947D74E-51BD-4ADF-8A90-69111016E1E1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E2264405-3F0C-101C-3825-DFB911F2F8E9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CE49EA9E-4A17-A082-4749-37B424F9788A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9C063769-9D00-A4EF-4304-D6894FBD01D2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8F03C078-3B48-34E4-1176-475FAE8F19B2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F1BCA4B-5FBF-69A7-8929-46C89E3E7532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72B6F5B3-520C-3125-23D0-8AFC3F2F8C8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F8A3A0C2-E02E-4093-6F16-D65A13BCD87C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57A29DFB-B89F-B9BE-4CEB-EA0193253E8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02BC36A2-E0C6-9A19-CBD4-B998D7572FE1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D67565DA-FE1A-563C-A871-448C2A3E7CD3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4341C71E-CE11-9775-F7E4-D631D0C835CB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47952640-FD29-3E56-ABDF-21D1F6B8B21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DCE7C23F-0841-5759-07C8-EA1C194778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18F4277B-D4B9-AFAA-D9FA-0101A395DEF4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B50154CE-4D12-3258-C68C-474A80C4E320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C842A440-9719-9C3E-9420-6A6211C2CAFA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B0F744AD-E943-C8D9-DC93-4497096CBC22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033D9FC6-5760-298D-A177-EE2A3840FD2E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61112123-4081-9615-04B6-8A7E8F2F106D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125734D6-425C-8D29-F743-32AA134FC45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1B3E24D4-99DE-4170-0BDF-D523E3D131D7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9C6560F-3368-EC5E-9E67-4042C5A20B96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7B0C9ABE-3887-4DCA-3C41-5273119E172D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AF6D87A7-37EB-547A-ED9B-C58CD88EFF23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CFAED874-EC5D-831E-0353-A89059251C4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43346D45-A033-1D0F-46C1-56BF8FE7380A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27327AF1-6A85-EDF3-4311-FC9DE77D6749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3E70F9B8-1844-35FD-35F6-A981BC8C3650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6C7C4035-BEAA-77B0-C589-9E22654C8730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1A5947A1-8236-4B5D-E16F-4F29DAC3B961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913158BF-5C50-3E7C-B283-3706BE4C74E7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63CCB147-3C2F-DB61-1193-596FE2A828F2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6C029224-2743-BF2A-C5A8-6904E14643E8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83A8B4FF-DF4C-B5FB-37B0-7B17B040D372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B686EA8F-711C-85B9-C723-428CEC6F30D1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78BA1A5B-7B33-74EF-DE3E-5BE771D49E0C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8819D91-1D0D-D74C-3A29-0F3BFBBF855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2813A928-934E-CAEB-62FA-FCE7D5EE453A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DB737E26-45BA-BADD-7146-876E6E7CBBE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44A3B483-7E78-88D8-9ABF-E9C8C4EE966C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751AC124-F1A3-9DB2-2A42-4CA7AFB9A8B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A4A32CB1-4FF9-B51D-4438-25C6D8A453D0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389CAEDB-B8B8-AD75-3AB5-2B66E594266C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91F23687-F4B8-52A8-A8EB-8A71A5C730BB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418B2E6-108E-9EFA-95CC-241B847FCD79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BB9B1027-A97D-8CDC-671E-49B7C4F2D76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0854BD00-A9F3-20B6-A0BD-7FF1F173BE4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9E5D4092-7888-282A-0177-BC4B69446F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C86A125E-02FA-BC87-03C5-08EDB6123E0A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F16BEDB5-4514-0F87-93CC-9C2CE3E8F6E5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999B733B-70F8-3543-AD28-0DA0C26134A8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D5D1862C-A63C-02DC-1C65-E141DCC36F1C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92C929BB-C1AF-DFFA-1E32-7FFA8F56F1CC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E0E48F43-FDD6-83C6-7D67-B3DC71BCAB9D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38548DC5-D71E-6991-D67C-580D39195BFA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8D67F587-91D6-9344-6166-B959041759B0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AD3CD913-38B1-8075-9F88-7E51C75D86C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B0221117-651E-DA15-54FD-9C2F20BBA835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ACD06F04-0BE1-D88B-67D8-69FA61BBB674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E8EB7CFE-1B6A-42D0-6923-EDBFCC22A76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384C3527-8262-2605-061A-DA8E07EC627E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9627631B-DBE1-7B95-E967-CF4E657AF7F1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ECBEACD3-1534-7509-010A-B36BAA5E63CE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E47E2E50-9265-6352-D862-9ABE35240F3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B21E8B00-E639-AE66-B7E0-C6C1CE616B28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388F4A2-36EF-06C7-DB53-549E5F258E9F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BD2A2E59-AF11-2C89-8A72-A0915BC1175E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6764F359-5093-360C-BBF3-72E76912944B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17D415B8-5E31-B05A-30AA-A0CF22E58F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30BA2A60-38D7-8BC1-DA86-A6EB1670CBC6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39920CE0-C631-78C5-2A9A-F75FFC61B339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0664F52-64BA-D7AE-B08D-2063213C8F58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F7EDFACB-F8E9-0F0A-9C95-C22410E960B6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4D3C4F5E-A1E6-4A9E-3DB7-9BDC20493092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9AAF5623-0D80-3DEC-FD41-ADAABF926462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1DA3877-ECB3-F5D3-7857-CB4F4D503C90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DD5E26F7-E187-5F8E-35E7-1E81E22D9BC7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8410B12F-AE88-5346-A2CB-ADFC509A7684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1A6AD664-CCD4-D101-A238-3137D87027C5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A8993940-8538-B8F8-9B95-08CA0B2480E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4DA64098-6E7F-348A-6FAB-C53E09812023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720307EF-4207-1AAB-39F9-9D777E57AD2B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65634AE0-9FD2-CBBE-2CC5-8850248F8A2C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5419681C-C885-6BEA-29AC-1471EB5484EB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747E4039-4B67-B187-AE97-11D5CE58FAD8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DB264442-72AA-92FA-D86B-D900048AB4E7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BB51B62D-AF84-256C-B0F1-6498E2D8AC1E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37DFDB6C-40F7-CF1F-6547-DD75A89BC54E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F59E89C0-14ED-6842-E38E-E6FE49B4C2E4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C4B7F454-E9B7-FF3F-D7E1-01220A5A1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29E3DE03-95C3-4673-C0E3-3EE16A42C526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42588009-3E37-CEE7-325B-F8912B53BBD0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AE787FB1-6771-7B53-47D0-8D308893DFAC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31315E32-676A-49C2-852B-050A6BB8BC82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810F7BBF-6641-61FA-0CEF-F32A7E4B45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C3C0A9D9-CBF3-C4F6-04E8-A88CF4E2E061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092FD5E9-2B0F-BF25-416F-0FCCCE712C0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55219DC8-CC27-FA5F-361F-5AB10640B3D1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03B093A1-A031-471F-98D9-0FE200A4A4A8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496409B1-57B0-0DB0-4197-EEA2CF0A112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12BD8DFA-7515-C17F-CC12-562ADDCCEDDB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00EEEC6-A105-B0DC-E82A-59C544AF4F0D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B6AC5EB5-CB9B-9449-3FD1-1D79378006C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BAE28390-EA10-D997-7CC6-CE7EDAD99C5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50257C14-071C-6349-D74E-5F04E00AD194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68509670-91AE-E9B8-0497-720A176357F4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E6FD84FA-CBDC-D4B8-79BA-F3B077DF6E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A747166B-5701-8FA7-7AA4-B56CC9E91BB3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437E19B2-D4D1-F1E5-AEBB-82D82663B5F7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75DA9101-5E93-849D-D106-BF82BC5BD5E8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653124F9-D8A2-1CA3-1606-22B7574B8603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A50CFDDF-6A85-4205-4F50-DA2CD697945B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871E73EB-AA99-CC39-7D9A-E389BE6DD549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178A4C20-E621-E610-EDD4-B48F0BEC0924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72944A33-D79E-CF5D-02DD-752B257890AD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ABC0AD47-50DF-86AF-78EB-0D5C664F146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1E2183A-A165-6E3F-A617-911DBA040445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5851293C-18AC-C5D1-5360-45AE91006FA4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6083A3A3-1F06-A7FB-CF3F-339E0AC5BA28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AA705A7B-05AC-A07B-CA61-3BBBEA38DAAD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2A68125C-A20D-4A1C-7D4C-D1BD84D0982F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2E051630-CD2A-CA98-0FB0-275E788E42A6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A82B2A7D-4A41-7760-CC51-574414F3DFF9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D8F95117-DCED-CB89-9C37-08D2CD02D186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D0F80271-2633-85A6-526E-BFA6EACAB030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CAB77085-37A9-9011-4E6F-6514B93F4A0E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E38A65F8-351D-D15E-00FD-82451133F999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B060E1F2-C8C8-2BA3-4B7D-B29A46CB92F7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3227EB90-3B2C-30EC-769E-0FE62FD105C7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C34058E0-05A3-2B5B-BD7B-8ED15661016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6838AD56-D614-03A5-710E-9636920331D2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6AC32D86-6E70-290F-2D25-76B0954FD937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618F3E0A-ADFB-1898-A0DA-87A25459B8E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F18541D-874E-8066-5F38-675C34622507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586D842C-E448-826E-1014-463EBB308D5C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8A36E8FA-E570-1F0C-9436-9667ACB8F327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36ECEAFD-EEA7-4AEF-E888-C026CC8EA11D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13BBBAE2-2EF7-3A24-7C19-C68E7416625C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2F4A227E-6FA8-5EFE-B4BB-A10E91FFDE04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A7CAABD8-1563-F567-2617-71CAB6BDD6A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2FB53B3C-4B3A-0D6C-0D80-30D56C368DE7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64C86A5-B8B3-8D25-C3FC-7FE9B5E63A1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079B6CC-55D4-47AC-CE46-357F662E805B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20C92A22-571D-701E-C028-697180844823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641FAD93-80BC-4353-9DED-E170135E4440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D417710E-2EC7-AFE6-964D-3FF35E0ABE6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CAB76472-D2D9-752B-1B6E-258FF461FE80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50C4A-8530-B9EA-505E-D05854E57484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603DD3C2-2F2F-A8E5-33B5-1C4D021272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7058ECE1-642E-6555-09BC-0303D581356D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38CEFC6B-AFCA-4FF8-FF61-2F4ED1891A57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41C0191B-7811-A59C-6C36-73CDDAA5B88B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4FE5170C-3FA7-E960-9D27-E5C6C811259F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58A4026A-D45E-5E04-8BB2-ECB4AC916567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DC5B20D5-FC7B-6978-0700-804D21F14A44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E31535D2-09F9-F789-80D0-03717C49F314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33F55B9A-57F6-8726-050E-7D0F88D2F49E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5BB3210B-5E65-0EC2-D27D-5EE53A42C708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F84AA326-0804-5D23-D8B8-A3E66EA54E0D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549ED30-1F15-04A7-2D7F-146874ABF3ED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1EE57D91-1968-DEAF-77FA-130C47CFE5DE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6ED0073B-7AF9-9033-83BD-F52C028470E8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6AFB04D3-815E-83B0-9A59-86A8326AAFEC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6C10FD97-AA05-88DB-F7AF-7CB03FD717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163D7E06-44EE-C639-5E97-2E81C886763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EAED0B97-BD42-A3D6-1A4F-4DC51B6D9E4A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190DE08F-46F3-55E4-80C0-B62E973540F0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BFFB8B06-5CBC-CC90-B01E-53EA159C493E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6058D9D3-F17C-2CCF-44C5-F2A55EBB965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6E20EC09-6498-A682-2010-804FC9BA5C27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30F58B74-8A17-AB22-D946-8E13288DF957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703267F4-054E-E7EB-25F0-F703A2BB5BAC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2B9D16CD-7118-49D4-3E41-1E0A15BC5B60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88028443-CD0D-B01E-FEC3-DA28C1AE5459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0872B1AF-9358-F96A-A213-54DEA8A74D0E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CD36D1F7-613C-AACC-07C5-73FE4871E6DD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CA763BF3-C4E6-6C12-4248-BE2A16320D6E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885B8FA5-0135-7328-16AA-540141BC752D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557BCB6B-7399-07D2-4390-6047E974B0EB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A16F9629-95F1-A28E-3CD8-77520DB35781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20900FF3-F451-96CA-7A2F-9B710EF62BD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331FD6A3-9795-EAE7-7377-FE58ACF80D1C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D8F9B5F8-503B-26DC-81FE-DEB742EF1BAB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F669E0FA-C382-317A-D3DA-ABF6E296F9B2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49FA161B-8D3B-7F54-AC22-5EA84251F3B9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B00339D7-04DF-F83D-2EF9-16DEA39ABC16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B09E770C-421E-61FB-4E61-623803117819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FB9CA957-2613-B2B3-BA16-7E8A490A5B69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596D8506-4DBC-A571-AB1B-A24A49BC496F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A7C4492-FCDD-E705-2B86-C76D10E60BA1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C4EFFBE6-1E4C-8C2A-EF73-ADF2B65AD3D0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2CC82CED-D653-C5DF-0B1C-7B35FE6CE198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FAA79808-23E7-F88A-B325-91B6A16B57F7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4EB41F32-199D-B771-ABCB-F227CF502EB2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E1D75B49-9AFA-46D9-BA56-BE11F099FAC8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4EBB2F41-6AF5-ED6C-A3C5-13C3B6027E7E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E097DC5E-C9A5-B967-630C-F0F302D3D905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7CD51E30-0C15-EF49-7395-CE61D1A0729C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C2921699-7549-DD90-96B8-E679DD61AC46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65CA1D45-6E9D-0076-8556-67C129470DFD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9996D09F-9DB2-5F7F-7FA5-77B176BAF578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6F507F51-0112-E5C1-3610-1CE01E4B1AD1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6B44ACC7-1F5A-2255-AF86-0C04315338E5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68A27674-7D5E-A8B1-20A2-55B633FF7207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D2E1CD85-92D5-0885-D1C3-051882923B39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FC54E659-B20F-2851-998A-3E1CE81945DE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85B95420-8E70-A570-1519-EBEBD2F84E60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3ADCF872-A89F-3DCC-2FBD-475961E4FC51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0B0074FC-9974-6ED1-0FB4-F9848C17372E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192828CB-30AF-E281-E304-C01B509C47DE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D781B966-5E11-A5A7-BF26-10024E34E5B5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B2DF867D-FD23-DDD0-10D2-4EDC82648857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DC4137EB-5E6E-A30D-CED6-61BE0981A0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784F8A05-61A5-D672-11A8-5AE4A42E4FA6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9D1F4A8D-3756-4392-7B2C-F4A6187DBCD6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4C29DCF0-0E31-FE2B-EA96-6E83ABE17723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F2EC16BB-0A2E-FA95-7181-D18295CCEE32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442A993D-D421-731A-2028-36C67F84820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F4306FC3-C5C3-38E7-94C8-038525936EE6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6B4CCFCA-EA83-80F5-C1E8-7E1772DE7887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5E75BE1-EEDF-A2F7-6BCC-3CD95C3B0937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07CA261A-74D2-43A4-2001-E041157B1719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DC10FCAA-EE9E-D196-3E17-53375C744AC5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6400A4A6-6548-67EE-6C84-9543481406B1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3E42B4AD-A518-66E2-CE56-A9B68B82FEFD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9868896C-E7BF-3BBF-E89A-AF9F609B8DA7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7A26DCCB-572D-6391-8D7E-740460EB6776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0A65A431-A486-095D-A477-597FBAD64558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F180D35C-5A12-888C-8533-9CDCDE084CC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B9231F7-87E2-4649-032D-20863BCE4386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5471E1CD-9A03-5874-3F12-0707F4342B2D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98421562-8B22-53E1-11CA-5755071F63B6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4FFC13A1-93AF-55B4-DC6D-0DD41231B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9429040D-5098-984D-E44A-977557441F78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2344F0C4-23C5-8C51-5A05-8C00DC0008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77D4CA6D-9C84-FEE5-EAAE-BE00F25F90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FA0D7E34-D452-EA20-F5D3-B455B1B302DF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EE966104-FF87-03DF-05CB-4F0C82FFA3D7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EB945190-8E2B-FE9F-C20F-42657D587FC8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DADD3625-2A6F-ACEA-C663-ED29AF5DB15F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F2BC314F-2A58-B849-2022-D2FA44F3E4DD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7D2900DF-C531-361B-C58D-C90EB47E819C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379E62FB-8B62-D8EF-C941-9FBB268AD1D0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19400406-1414-0BC0-377B-40FF5E6EEFC3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107872FE-6999-DBE8-ED9F-B56E36F74A7D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A21B6948-55AE-49C2-721C-903FC605E0E1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067B8C87-CA7A-720C-F53C-96D9BAEEA28C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1B088F9A-75AC-0F76-F697-6BE96FEEB30F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72B4DE9F-1B14-702C-8795-16496D35B671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B676D0AA-296F-4A61-3D9B-F8AF76AF16C3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EBCB70-8EB3-C3B0-389E-0494AD06303C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419DAF2F-1271-EF58-31AA-EF17B55A4804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24096356-282B-4609-B84D-7702EF4CEA4D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1E26D178-C7D1-CEB9-F369-F794EE829E35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67DBAE55-B55D-EE86-D6A0-E29ACB2DB756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C458094C-830E-AF93-4D5B-1297F1914EBC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846F72C-3079-5C4A-7923-1A12B4190CBE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03B300BD-A87C-F259-9F4A-2EA4D667C220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9B66EC11-8D0C-36AA-082C-D0A959C44AD9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9ACA8E1E-C4E7-0647-6A96-DC23D95229DE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51739CE3-CA65-789F-34D2-146F3327C3E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D1DB9B67-E22B-F938-B797-1254F09CAC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6EE634B0-A91E-A11B-82F7-FA063920928D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A1C2C40A-FDF6-C1E3-E2EC-C5B0F1A86935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81ECFA20-8E75-7BAE-3ABE-B9D2A7750E1E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9B806151-1822-8C1B-F5E1-12DAD57B067C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7DA3AF0D-F503-2A2D-C785-85F3970B220E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8B5E024E-14E6-140A-7983-DF3E7920610F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2B2A02B6-D77E-9609-CF56-5036650D3885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7328096F-B361-B5F5-8E77-E94B9CC11874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56D8FB9D-9470-B705-BE29-188FB6FBD90B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F12E7DDA-5CD5-DA74-3C7F-792F9BA2562D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EA6C5CD2-5852-D31F-9885-D306B3B1E519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3ACFEBE7-A63E-18AE-29F4-A9A2F022895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16615F48-D679-2307-181D-6B04E2A652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06BE2C13-069C-A3EF-CF33-9B0311743EAF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1A32C33D-40A5-521A-A3FA-90422CEB6196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8109D98-C21F-BD0C-2B61-BEC4E5D4CC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91B65B2F-0BEF-E4C7-8F0A-677288105560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652AFB0F-F75D-E505-2C70-10B6843F827F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1605CCB9-B850-5F2D-B65C-379AAA989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6CF234DC-0893-22A4-3F93-C731C5607AB0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205F9FF-2F4A-86CA-DF00-5FEC25CEEE2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E5CD2AFB-0488-481B-7652-34BDE633B323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244F8568-3291-7B5F-3674-ED3B447D6E6F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7852CC4-956D-2FFD-9826-9AD9F235FA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7A79B9C1-5128-3EA8-0A9C-64B20481E5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56D0ABFE-CAB4-898A-7356-BE3E0BDF8925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52EBE10E-814F-1DE2-598F-F071FEADDB49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052E05F2-A92E-29AF-FA92-36F891A90FA8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AAA2A799-056A-D711-ABDA-23C36174AB9B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8CD9F18E-ADA9-9A91-9A87-B26A62D40C35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590CFE8-5F35-52BD-D067-A472E70E0A18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C605BD18-E0A0-40C3-1D27-2FEE8144C47B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D7509C74-65F0-4509-E1EF-91906CBC62EC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EBD1D16-4DC6-9E04-06B1-6BE7DC804FD2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0579556C-1616-46B1-45A7-E00D96A3B03F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422CE361-EEF9-0FA3-4FDA-A744EF3516FD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E32DED74-1180-4949-67E1-EF59F11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0C37A700-40CE-B7BF-7FBA-4E622909C8B4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0B215BEF-11D3-A40B-5084-CB9E55FE13D8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E0DB4D3B-36A9-5341-B52D-0D109C7DCE42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588065B1-6DBD-30A5-D51F-4EA668C1D05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5F468CAE-B6F1-EE44-E0C9-BCF8D04E3B7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97AEAFD0-C42C-C784-9F30-74A203078342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F1636850-7ECA-DA6F-27A5-7C7097010C24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BA62CDB5-E2C2-2663-E117-E838E146EBA8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05235DEA-C6D4-A947-02E3-D8E1BD308E06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90EE8BF4-CBB7-9B49-C7BE-236734AD6B2F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16324B42-C129-2A5F-0A8C-88AF6F042FFE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D1B3F310-668D-6074-137D-5ECDCFAAB080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E13179F-943A-9631-22F5-3E8D296DC3E4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F334127F-277D-C1C2-2D39-DCBECC7301C2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D053A3C9-DE89-484A-FD81-275B52490DDB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06445CAF-9856-FF94-DEEE-128B019DA9A0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57424136-91D4-CA55-F1D6-7A435CB00087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5FA1F42-1773-6234-0043-B8F2011B156E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5758DF85-4CC2-9672-1A4C-B403D8239643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78C6A15C-51ED-1BAA-584E-D001549F2208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CB7397F4-A4E8-FCA4-C099-76F4867633F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F74AEB4-A7DE-F7F7-8955-8797724B5F37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17479873-7EA4-1C6D-AAC2-80D226BB8803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2E32B3B8-10A2-9615-B83D-560174D703A5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E7083EB4-8317-E275-BCF9-8C1B3A26174D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3D6252C-C885-7F94-CEF7-8953E8FCFAB8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D4473A80-DF5F-D2FF-1A32-21E350552D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1154E558-7EFD-350F-4125-1F682926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3324885D-87D2-C3F5-840A-C225C8B8AAEA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1F6F304-12E5-CC68-15C2-0CC544B263DB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832B485-CB62-0D24-0095-85666C32991B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7E3B9649-EB50-A933-4933-932920C86A12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2DF15DB5-5E64-B672-BC5D-5BCA531CECAB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218B9D16-B2CC-0EE4-7FC0-C83671BA3B0B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9ABCBCD6-A6AD-6CCF-E20F-A1EF6C37BE0F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D548865B-8F20-AA10-9355-E1675E89F6F1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C935E7DF-DD5A-A002-4732-A5F2D6BB7467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D4B8DC1C-99B4-7AB9-6DCA-6C3ED17AF2FC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8E9A9920-005F-468C-272B-43ECBF27E7E7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232FA01C-FF56-1AE3-EC85-2A4B0DE529CB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6ADCE11D-5A27-325F-F310-13AEC90FE7AE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0BBAB928-BE84-9D56-04F6-E4E141F735C5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35C8CEFE-AA02-F639-A77A-2A7B6E6A017A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4A1D57F3-1054-679E-1C45-5859EBB17FD6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A367CA8E-6C20-F22E-5DD0-D9662C3C8439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1F56464C-99F6-30AB-839E-E612F6C95C94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18AF8191-713B-1249-6155-70AF1E4F263E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FFD617C3-D7DB-BEAA-21B5-CCD1607F673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E581595D-115D-7C16-D5DF-9B90BFEB57B1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36543CAD-7D6A-5E0D-037F-1F1AE136504D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CA8F706F-60C1-DD40-405B-6073CBED114F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D648B556-6263-7AC3-017C-3E5E11FF2C39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1AEB5CF5-CBE9-4C79-D669-87ED65CFCE75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D374CF30-9C1B-75E0-B79E-BACF0BF3A375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91C96FA7-BB63-92CF-F462-9C80C540639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D32D98CB-78C5-90BD-7618-D5ED865AECA1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0DA13E13-3B06-4F2B-72E7-0D4F95EDA855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5C3C1A8A-9556-B47F-ECA2-3259F2C13ACC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4BC6738A-A3E9-E4E1-347C-417AB77F5C36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17A0C9DA-1541-E675-DE24-29B5B5FB04F0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FAAC614A-3E55-4CFC-C4F6-7FC6D096EFA7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DB14D5F5-B58D-990D-E9E8-2BE76D99AA32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C9350425-9313-DDC0-D58A-5851EBFA900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A4540D9F-638F-AEDE-D02E-4D29BB59B7A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8BBF663E-5C07-4BBE-3AF5-03998C03976A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BECC2756-365C-78F0-AFF0-CC639803F5AD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5128F9F7-BF8C-9099-6F14-7BD671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25EAA964-4E53-1FA1-6DB1-F3D648FD1A6B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25AE74C-8733-108A-8543-E7E68FB097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83A359AF-5E70-CBB1-7200-D695ED537125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874957FD-0576-B463-9F68-86CA72740AC5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A93F87C6-09DA-9C99-0442-003B1561AAF3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C050E1D4-BC63-541C-77A0-5882918465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D5662544-1EA7-B3D8-FF45-5DFEC913167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76CA5975-4499-8A0B-D5AF-189D50F9A140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042F73C7-57FD-ACB2-683B-8AE74E67470C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C49DCF7A-3014-5009-7DD3-2AC7645B4D65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4C6D7703-1C52-FD5E-5455-072432DF3629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D9A3BB57-4E3F-1DA6-6D8E-DE80F08F9B1F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6E832544-DA62-30E8-9C42-B487A138530A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205AFA4A-31C0-3728-ECAA-2B8D080FF3C2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0A970ABE-D4DA-9D79-7FC3-B0AB66634D11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4A3694EA-7354-0027-EFD0-2B4B3B3858D4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6C6CE255-8B1E-19D0-851A-75914095C958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C82B36AE-45D5-EE1A-EFC6-F7C56AF0482A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518E820D-D827-E684-F7FA-D85148B1625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4E897148-CF01-AE00-42E2-AE8F681B12C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6B2F114C-7053-0F44-1504-7A2E7D828B5A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CBFEAA9F-E2FB-28B1-BF8F-3AFAA80CDB06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93DC94EB-00B2-541A-4558-E7A9151302AE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1D29E243-4618-D052-4718-C0766129F2F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55A3D7F-56C2-4ACC-D2BF-DA202F04893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9F1785D7-76C9-9289-B0C2-A1A8AB7015B9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4B6A9E14-8B4D-B1F1-41DE-5D8651EC762C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077AA5A1-27A2-C7E8-5592-ED53C571B69B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D29BA334-D3E1-63CF-7CD8-E7B5729ABA5E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B0A8779E-31EB-E5DD-8257-A869DC11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6E771FCA-1602-F50D-CA43-BDB8BD574DDE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4E832A4B-CA54-C382-655A-E59F78C9D2BF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78D605F3-48E5-DF4A-3B33-5CBBEC7245D6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2A728529-4A5D-1EDB-92D5-AB83F5DF0226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A6128398-28FD-3778-0C85-74E5EB7AA65D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724191FA-495F-0BCD-74F7-F132E04D36CE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9168A3D8-8903-83CA-6B87-6ECBA5FCE614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638F17A9-4AB8-DAD4-1FF2-F76340EF2BD1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011B4796-D77B-F51E-494A-F8293E288467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D5C1DCF7-FB40-DE7C-D62F-C2531CBD403B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371EB89D-69CC-F2BA-02C6-84328CB427B8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94099FE3-E9F5-525B-41BE-E99958087C7F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05415261-095E-016A-5721-9CBC1946C40D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3B18A1CF-89FC-67A2-08BE-5EBB19E516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54711E37-DCE8-22F1-3BF1-4E15D59F2102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A233D440-A704-1DEA-C05C-C204B9FCD2A7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CE248B36-5ACA-A15D-3F71-4E5E87EC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28A2F142-986E-18E9-75AC-19B5516624C3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67887990-E81B-FAEE-CB59-EA0B58D6AE7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58C89EA0-8E8C-4329-B5D1-C5A74366E8F6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A75F8BBA-04A7-4432-0A32-8D8A7453A0BE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C50D745A-3B17-C04E-FC90-9DC658E47DCB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EE05B23-9331-2E10-A8AC-65180FDA35D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F361D3EA-D9F1-DFB5-605B-28B6EBD9CFC8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4F2D8A4-E0C5-BB5D-5F12-ADE1BF4A63DB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283B8695-4EA4-B9F3-51C1-33923E55F74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CD79A020-153B-EBCD-A5B0-212479E63C03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5850175D-F9F6-658F-A60F-386077995B51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E2C65721-806A-F31F-BA2A-458A6C668EAE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D1D26DA2-7DD6-F316-4CFC-19D5A41729A1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F18151-AA6F-69AA-7B40-2E3B541DBFFC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0CBD67CC-33CC-F470-4D3A-91C568441036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03F3B03F-CF92-CB78-4B71-4E827553E578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05E96334-88CE-934A-B8A5-7CBA944043DB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08FBC125-00DF-163E-5B39-9F3B6A51F10A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2C6445DC-B084-DB59-1764-AEDB41D3334B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C89A9054-9BF1-B5A7-82E3-1FD9189AB0CB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622163EA-2ABA-A474-2F1C-32A64A473B2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7C80A39C-8068-308D-8C89-B6C8C7225A64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775F4750-71AE-8A2B-F5C1-FAEB7766671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5F017176-2994-166C-C62A-9CD65B15C27D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DC935F3C-4F2E-59DC-D5C2-A0CC40DF129F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11C896CB-86BC-2127-1914-21EE7687D2B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6C7B1B02-80CC-76D6-AB03-CA91F74799EF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9D7470A9-C88B-523D-DC0E-2BDC5DBD7536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F69DB748-9E6A-29DC-7DDD-98A2542D0879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3026759E-1FFB-2C6D-8E6A-2B9413ABD0A2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08389F44-B8E2-9795-4337-79A032F17DEA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B1FA0A66-CE43-C192-11C5-D169214BCEC0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B8204893-ABEA-7948-599F-AE0E058817B1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C76A0ED8-5F52-85B1-E078-052F94A6C91F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C9F33DD7-8590-DAB8-8B30-4A16D71E434F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5A71772D-E5B4-4DDB-7B32-C0675B979FD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9E5527CA-BB02-6686-81A1-FC561FAD7F82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329F143C-3BF4-E79D-5F4E-95191626011A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7D041C6D-36C0-5179-7237-17C2E669BF25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7F6A367E-A8A6-D559-E066-BF939BAFFA18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74C1555D-0BEC-6C52-175F-C3882C4044F7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CF6136CC-BFB4-E088-FE02-68F33A25D7C0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8462DA54-0414-520C-ACC5-741278C5DC07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0CC4A32-FA5E-5EE6-5505-E62476351BF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2F51A433-9408-8BB0-C1FE-A4D3DFAD48B4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AB4B617C-11EA-8ECC-1269-7199E49AFCD7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F3FB9C01-524C-84B7-D56B-8C9E2F927C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67E5C099-000A-0351-1985-49802629216D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1F485711-18E1-4943-0F97-D5502DEAC8C6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41616F15-910B-59A3-6127-281FA6E2029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52605942-9C02-B5C5-46EE-7CEF8906D169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1CEC2A27-5003-066C-DF82-FE57C72BDECA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A7D76ABA-7A5E-5AA7-1E0C-9C12AEDEC93C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6E9AE632-DE9B-3C52-9336-6CA3B6AE58AA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B7BD216C-C65B-A125-4BCF-94E85E91B214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D30E8648-EECB-EF0C-3F5E-137C12528B44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1D4BD14D-07D7-7FA9-C188-1C762DC6C903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029A4FE-A412-78C5-81E9-13600C31298D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72DCD046-F638-CAC6-1567-6DD1C5FC39EA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DD76D77F-707E-C340-719F-A3F31A34FA46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2FDC410E-54B3-A8FB-E1CF-83A6B4EF2E84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D2AD59FB-F022-6FB1-6C8E-20B66119BE11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6670B0EA-73E8-0717-9CA6-976E9CD0716B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2D800891-5411-720E-C646-0D1591488BB2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66B06DDA-B243-BAB9-614B-1EFF6E9F6BF1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C95B6F6B-7BB1-2FB2-F877-EE0B67AF6D4F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58DEBDF7-9584-1F4D-7752-12E3ED8700A7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01B5DC55-9060-AC4C-11DA-15CCABC05497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898A0151-4698-CBF4-4692-E70366FB6FED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952956C0-264C-E47A-AA9E-70A4ED7C0685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A76FABDE-7E54-8EE7-59D6-24034B92999B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FFC4BE7-BCFA-EF70-F489-5D95F36647CF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96560C29-2622-FBB4-5716-1A10C2D26425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13BE7DB1-477C-C0F8-8B20-A8FCCE804272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0CE4A3AC-C0D5-F483-7D69-4FB2D21840D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8C2DC356-603B-D7CA-BE77-D4F5F1A5B011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6A11AD74-2A67-BD39-7394-D4CE1CE4950D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AD58ACCB-6E90-2D77-C0EB-947E1AE74DD0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8FC5E1F-F911-ADF5-2D08-737B2C5857F2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9D57A5E3-D1F0-7112-88C5-6F5E5F7D1B45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7916193-D0ED-4260-F3A8-8FBFBD7689D5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2C968203-B83E-6AAF-081B-B4734CC34CAB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89C3D647-20E5-11D0-55A2-0A862C27817D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614D3CE3-5143-A510-35D4-7FB818EBF74E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FA4C3804-B1D8-8568-9030-0745CA85B7DB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EBB9C26-E571-508F-74BE-AADC6BE19DC8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7CEA7E8B-2C2D-EDDF-DA13-3D82F7DFFC92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5196AEFF-569B-BDF5-2D9D-F785296CCFC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FE7658-AC1A-8B6E-F5C3-322CADDD11DD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BD92C2F-7318-2086-7FC9-59A72372280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D4737E2F-328D-47DF-9F19-1904848B5EDD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F4F8E017-D14C-FC86-9D0B-72B8B78D3C87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BD64D05-F375-B0DA-8ED5-8F73B6924969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83BCF937-622F-6D22-3B57-51660A47DB7D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ED8CC4E3-C15F-6098-5043-39154122FAC9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D8F0321E-FA1F-705F-25A0-00C527B25C11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E5AEF36-463C-9949-4DC8-4FB796772CD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A013AAA3-0F4C-0698-3253-2D4D219D7C03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8109675A-2CDE-ABAB-EC21-667C044EFCA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9C9257FD-B869-EFB6-6B6D-FB76069AD6CA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20804B15-A8D8-F768-539B-DE75F845D02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87318F30-52CE-99AA-CB0F-64FBF525C291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34E4095F-64A3-7DBD-2C98-2410611F87A2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1E5C66D7-7FC1-E2C6-41BC-1840F3BC1D14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BDA806E1-1380-0D90-8494-08DC9684A1CC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C0E71864-0D68-AFE7-AACC-5A39BD528D22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4C1EEC29-717A-7412-2463-1C42226424C2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F8F69601-AAAA-61B3-554C-CD0A6D3C1FBA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5EF22127-40FF-8A59-A979-FE95692744B3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F9589EFA-8B26-B455-0525-8483A9BE2B2C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FEBF2210-6923-B557-89BB-BE63B87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82ADF655-DD75-75A0-702B-5181632DEA5E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C5484A13-4B2F-2F8B-AD2C-2B884804D355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1228B9D9-FFED-C326-933E-976BE26AC1ED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B8A21F5-E03D-008D-23EF-B451311CAFEB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27D1039F-B7DE-81F8-ECBF-F0969A72C530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A276C910-BEAB-27D8-1F97-488B3887985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9BD7D3D-FAE4-26B2-CF49-A94626FE65A0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58DBF879-F84C-3BD3-0DA9-828FF90B33F5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16BFC77D-E184-D3FD-7FE8-E4947EABF136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18086D9D-5160-DEAC-195B-109C594727A1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339DFB1B-5350-703E-957C-EE80DDFF0B35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3DF52FBF-F652-F411-3673-511549B97744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59035CB5-CF9F-7880-2E43-7DA390900E8B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F9C1CEDF-455A-8E8F-EC6B-A3FABAB792A7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59B33B3F-F7F0-30DF-EC12-BC19A51C5747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CE7B51DA-9EC7-65BA-B3CF-17E9B4DAD16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F02DE955-1EBD-1E5D-635A-5AC459E7DEEC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7CC93919-4E13-9E02-DCD0-4764F50F8A63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BE63CB9A-4E36-AA87-175D-DE27A8EB3A4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F2F10BCE-8485-9AA6-C10B-A3B54AFF9E69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31FBF16E-8D7A-EB27-DB5F-2B3F9179CBDF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CE9AB5FA-5AE1-11D0-75E0-12CD97F26A69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8B20122E-8218-A97C-3C8A-17DDFC72471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4F2E1F35-D5AD-61B1-27A1-3243BDE24F2E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4AC34CD3-E39F-5693-F26A-B24093D6E37D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F1FEA05D-9F25-C30B-90E4-090E1DC815A3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81DDE132-3B7A-C585-CA4E-76127FB8C260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BF9AB328-AF10-17C6-476F-6BFA396193AE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92515421-D37A-67C8-5C92-25BA727C8AC4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068A03C8-ACE4-08F4-7213-B3BFDDD2476F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F2DBA5EE-9615-1154-7844-737020B92ED5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B54AE44B-7110-3504-5304-2752E93D906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0FEE557F-1842-E83D-3322-9F9CECE87CFC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7B59EEA3-4536-E858-9B1A-EEC291F9AF25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5AEF57CF-B79B-A738-9AC1-DDB121012A08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89D237E0-D556-EEA5-13F5-9B7FD31EF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31B5F417-099D-DB5C-5474-E4F0106AD0F3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C749841C-C07C-88A6-8BD0-85E5D577135E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B82A71EB-0D52-A228-2DA9-48CF3B679940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7831FC69-B564-F6AF-635E-7E25763E65BF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A32BA239-CE93-916A-9E14-59A96A5C2195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C91981A8-A161-CF2A-17A6-94CC5B8951B2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BC47C969-84F2-EF5D-50A7-F0D2995E4096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F8C8E206-F4F0-6F46-64C8-22CABE73264B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281E5F29-FFED-613B-CD0A-247815A0B3A8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3B2A3987-D870-C7ED-2B97-B0511271C5C7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0C12D987-A0E5-F8FD-74DF-AD4B0A42B512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1AD9CDB0-F21F-2FEC-189C-875BF4CB56FE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13B23A74-0DF0-14A4-2299-9EDFEB9A8ED9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7A0BAD9B-BE9C-A660-B33D-DABFC31F9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8558E210-A731-D19A-47D3-A7D3ED2B6877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7143D174-EB85-EA90-C8A6-5F9E24A9E08C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A8C8FA7E-7867-BDF0-78BD-6E677E69511B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3560884-9ECF-404F-8AF0-6BC0603CDD4D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1F13CD1-18A1-1871-984A-14F4206DE5DE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F61275CC-9049-FE12-0623-61439E15FFB2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91C22209-BF9B-C36F-4656-EC208367628A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9DC2AD29-BC76-893C-6860-580DE334914F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26DE705F-A4AF-E3F1-52F0-4C88C295DAAF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D20C38C4-BDC4-CA93-9387-DF43DAA2D039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2B10C65C-068D-D2DA-5B1A-BB2CFD39EAF2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033D16AF-48B0-CAAF-1C16-A84649C37C0D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43BF55FA-AA75-5A5D-DDCE-010D1A3F0501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A3C62BA4-1238-A50C-48E8-FBE380DCC9CA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465ED30E-2668-AD13-88D3-6BEB943EF3A2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1EFC9B4E-4148-FC5B-66B7-6A452225A981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A18EA6B-488D-0F1B-AC63-92331AD54E33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95E52CB0-5B81-D245-90A6-5FC263DC9A7C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55D1A995-6CC5-AD5D-AD83-23F13DCC9682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BE5CDC41-00C2-7CE0-3239-F347A7561748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3929A7A7-5FF5-8C9F-945C-5F70542DFE9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A2F8ACB5-17DE-9D23-3408-B8F6E44B0AA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2E12E192-9B60-E722-8E46-6B18C202EC08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66912A6E-F4C6-8306-179D-0768C863232C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2B220B01-E8A4-EE74-ACAD-8EF53D80A489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481107A3-3047-32ED-D1C6-A1AAE78116D9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C0731F8D-1C81-1BDD-BBD5-6163FA10A685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38049D05-79FB-B321-2394-9C0C60E1C549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F576074-6078-9EFC-619A-13D31F4C518E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E59D375D-5E46-3E89-4FAC-6FE2694FE208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1FADCFB4-486F-5195-C7A0-000F5465C3C6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510B885E-6019-80CA-11CE-B98B9945B27A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88E54082-1153-7C5A-CD40-A805FD0BB54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3A969B33-E386-8A6D-E8D1-127F67E9DE6C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CAF3583E-72B1-0D00-9869-DF13F3EC3903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D452340C-EC72-91CE-4269-C091E119CC44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B8CAAC5F-C231-2ECE-83E0-0AECB9F86FFA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6E512810-6647-3CD5-ADAF-CC2E729E7BC9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0AF6CA84-4C63-12FC-63E7-718807F947E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D2641BFD-86C8-7722-2E12-F45CFC953FF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0FEB6674-0F72-1169-D22B-5B2B86673B6A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EF3F31B8-219A-868C-FF8B-9A7065B7678B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239DF9CA-6C69-71DA-7BC1-30BFF30B509E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75365D55-E00C-782A-DEAE-0371AF3DA6E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91C682EE-9AA4-FBA2-365D-8EE518D20491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1E8E1D4A-13A2-0DBB-0E50-6E02B7D85BEA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1FEE5379-3C0F-92ED-3C9F-0976C081694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3AA83913-D650-CC89-BB73-A3EE25CD352E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D7483DA6-8CED-3F49-43C1-9B9D63F1B5BD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97F951E7-367F-A9BE-8668-D08B1535CA5A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D62E0724-45D1-49D1-2A8D-53B6704E93D0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D9712D3E-E657-1ADF-1B0B-B3C76C690087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9597D40F-D80F-5647-B9DE-A6CCA0AB2E2B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1FC01233-BF22-5029-3377-5CEF07E751AC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8EA47184-B3CC-1BDA-3550-85358C83BAB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0B5A4C3B-7D74-9DC4-FC02-D2A073407B98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4EE0795C-18D3-E00E-1BF5-9F19FEC1A8AD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9BF05179-8D7D-5D72-80F4-6462FDB05A2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681E010D-5645-022B-45BC-E6B467292C15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1E2E6C5B-8A8E-73B3-6C95-B5A0A76ED871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47A5CCAE-DB6B-318B-A2A5-F88BD285AD73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C186AD56-3066-FEF3-454F-E9B6618133F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49A383AD-BE4F-89A0-63D0-12D6D02CC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C318E9A4-06FA-6BE6-F4B8-FBC900E0FD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CD5FB8A8-5A30-EF03-D56E-D6FC4096EC95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DC6B2F3E-F93C-CCBF-D3EE-94F5D9673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C991F317-D870-5B19-F833-B9AEAA3B5024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55DBBC1D-49CF-AE94-8B5F-65D1004A8CFF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5B480E19-171B-7B40-CFF7-A617A38631FB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1681E8BE-88B0-60FE-6E4B-092A0EAF118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6F723F5C-23AC-A548-078A-F876FB639A02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C7D5E7C7-D2FA-99F5-2E82-BB1198D9B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52880EAA-0D00-A898-4D96-FEB3EAAC104C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64256026-254E-75B9-B725-2C73B6640792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2B0EB652-9F67-20D7-BB72-1889ED06830B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9645E7BC-211C-C9B7-F285-41737C2E68A5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640C416E-AC20-002A-9F84-6763B587E190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E88800ED-CAB9-FC07-1F56-623D6F1EB0C9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39B42374-A3B4-9B67-7A31-6DA2EF3910AB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D94FC46F-33B2-F9B7-5315-6D1A054763C6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A158B50C-7631-C79F-18B6-2BDEA7F2B924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A6DE7D60-DFC0-2D32-219B-2569618A97B5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601B2727-AABA-68E2-78B2-49DBD916016C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40062A16-A0CD-DCF9-9BBC-4633FB4EF367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4B6D0921-4021-87E8-5B3A-4594C1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7A7113D6-DFE4-2D4A-C02E-0DE6E46A9A4B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CC447D80-278C-5E4D-1717-08E5D687014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DD6FC075-8BEE-5136-6279-CE304ADA0F7C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4B82A277-4B2F-575B-AD4E-B1E26DFBB9B1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A70B1E5F-A6B4-E3CB-2DE4-4807DB9D80D9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11984F07-9ED1-D047-5947-F0F377120056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5BBD46BC-261F-AADE-479A-902D5D301300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0DA8FA9C-1E2F-F68E-113F-718AF53B6457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C1A7FCD2-0DDE-9105-C701-422E4478EA2F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67A105DD-293B-6B13-B9E9-D5A8F47015EA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906BA5C2-0667-1203-893C-31C59D9C82FA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3AC1F742-0FCE-10FC-1D25-02247DCFFA6A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E369CA6E-8992-0588-5D7E-C8D1407EB80F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FC6A59E5-F116-AB7F-C6B4-535731CE6DAE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F41C6C3-915A-82E6-4CB6-7CF42C663A87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D63CEAB6-3982-CF9E-50CD-7E84C0023D9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E84DE92D-E83A-537E-78A0-A75A97CA190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C46C3BCC-55CF-FFA0-08D0-B4EF702E167D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CDEF578B-60FD-6276-DA5D-412EFE5B0CCD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766E1B5E-93F4-DE94-48A5-D1D759EBD994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C9ADC2CC-78B2-AD03-D7C8-34DD8F785C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CD13BFB5-E537-6AEF-B254-62A3492839E1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2200422-498A-4219-9F60-13AD2D884C6A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DE9570C1-8916-9226-5C2F-203CEB14DC85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4E745F29-731C-0848-E562-4836BB67270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A6E866DF-5AA9-9179-7C74-D5674443E2AD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9A7BA433-2BF6-8287-E174-67090017B858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FEB8469-8260-E774-B5E9-6B07F6D3D923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79249696-08F1-BC5D-2B01-F36F8F63908D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C499B906-6FC1-0788-5F9D-FD7434E2302E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272B3E89-D245-3DF3-0519-A38188684D8E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C72F75A7-576C-AC99-2060-A1388275C54A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3C41D2D9-9ADE-1D92-EA43-311720DA4ECB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BC73C42C-D311-F2AE-5E10-28C3859F95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EE7CB4BF-4390-F832-DD4C-D05D09EFDAD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79FADB87-7735-EC58-2A16-DEB40EE9686B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AE417D2A-C4FB-19A0-4485-E601F2B2ED59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3E9F3021-AE7C-68A3-51A1-D40B393AD6A7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0B5D8CFC-AAA5-36ED-D6EB-9C6F4790183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26AF68D0-88DB-35EB-763A-C05597C7596F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43A493AE-9D9D-0BA1-49A2-5A75D3C29B82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2DE61AEC-84AD-C329-6E7A-40798B2ECDD6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7C0D98A-C923-69B1-3538-31DAB7A50EBC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4DC0A5E-D3B8-05E6-0807-C85CECCF984B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0939A132-970E-8235-89FF-E920A328CE0A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AE6B0673-D8A8-C54E-76C8-20F63BF2189D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1514F800-1474-3774-D230-89F2D0AB03B6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8567138C-DBB4-5248-A7F1-F4B508B8AD9A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5C8F5E49-4933-BC03-19C5-C0E6C962A5AE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ACC8395B-F849-9897-8337-D1C25C0A3875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1A84EF80-0632-ECE7-4FE6-1E0017A2E30C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89EABC58-43C4-07E2-87A5-4E356DBC9F6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CA683A4E-EFD5-845D-3405-43C9D5489E09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F9EABABA-2191-E85E-091B-0AA5976EED85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44EAECC2-CF06-7D18-E89A-2B3819501DD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2EC64E6B-96FF-C77B-0A06-2FAAFDF0893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C771BAFC-070F-6185-A282-1146C1650EB2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C0FE7BF4-A10F-517F-0892-09D4FD202459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4FEE663B-C69E-189B-0634-1465BFE6AC36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27FA6108-2D72-3E3C-4C6D-3A32D7DE2BF3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907BC3FA-0622-4D04-4E84-CEEC9B28C630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F137F039-A471-570C-B3FD-B6A50B4D8D0F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AC933544-B79D-323E-F2F1-1D902A3C8220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EB2FBCC4-15A8-F2CC-41C5-386DFF717A60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5B27D575-BAEF-B4BD-0299-A4B01D6B6CA4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6DF594A3-6971-755D-A458-572508C7A7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109897D2-8A8A-AC57-EB17-22846D7368A6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2B800AA4-2078-E2E8-609F-55F45723355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9F3DD67-9F4E-1AA3-D3FA-BFC34974441B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7A3153A0-EFE5-278F-B7CC-40F27BF05733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47161417-BEA4-FAEB-D03E-80750BA0804F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326993DA-47CC-02B1-BA24-5DBD2D085D4B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A448E229-2333-14D9-CC79-7FC673CDC1EE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CC20E304-761D-B77B-251F-3194D7383FA7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C40F7C6F-C655-970F-28F9-39A230B5A474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17299047-1482-E72E-C374-5925DE0DA9D0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64AEA332-7115-E55D-0ECF-4BAD43F76FA6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58E2FD9-0EE3-6A65-64B8-8335E7F7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A0F22569-877C-6687-4C36-1AA19D3ED4B4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FA908690-5EDC-4CE7-BDE6-4CF10D2A9009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AFD8778-5B0F-3812-0E53-EB46B9B74B5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EB854894-2D0C-0DF2-276F-8F2BBD845FE7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3D4638EF-92C2-D943-7D1A-3A78D81F93FB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C5F86F97-3BB9-450A-BEB0-D9FA483960F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751A9A6E-B8D1-80DA-69DE-5FB75DA0D834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21B544BD-A56D-7C1C-77D2-FDC5EB6CF102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0C865021-5F85-749C-D0E2-986B18AF2A43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B1CC5FBD-B818-8635-6972-3817079591C6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6B972DAB-A662-E64B-2965-ECFDC3A70293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34574486-2583-6495-CFD5-CE1936C83832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0D14621F-60CA-D488-89ED-9280F9DE7AEC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0DD39BB4-46B4-FF76-3140-0DE453EC29BE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63D9A75F-A22A-4E41-E227-79DAA0DFDE3E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8D871DDC-DD2C-39DC-109F-690D23C0C46C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BA2D95DB-77D4-7976-47DB-B8C33C07C86A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88F1B609-ED22-A0C2-1D11-B53440777C16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C95340CF-7832-A0B1-0C67-2BA8B941CCB7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86C6981E-834E-41BA-A3BE-7C6B4ACF9CA5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48EAA38F-2B56-A75B-4E12-32293C0A439F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C3E1FF94-EFFA-4A79-29A0-E6FD22A11CC8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F2EEE9DC-15AD-390B-6132-0A1C62FDF72B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8780CB30-DD64-F48F-E106-997A32BCCD9C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10D5E6B0-D705-0F79-D5A6-3D501A442D27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0424377B-51F5-8759-6696-A3C702A8243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67EA46DB-EE28-02FC-FCF5-D20B8AB3FC90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3B2DFCB9-1751-85D8-8A6C-CE61658712DD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22B3C264-84B3-F5F6-C0AF-B51D89B5FAC6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AF49F5B5-5FC6-7ADA-0233-F2958608FAF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72CFB63C-F75C-E5BB-0723-5690F2892AD8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79C9301-8315-2219-0079-108BC9478EE2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91F23F2D-D029-DF7A-4101-28F0C76BAE68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6A11A2D2-DD72-19FA-F55B-B39EE89A141C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586D6FE0-4405-685D-79F8-A2726CC641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5E806CA4-410B-17E9-A121-1A9E637A0BE2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6683E009-A08B-DC12-63C3-434380ABD448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097D338B-1D19-757C-4307-D6F68E64ECA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707077E6-42E5-1FE2-968A-87B75661D51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AFCDF6EE-D089-04A2-A279-1CE4E3E5ADF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DA70AFBC-2CD0-F585-04BA-C3522EC38B1F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30DC1018-66C4-0EAF-036F-5986FEC11ECA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B6EBC208-0369-8C66-D627-FCB572112390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F40BE047-99AD-C31D-58B0-E0B09919BC7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3C1549E0-1B5B-7192-6532-AA07EE7C794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43E7D126-50FC-F1E3-81F6-AC4632F840B3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A898CC32-0566-535B-B878-5803498D36CB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37AA581C-F724-1641-92F1-E8080D4AEF92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4B4683C2-AD08-B135-BAD6-31E3627B9288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6EEF6EA9-A84C-6134-F53F-49D38B3DA9FA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AB95D39B-C39C-D09D-576F-7E5114773CE7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E77D861-6171-A44B-EE2B-CA7BFEC44BC8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DCFA0550-D389-99ED-B990-3D7BAE1497A1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FADC1A5B-58C0-7710-586C-D9009127D37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CC0E358B-F2C6-CA55-78D5-18967421E042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94D163F-C9E6-24A5-D37D-1D7802535F7A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4D75356B-EDC4-FCA2-68B5-BEC069D912F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4B7C5B86-2FFD-83E0-F8C2-4D5473769EB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35D78367-947C-5978-D9B8-B9DE318A6C8D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F85EFE0E-31B4-5D6B-C3AF-508220BE7C32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81400EFE-EE51-4579-8698-8EA192EC4573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68670AEC-6EA6-02E0-798A-CA1FA4B43AE5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C9ED1775-4F78-9C63-43A7-3723C575EC2C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00F071A0-1DE6-9915-E920-532666D5F8DB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7E77299D-9C6F-C143-E8DA-4DE6FB5D3895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25F8FE83-8E5D-16D7-49D7-F31EAA430EE0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8194AC02-1E76-880C-BAA2-FECD9110F816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4129B5EF-5767-C3BE-E601-214980D413E8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560ACDB4-2973-8DFC-75DD-270AF3F454A5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DEC1C81C-F684-F224-DFE7-B2F58640593F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2E9B2561-089F-E93E-6CAC-24B4CF591204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FF350B16-A80C-776F-5A2D-ECAAB5334BA6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20554EA8-BD98-56EE-7621-640A66441020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0BBE2AA4-A367-65C9-7FDD-80D543A18E4C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D138719A-8572-B4A8-BE03-50BE81B8650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E4B28E5E-CA0F-12A0-9E1A-8BF4B8963E2E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78EB28BE-9859-B90F-E695-2E8C9C18184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27451E35-188A-5E7C-B1A2-C3AB3F9E98FA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BE106899-D345-1BA5-385E-44DD395CD54D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16D62278-71F7-C9E2-1E49-4DD4B83AFC80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7A036513-7673-EB8C-22F4-E0EB5A6FC19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4334F26E-D302-36E7-982C-D19CC4EA8FC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E4A14C06-ED48-632F-6BC5-66A2CBAA9745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60FC223F-19F1-E88E-44BC-2F0C69D8E17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B4D488FB-B57E-A00C-B1FE-FC267F15C37F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2BAB8973-1ED8-A9E0-5BE7-958AC9D58A22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C9918135-3AA6-E098-63DE-DECBC8D5C9F9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9187F9F8-31CE-DDE5-60EA-D91BEB64063B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EBF9AAD5-9193-7017-B1E2-E0436960FCB0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ADA71CEC-79D9-1F9E-A7A8-CEAAFF9C54A9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BD2A7AE8-8C32-97F1-6230-BA64C5BBA5E3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64AC461A-94D1-ED2B-03F3-42E234249C17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A0191AAB-9DBE-1A70-C658-A54739C5CB8B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FBB1569E-A60F-C103-9948-EA2B4BBBC58B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D1780355-5306-9642-D68F-C78550428378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46FFF6E2-AFAC-4971-4764-F6FBBCA611B4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225887F0-5E3F-8D2D-CD66-D4236D233BC5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9C37764F-898E-7071-70BD-063CE43C2D8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8B46FA8-F1BA-40E6-D0D6-3DC5DD1AD63A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166E9DC-BEB8-B9C4-84E0-B773722F030F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21B9DCC5-F3A7-90B7-2D27-AB6466476125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F500AAA9-FCCF-4BF5-D132-02764415EA83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42657535-516C-223E-0EB4-C10847E3CA36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3A573C38-7C75-1721-83DE-D354CA9CABA9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1104D091-45F9-DE2F-05C2-1F681773D782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E038532B-BFFB-E069-0E2E-453AC0D16911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9F001BEA-A0FF-C396-3D4E-B5D2B092D9C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E6D83AED-F261-B83F-F6E5-FC7F34754C7D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26714547-6690-4E47-C061-177F88D50D07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DA725D50-688F-DFA1-11CC-8BB89078FCE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F652CC44-C2A4-3EB0-4FC9-92AC207787BB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5BE04B77-1F65-794A-76D6-24216186310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283A17D2-4E9E-AE48-B591-87A33B8A0274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F35AC2EF-7484-84A9-D47A-48A10EAB0AD8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F7AC61B4-680E-644B-DE1C-42726C1AC3EB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EC707CF1-0BE4-D585-BCE3-06C6CB0A5234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8F9F4566-99AA-2825-B76F-B9181230DA68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6EE2F0AA-BA3E-EB0A-80C4-545006D6AC02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2E5EA786-1488-F84E-F3F6-473F62BD2DB8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8F646B7-9839-A19A-213A-23C3D60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48E27510-FD00-6E0F-9E00-80E637FF2676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09039326-5DA2-B3A9-CC11-62DE80DF3A4A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94A4D2A8-064F-E8A0-21B7-BFE5E8FF7AF8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60880027-91F5-8CE9-EA29-3BC08B1710C1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AFEE9791-71B2-96C8-7E34-B3BE52C86F2C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9EA53BFE-CA62-4F5C-C086-B39499DA3DCD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35790A9A-B23B-CC2C-64A8-747579F8122B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30E1AA4-226D-8D72-9397-97A3B9BD88B2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4C2DE7B0-E320-60CA-484E-2F2E9A13324D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E1C17139-568D-1E9A-E9A0-A76AB4FFE45E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51410695-6A4D-6A50-00DB-304D1640133B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E45DAABD-ED07-8AB3-771B-44DC3653A0D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1D516BDB-C076-529F-E752-AD31D0A2BD50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692F89CA-F738-132B-EEC7-B8003DE5E9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38A88181-0120-F64C-EE2B-12BB65D5CF15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0E87BF05-5535-CC03-D95B-D4069B948F82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1CD7D733-407A-7FAA-0EB7-38122C85DC7F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B9806388-E77A-B48D-2C88-A84143FD18B2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A6F6B9BE-8C61-36A3-96C4-A4EB688D9511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AA787042-9216-76B8-FD11-678C3F5E6E82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208EB0FB-87BD-44D1-5EBA-91A698F805D4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302BA0B0-DA85-C22B-C8B3-AE369ECF624D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F65A3BE2-0DBF-8CFB-6E9B-C5CBC4F6D01A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586E6196-98A4-27C7-98B7-9FF3D5854D5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00B02A2E-7047-1BF4-2907-1CC12CAD59E1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39CAC293-FA64-3A74-F602-192BAB4E69D1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BF1759C2-036E-8DE6-485E-E03926FE1C7D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14C29798-B84C-3152-35EF-5179E65E82BB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368A7ACE-7D06-BE45-BA4F-679E41AF351B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6D7111CD-0532-7A90-5BE9-15BC5DE372F7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1DC830FB-5885-EA58-14D9-04A64E66A80F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F45D76-354A-5F18-A04F-185AD8208CDD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39231838-B82C-7836-6D67-EC410149976B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50CA201E-6AE8-AC83-1EFD-167F868C6D4A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B93D48A9-A62D-F084-9ECF-1487B5F7AB67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38E7C31A-9A81-80E8-BEA1-FD9CC52818D3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24B3BC8A-0562-281F-83AE-B0A3839FF158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E62D5319-E499-04E1-CCBF-70631A222FC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4D170DA4-D99A-F4AD-44F8-BD9FFED8D5D6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6809357C-AA86-0F92-C19B-08049C7AEBF7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1C19DB48-2FAA-AFC3-D93D-A575B1C847ED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AD71EB8D-FDF6-9E2D-0140-F87DA577979B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99CC3AD8-297D-39A5-3B49-069D3EA17B8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68F26808-E5A9-887F-1F35-3783265F4C98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25FF0F8B-446F-1ED6-A4D7-E57D8D99AD68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993192E3-069B-3B54-3831-2545AE8F879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5617C7E1-319D-0A5E-88D8-AC4E92A278C8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B53F67C0-9F76-FEE9-E798-CF7ADF24809E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C5324A7-E4D7-60FF-F754-1B45C2974233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ABE13815-A6E6-E507-0423-85BCEF6FE6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5E6AC180-B8E4-2EAB-A106-C966346FBFDC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B0AC7AAB-8B54-BC73-3DAF-E46B79A89D0F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1A7E19B2-BFB2-50A0-81D0-C1B6163C2E2A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FBEDEBF1-9327-99C3-7A14-ADFC11552325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CE010403-56C9-9F1A-3E54-0DD2FFEF8559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AEF095C9-B92A-CD48-7F54-0FEE20E731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2AE7DFA6-D4B9-87B5-5630-9A6C85B757B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74427F4B-7797-9004-5283-9B9EB69ED71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28C6FEA8-A312-C3B4-2F31-473E0061E45D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0FFBA9D2-6C7F-3519-D5C6-361432D37D9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260E4C66-71F2-D293-AFFE-AD7F96A6D73F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840315F4-666B-CE60-875D-BE0C170A68E1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080FA48C-8FB6-81EE-5F79-B272A464E883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2968626C-15A8-C4D1-4301-5F0F0EB264C3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275C7651-4A50-B5BC-999A-95FDA6812E03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F794AAE3-3899-2EFC-6D5A-040E57E39AB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45CBD867-E8D2-F5A3-4251-DA46817C85B0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6970AD00-6BE9-BEDC-7E3A-917EF1B21E4C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E04554B6-3D91-A5A4-946A-C00E467613EB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2A80E636-38A6-BE18-2E6A-84E4D35F9C29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A1F1D081-ECE4-AB72-B215-C78CAB1C1185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C394085F-62AF-DD30-A65B-08E9A623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10DC7B98-5A91-F4F9-1D34-5B95CC6184A3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58BA15B5-EB95-D043-3258-C878314D8438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35C07ADB-23B9-8402-FBA1-3F28A3EA36D3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6ADF9A17-091E-2F13-2BBE-840EF025AA2B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B6329FE7-297B-45FA-0546-33C26EB190E9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1B13A81F-15B6-7068-E58C-6159D9130EC9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9C9A27C8-9EC3-6ADA-D131-9200E5337BED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D457E4C3-47FF-E076-8FD7-966C8F4A771D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7B7B6A01-4BAC-B9C4-BE4E-CB1FAEDA703E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14AB5852-9FA9-EB09-0988-8C8916F8BD22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3107196-B0FA-5C8B-EF95-826AA3210A8C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81D2AA01-034C-E218-AD2A-257CE37E71EC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AAC2E20B-D61D-D782-B637-633D714E95D7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ECAA0A04-B86A-CBC1-0F11-0F7963F1C9F0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A209CCFF-7558-2687-EBB0-4ED3AF88C961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9D214CCB-88CD-2964-6472-5B8EEAEDE1A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C6CB00EC-CF36-13E9-5EA7-B2C9F7BDC0DD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29895AA7-9E7B-D37E-BEB9-05168B7E3435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621A41C1-9DE2-B6D5-16DB-172EDFD8B3C9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3628C6FC-8D73-64F3-A622-3EADCBBB178E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487BB1ED-CBAA-6533-3DC0-46D60F5D3F58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4C9E6E91-F587-4F6C-852A-525F252926E7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F237D4E8-9CB6-3F10-1F14-114B8B351BD0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DFBB784A-0C0F-BF99-ED35-8B0E1D68C880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AFECCAFB-43D4-C961-E81B-EEA0084AF4BC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3D5BA80D-34DC-9BE3-0569-9704764ADF03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D8468A60-420C-72AD-5273-89EF252E6853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0B43C7AE-99D1-F7D0-0650-913E04DA7F73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33515F74-B10F-DA76-4F59-8392613906E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6A8ED971-B41A-9E1E-408E-B920CE61C156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2ADA2A21-AAE6-754B-C445-BC9C750C2A4C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A181A344-EB6D-B1E9-AFEA-190693BD3B3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255576E-C1E0-7B35-A704-571EC87398EC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AA617137-D7BB-FFFB-46DA-843A6F7F7CC3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7E8E7B31-6740-B451-D8D9-831E0BB388D8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DE313A5D-EE72-015F-4AF0-2A89D8D860D0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08D1DF7B-BB61-B093-DA26-7341C83CF4B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2D093664-B0FB-C48E-94D0-9BFDD9142C44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42DEE0E3-2B94-C2F2-E7F4-1EDAC5ACDC7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2FA29071-428D-ECF3-2534-6B5AEDD3C5A1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2E34D7A3-B7C2-0FD1-2E20-94D596B63A31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684693C3-B232-9BEF-7499-95D791AB8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A2E85772-A562-CF00-B8AE-BAE5BC7907A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072E19E9-4469-111D-9460-936F5589732C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94D424AA-F099-B94B-1C3C-6F2EE94621A4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86CBDA2E-0E6A-6AF3-C1E7-AAE81B8046DE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E4357DBF-A721-38F5-1F32-629C029E3A99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B5DB2E8B-3FC2-5897-D61D-E03B04684A44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0DCD2873-C625-DB9E-FECB-9C13A1B2774E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E3ED9E27-B5CE-A835-1CD0-F62C84BE60B7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67B5D972-C6C1-34DE-B585-86CF619B6ADD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D2393AB4-436F-BDB2-3731-7BEFB84F2E89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F9DD85B4-1133-BE19-47FC-4795252435EB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968886A9-6261-D158-097B-8FF8F95367D3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B6B7FCF0-0B6F-BD3A-D00C-9505190CB46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76788353-BA81-899D-24A7-8770D9B42901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C075B84D-8F66-4367-BC61-CC2E487CE95D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C0D944C9-B845-2537-008F-4A7D37F61DB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023BD129-901F-568D-F265-DCD842CAE4B6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00F5B685-C109-A443-339D-E38444430FB9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C18ABFF-248F-DBA0-5E52-3252D277DA7F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F0931A5-9855-8A36-90CB-1AF7E3209473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85E28E5D-766F-9D90-9640-DAD1FE64BD49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E38A1707-9C0C-5414-D7C9-CC642D11FB97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E175C3C-AA69-BA79-DB08-B49E0D1513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0F2E78B6-1E19-8B7F-19AC-1E425EF741E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9F188BE1-A8E9-F939-C61C-7DAA08C13C72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DDACB6FC-9AE0-5E67-A751-9D5ADADB7451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94272316-30EA-CA4E-B8AD-A67C45F2C053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AAFADCE-02CD-C01B-E408-26F1F629F732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35B13BC7-6E77-E3A2-A745-64C2A0EA918B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6853A7E3-99E6-2419-07D9-152E219AFAE9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231C52B4-0B70-0A33-3B0E-51FA40BCA90D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0C840EE9-C3DD-39B4-736B-92198C1AF9AC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A9077B9A-2C0A-F1E9-32F7-28C345292BF6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1215AB38-911A-D7CA-A521-DBC2D64BAAF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8F9BE37F-1047-76B7-A101-D33A2DCBAC18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F0DBB0F6-91D0-283D-87DB-D1DB3017DD1A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05BD9B8F-ACDC-F725-8E5B-7E11C04E93B9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071F25DB-6339-1C8F-75C7-9C22629D0B1F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AA9D99EC-8DA7-747D-046A-494AE70567AD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90E6F406-25A6-B282-1684-1913CF7E4890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FA5D7111-F2FA-5487-D16F-E03B149BB663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4F786559-9DE3-5FCA-B2CD-8133C225E868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B934DBA5-DC78-4BC0-6A4B-8A873D4CFC2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B61BF5F1-3364-3579-B1EF-F112493218E2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4C60FCF6-26DE-79C2-9866-661B3F11917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F0FAE0D5-9081-3F3F-89A3-26BB93C5BD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8F26D54B-2C54-3378-F2D8-875B363F655B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A05CBDC4-5F39-8599-3B6A-EBC71C39F444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015129D9-192D-5C41-19C9-247C39DF20D8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FEA0F064-65EF-19FA-AD68-1ADF92432A9E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917782BA-772D-B0C5-4E43-72A7D7D7683E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49CC0D06-761B-E557-B95C-3A83D99A3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173A1714-720A-6CA1-CDEE-4BBFA5BC0559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4B81EFFE-0898-AD64-1B07-19CA0ACB6773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79699C05-E93F-38C5-AC68-3FD3A009883C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8AA897B-F3A4-E763-1157-6DC88C477E99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4B7416E7-22B8-9584-0941-9135749DFA25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2FFCA0FA-ACD2-C57D-33C5-B57F953E47B2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4276048C-14FC-F06C-55EF-52F5384A39E5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783AE95-BD71-1110-1EBC-673321F5D7CB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D9E713EE-E9FF-DC0F-E6F2-00352DD9849A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99B88816-6BCE-6AB3-01CE-F5D2B8891B9E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1F2462B2-C3FA-74E7-AB5C-2D144DA1D6F2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F6EDBDDB-3C07-3302-DDB5-58F2BDF218A2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669F3B7B-9447-E541-D6FD-2960C1ACCB4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D1419279-06FE-2B75-DAD9-86D32D2697C0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7C29FB42-84EA-39F6-5C0C-512A75F604D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D5B5827B-140F-3AB7-0D37-0B5D2D826197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DCC17E31-CD76-E20F-98FB-26E97639A88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AB0F940B-1DF8-DC5B-1C1B-F23E7C60C1B7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5387B47A-740F-1317-7267-67980A39FCF5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121A568A-39AA-C426-5D34-6439E868695C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E08C68FB-AFC7-27B1-A022-41CA0411F5D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17C3EC46-87BC-56F2-7DFD-77C134C8689D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02B1A3A0-2024-6738-8D6E-E4373B4F4C1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03965E69-39B4-7875-4C6F-4C54DD664DC6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A4C748FB-8BB9-4B5E-231A-C91A41143B08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07CA90ED-816B-B9E6-C2BB-E09B079000D2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B629E241-49DD-C657-89E5-3B56C74E20A7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18EEDFEA-3B82-35DF-C85F-5A00F42E8301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1EE3CFFC-7DDE-4B10-BC0A-830524B75D4C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D56FA1BA-7801-51BD-BC73-71B145244FA2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0778BA30-C560-C7E3-5C57-C32EF6172729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296C682C-D2E6-82AC-B6FF-9D403D1864BA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A13B6E74-EC0A-AA09-B39E-B2081670000D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65B22239-5E9C-674E-4FC7-3622C05A7AF7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6D08FD1B-639A-169D-9A12-28F7985D0291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A3E1179A-1757-0189-5C27-1D33A0C4B61A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A63A97D8-7908-3C3D-808B-03C030934B39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6530992F-3F17-0678-E319-174406A17343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1EFA89C-7121-5DF7-D726-75041603E773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5AA0722D-926A-02FD-C9A9-3AC71641E309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345BAF17-92A0-93DD-E554-A38F070EFE93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7641CE0B-4271-BD74-F164-4039EE01041A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3F0A046F-DED4-3972-CFF9-884B1F425348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2934AEB4-C6EE-A959-C637-8730B8D5E421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725C5115-1A51-F1ED-9166-200B23A15A25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315A6A85-8404-C7F6-CEB8-AFFBE7F9AAC2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91AA16AE-ACF1-3198-EAEC-D58AE8573CD9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D700A69A-B7CB-E31C-2ECA-E3E16157ABCE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22EA6176-2267-9658-5AB1-E88FA9E85692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3C5318A5-CED4-BE8A-3FB1-69406ACC27F5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DB34F40-53C2-2F67-5119-EA9E2204CB7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F380C255-1182-93BB-E2B5-401A91B65F96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4F9FE418-2E28-11E3-C5F4-074EF65A3597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E030E975-9D98-8852-BF9B-5169E8E77781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699901A0-CB4E-E8F3-28A5-47B7559C2BA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7C5BA17C-C811-A5EB-8B16-82347EB1CBAE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1BC591C0-0AB5-4E9F-0137-0C6D0578948A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ED37CBAC-4025-9DE9-B608-1B4810215D2B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31082757-8331-8C5C-CD3E-70340B948CBD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0DAEDCBF-C9D1-2197-A63F-CB54DB4EB4EF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BC031090-0C6F-B97D-C3D3-4921321B392E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AB056171-A378-4457-965B-8A0043500FE9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FD5B74E0-93B0-A15C-5FAD-DF36EF71D439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81A1A05E-9F9A-9FBF-F49E-AB1F8A555F40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2C2806BC-A974-5180-C6B9-99E1E099327D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F76F92A7-00AE-AC0B-A534-F51172BEDF0B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06A952F-20FF-FFEF-06D7-7AD288928A0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D4B6F174-B1FC-EE17-9FD3-F2306076197E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7497F4A2-6D2E-D8A2-0007-259B3A8E858B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1DC55406-7252-81DE-9F56-DEBE8FBB563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04AEB437-F8FE-880E-8C93-2719C4E3BAD3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EEC1568-33BA-5F34-3B55-6F900F803155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4554F09C-9183-708A-360A-1EC981EF1451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921CC4E0-948D-83EF-20BD-E72A8B74F67F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6D6DC75-864E-7319-0745-EB94E3BC6A04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6EE195FD-1527-3432-FC9B-6ED28A48493B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43CFD169-AF76-0EE7-3A52-276E6DBA8963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00674AAB-E91B-0BC1-74DB-1D8229D137ED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55177CB-79C1-9DAA-9AB6-78EECE0AD7E9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9381B856-D832-9834-8C19-EC24085E2A98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488CB15D-788E-F971-FAB2-19FAD22C9C4F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DAB8A865-B4F0-4FA0-4092-E8E2D1DADF1B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823519D5-88D1-DE35-74F0-798DDD2645FB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91B9CA05-B596-ED9E-AA36-9F63AFF4D16A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8368FF5B-2BC4-7E97-13EC-8690CFEB49E5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19C513BC-076D-F448-444B-B8F320E4FB7A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B5648C51-E26E-0BAF-943B-D4787171389A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D282F231-CDAB-A439-C585-34E8EA2FC165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1888746F-7F01-2031-BF0B-6F62BFA35387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EEB53ACC-64C1-E715-EF85-E36173F8D305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FA7445A7-A9B6-DEE0-4649-7F6A4CE2B1BD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26A43C26-60CE-A19C-55B9-5884B67EF43D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23CD03F-E3D9-F472-7D3C-F2BD0AA926F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82A30556-12A6-4C66-C8A0-75E5B56B1308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96A5DDFE-12E1-321C-B42C-8DEA7BCB4167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757E84AC-5CC5-69D7-BCEA-5EEA4E2DC944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A8AC2606-87C7-8B57-99F5-B011C22256E9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57E1CDB5-6AB1-29BF-8AAF-4509F0F0A73C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3AC62CCE-8F73-4017-AADB-43D6E8FC092F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528AD0B8-E2F8-78EE-7419-9EE88BF9FB51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3D4A2129-0F5F-7477-1C4C-E762D3642C31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EA18980F-DF22-9C2B-9566-857AC7B5C66C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58C3756-6318-B6F7-8686-18A5B5FA3BF1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B80D5C65-4533-FE6B-490D-F766228F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01BA289B-7A2A-448C-146B-8CE90160DAF9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DD7E1E19-E395-6724-6B9E-AAEAAF6D1418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5DFD3C6B-0875-44AD-03D1-792851B3755B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CD55BFA6-FF0C-220C-C3B1-E45AE48451CC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4AE2E7D0-39D2-ADA7-4388-E814E69B8225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3465A313-5750-24ED-D28D-9C7BD7AAE58B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11F6C904-34EB-8EAF-6941-C83838061953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B90BE453-34D9-2A8E-3F62-85087EC4355C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29E1B2EF-5970-5EFA-278B-C908B860EC40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2988FA94-239A-798A-C15A-F9FA28FB25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E6FBBF74-BE94-E45B-B27A-62540B8A436D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EA0F9610-326C-1B52-D194-7CA5A94B0239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65B225DF-E7E8-0B95-DA38-2ED5C82BB484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B2CB936D-7785-1C6E-9052-8592ABB4C9FC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F358FF82-100F-22D9-BAD9-0DBA4D9BA1A8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E5C31E90-52C4-7ADB-13EB-6551215E782E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77D1F535-C432-CFF0-D67C-BABA3FC4D8FE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93450EF2-644B-A563-9B0D-A3CCD9C2B32B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3447ECAF-F6DA-4BD5-77AC-122D058AAD45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AA7EC8C5-3139-63D5-30BA-4421A48D601A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4575505B-BC3F-AF9B-CFC4-3A97BC329170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8E0DCBE-3C88-83FE-4877-95F407F8691D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7D8433B4-9826-0A18-9B3A-78555208CE4B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8EB7EAFF-0623-1EAA-C4E5-92B1C9A37521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3468C92E-3636-984E-3330-C60F1577B8CB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3A311D6B-C453-26BB-4187-FD006E9E0138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54F208D6-5113-779B-61E3-B09A8EB95CC2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63DB58FA-36CF-4532-BF5C-9C1DA9EAC9A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86F11F1E-1A73-01FD-850C-A05883D70092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01FADC75-E359-40A2-A0D4-2360B86AC31A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BEA7FE36-ECEE-953F-8B2E-8096467B9758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989254DA-9F8A-4637-CBD6-6760443D4F10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B73292C-661A-2559-2274-8134F3ABF7A3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2AF467AA-02F6-FFE6-CB5B-AC77DDB68886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13622687-F4F0-6316-76D0-3F5778096A2D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C09F566C-F158-6D97-BABA-D37416F89012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25E96DF0-8915-5DED-5A8E-CD6F71E378AD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26041F45-6852-E07A-0074-00EF8A75ACEF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142E55BB-A664-2F6B-21EA-900BEEAF9411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54CC313D-6E1C-B3BB-B81E-FCA67276EFC5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DCF0EC2E-E5DE-EE4D-0C62-0893BFBA8354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10B4BEDF-09BE-7ABE-9509-B22762E93C51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C00DC5E0-699E-B131-EA19-7A211E57BA68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7FEF8416-3073-6C60-84D2-0799D2ACC17B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1C8660EF-FC1D-8FED-B6C2-36B10B13A47E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83C8F142-6BB6-9718-2200-DE12D34631DB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DFF0527F-5E3A-D8A2-95F1-4C377215F79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D0553875-DD8E-98F4-2E70-1564391BBC7F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3DE168B4-A628-0C32-D340-B5F1F95D6D54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37AFB18F-3CCC-C370-5347-8DDAC17F5FD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BD6B868-3612-5329-E3E8-01806FB0D98A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CE1A2A7C-D636-5FFA-7111-480042327A95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EE77B5A-B3A5-5F2C-96B3-644B76589ED9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E524D3FD-3782-1F27-AE8F-287C586121D0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A45F1CFC-C80A-3481-796D-B285DC124E9C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78A0284F-34D7-F6A2-CDCB-56C2026DD9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DE2BE93F-21BF-A10A-CAE2-90A82F67E34C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0E49B088-A0D8-02A5-0C83-5892E998AF56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331DCF77-24FC-36AF-DEE6-34CF50855A3E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32810F3D-23BF-C09F-E7B1-15D701C19E47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F5A18B63-1691-C749-7CE7-15125F3E4943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DCF967B5-62D5-55E7-C2B7-5AFA9CFAA948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1F9599B8-2A49-2901-AF5B-2702832125AD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0E642B8E-FA55-2155-0C6E-D6DCBF10E8B5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C06489FD-6DB9-0F55-C474-A4F705B94D26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5F59822F-E4E0-7C66-5E81-5E5AF2941A70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FCC28977-BD6F-9DA2-9BE7-869FADB2A781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92B59F49-0BB9-D174-265E-183CEAA70CF9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48BE54E4-3ABD-80FA-4722-C055F9400EEB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0AA94E32-878B-E389-F97D-080A3955B9C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823FA39E-A327-B49A-ABEC-031E4149AA1F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69E11D5E-676E-FC22-14EC-BF5888E8E363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34D3DAD9-A324-62D7-2D82-C3C56660DF20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4385E77-B9A7-A206-339F-B06225D495BF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9DCC5EC6-4AAB-E066-826C-4DA46ED4A2E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E77A3FCC-4878-B49A-3964-579E388E813C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147DEB10-9A56-1B00-787B-1CEF3CA2A88B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843D0863-8412-3623-13B0-23DF020C0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94FCEE21-D4AC-5EFB-55E8-68291F21C3E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89A0070E-5414-391E-8814-E7C1F08C100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7838F221-8BAD-E0F2-E936-7685944B8029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15D57384-9879-97C5-BCF3-BA701AD6A0AA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DD88AFE0-EDA1-AE6A-B57B-B029505D5256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32987A8F-607E-7B70-4FCF-39D6ED00ECD6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86862827-EC56-69EB-2808-2DCA05838F4B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138D21A3-FB48-EAB7-12F0-620A7CB71F77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5DB2B3B-57AB-A0D4-3D14-42DBE76C43E9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973684EB-EAFE-33B6-56B6-6C6DC19ED55A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632A67C6-12F5-4467-77FD-9FE79A26BC05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7917D315-64A3-0FBC-2736-80A00A471B24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7B866380-0394-07E8-7045-75AE358A4E9D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D7C81A61-38BB-4833-4CD9-1866FB9E278A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4AAF425-CBF4-D32A-CA8D-214A8F2C63C3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B53F0EF2-62FC-F781-84F0-93E9CF9267F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93DF48E8-CD8B-DE13-ED38-1F06A3D18DDF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98E68E26-CB48-ED70-5EDA-1D4D3CD6205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CB12C996-0232-C971-AC1B-0DEFCCD38BEC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5A453D5F-F615-5623-78BB-B7E360CCEE6B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91C0F417-4E80-D004-E92E-E0335E015FE2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72C219F3-EB9F-FF1E-C2E4-DE542AB647E6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165B3309-D99E-1852-9306-D70C086D694B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CFC88637-0219-D5A9-9E16-7D74C2438A54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B5C0791C-4ED1-5F6A-1E59-12718305B7C1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5A83F5A-CBF1-26C0-A964-94CDF51C36DA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B4772A66-DA7A-E61D-D70F-51A586CA96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FE16B27D-1572-B2FA-0908-72715392CBF4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BA8412D3-CA75-3F07-F49A-2E7A5580EBF0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EA1A7F44-FEB0-47D3-8FCB-FE4DB4450355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5028D13-7C87-3C41-FF6C-4199AEC1FACA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0DA2A9C6-96B0-8070-630C-155B51104DCE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E22566C9-10C5-4E7B-7047-729A356C8788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B9E6FCD2-FA46-5C24-CCD2-FCE763306616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FB45682A-AADC-5FED-2292-4D647207B595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563C3967-5895-DF1E-B92B-1751F2D7B57E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F2E2BA9B-10F0-AA9E-7175-6ADF5FEB4E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B0EFEA74-0D84-E77D-0EB7-8611E042571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C01629AB-A03D-084E-77AA-31213451327D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FAA83DD3-126C-CA38-9022-3B533999A9D2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AFA8C0AD-945F-7CA5-E7CF-07A69EE7B90F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028EBFA0-D5EA-3622-04C2-6BB43EC17990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3065796A-BAFD-543B-E63C-1609AA0A05CA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D4C649A-266E-641D-6AE2-FFDDB3037E78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98FEE959-C51B-F427-5FE8-D1BAB25BF50A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752E390F-7AAC-AFB6-F462-D14C56C362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0AA71AF0-CB93-61B7-F167-C3E0F589CCAC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2AECA2A1-422C-7CDB-D91A-ACDECD122BBA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451E177A-E40F-C71D-BBB5-D20A4067E30A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373F7A64-997A-5073-2E14-D7549013CE11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36165E78-1DDF-EC98-C65A-364B7C6FD602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B65548D8-9CB7-F87C-28CC-902D54A9AA2A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74CF2543-41E5-13FD-2101-693A93773167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C1B025F3-82D6-30BF-33B2-8A1EE4A36096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DF8EAEB2-BC10-02C4-E8B2-7940E7593356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34C573CA-8E24-B0FF-B3E9-B898B2ACBB12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84AA9282-BE08-0037-6AFB-7FF271DA0688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6C295B18-53C0-9B2D-1462-5404ED58B930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AF96EFCA-890D-293C-1D16-6B3EF0AA0BC5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5B4CB970-4CFF-D152-2E59-D84E822C618B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683930E2-AD58-E830-1385-F3CD9CB3E06C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E6AF96DE-1F2A-C9BB-B835-AC754F906D8F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BE69FCE7-1EE8-9803-6C53-83724FF800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4FEB9ACF-1A9D-A818-D736-077D49D3731B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D6CB6F5D-8C12-E6D0-1B6D-00A23DD2EA1E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2F054266-05C3-1134-609E-392C0C4DD9E5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50A8000A-1453-D06F-44DC-395FC3D07E8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AC9246B-14A2-1D1D-85A1-D279A00E83EC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A2210AF7-07A3-A45A-8E17-F723392EA80E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CDD2C4AA-5D16-A4B1-232A-DC445993986D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19A65938-6E3F-0CB9-4E4C-59DACCD1E194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18C5860B-1356-8B95-4CB5-C123BD76370C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1DD67D37-0BA0-8492-5087-B9D6DED433F8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03B7A9D2-893F-DE8A-8ADC-A851B39CBD51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9FFA37C9-88A7-81B2-EAE4-CC9A0401C544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3A282D14-049B-0653-E152-2A92C0D6A60C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CD95BFCC-278F-817E-17B4-667786BDDE97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6A75BEFC-803B-B7BD-966C-D352B793944C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AB0D185C-60A0-5E0A-056D-A78DB12C5C3A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B877E609-C124-2D38-2A2B-9871B887E3C4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775468F9-9344-0B28-D257-09C54AB7BF46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5113C5C4-FF45-94B1-7A43-3EA5A5737F89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509DB6AD-B8E3-1957-6258-358B2475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6569F385-2EDB-0D0F-6F11-672D26D5BA53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3BAE1E9B-6FAB-0D57-987B-10EF431717E1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0D1E5649-BFA0-5FC7-395E-444F301D5E4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1B43FD37-FFB3-45F1-1CFF-082AF95FE9C5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26B8FE0E-1EED-5C72-660B-725CC6A4724A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409F5264-E28B-D77C-F5D1-4621049B23A4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E73873DC-42DC-7D5A-B44C-52960F1A44B5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2996C032-A5A8-8AF5-785A-8766B04ACB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86D36123-92FF-4309-1622-4F6FBD7BAD88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4A8A3224-E2EE-BA2E-D8AC-85F172675277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BAA88F25-1576-E67F-B532-147BDE222854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636FC1F5-0750-9044-3CEA-293B4F7CEE9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DA038C4D-8128-821F-27A6-77D97EA003E5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411DA499-CDEB-8675-2E4B-820E258EB06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ED7CD89C-DC3B-EF23-3B2F-ECFBF24857A9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6EA83CA0-FE0B-D95D-F0E8-CF1ADC4411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CCFFEE30-8924-35F2-D15B-CCEC82D575A1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538D97D3-27F7-AA3E-2455-59EC2644FB98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085FB459-85FD-E18D-70FB-999003879F91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0F835E6C-03E8-60B8-3298-0120F469485C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5A82C31D-82C8-5AD2-79E6-8FC8BDED7010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FF7B75F9-7CC0-D5A7-6764-324FBDF1F08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E8CF0E2A-6B15-8459-34BA-B7D2543B76D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5192D9BA-EFE9-F564-4A4F-3354F36C8A81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F3833934-D52C-6340-93C2-2E246BCE90ED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DDD91CEB-8BE6-853C-EC4A-8E784CBB6D4B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9C7BD5B3-31A2-E0BE-2F1A-AD4A2697F0E2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53C6399A-89CA-7895-937A-AAD6F1275512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94E0AA37-6130-0806-2397-69AC2643B5C8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EBCC164A-0763-DB37-5C2B-E5D03DED5DC4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5F6B8136-CBA9-15C2-18AF-9C3752287FD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17BD2ABE-00E1-E451-2A53-B58CAAD43EA3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B680FF0C-6AF6-B4FF-438C-58D0CA7F13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7FE9EF6-1534-F30F-CCB8-5F9B587C73DC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3C3DE68E-64A1-68F9-784A-CF6490477AFD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6FBFBD61-DBC4-0D33-8964-603185B7CAF2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11777555-AF09-6B55-3AA7-B346CF713DF2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387B87D-EA69-AD31-5F0D-2E786B28CD89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A03F012-698F-0149-EBD6-1C78D0D2CE2F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B524588C-13DF-4E88-F455-20B33FB494E7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F4175613-9697-FBFC-F420-B73D1E296C3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E116EB6B-D1A6-0B16-E24D-EA155927E526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5F09E38B-C955-4111-D4C3-4A8EC38E975B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901F009E-76EE-57BC-BC16-7F5487ADE654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6C6FBD15-F9B3-4BAA-72E8-B6ADC9DE0C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A0A266EF-37C9-35E6-91B1-CC1E1952A6EE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0994064B-C5DB-F824-8F36-9D8708731B22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F366DC08-EB6E-7D5C-493F-65FD5ABF39DA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274698E6-B6B5-CBE5-BEBC-FC89A0635568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64AEB732-5A01-C478-5742-577F77A0B7B7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67043A5F-EA78-0390-D27A-2E7AE66D0FC2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8D7A2C4E-09ED-010D-F643-B6BE781B8DA1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218E2EBA-0C4A-D020-F54A-5FA46DB6A5F5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ADE76ADF-624F-B95E-A98D-8EAE78A67A22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3A654494-2BB7-A052-9C44-8DED133649AD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6466DCE-D05E-5EC7-438D-0E095C53CBE1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DD3DF12D-D11E-8C89-F63A-CFE6C90B14AE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2BA83B97-9F33-2914-5EA4-1B74FA11F39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BAD25E31-59A7-70AD-9078-27CC981E1962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09EB6473-F5B7-2FE8-A56F-3B239B0F89DB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B9F2C3CF-59DA-E302-44C4-A2707C86B5D4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062F1B12-9218-0811-0CB2-5FA6E03D2B89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C270C1AE-6DCB-5926-70DE-1C42AE8837A2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E9F07493-A8DF-9364-2B09-7355E8F4279B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53401302-14DB-CC58-7AC5-26DBC7B1AC03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12C7DB7C-60DB-D16C-8995-F6E011EA9686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21D56C70-AE9F-C103-0B2D-C12F7BB0930D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493F2EF1-469E-C06D-21B8-64CCAD2075D0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21D7177A-01EE-FB5D-B6C2-8D7E10C84159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C7811D01-4BA9-15CC-F9CD-A49094619EB3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ABE4EFB3-ED80-6EDA-ED9F-EFF820B95972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2D11524B-E7B3-8B66-ADC2-09386EEECA1C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627533FD-00DE-B397-0E94-9EDC78862020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963556FA-4C55-E739-A2F5-D261BEC6ACE7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2BCD0BD2-C72A-1426-8EA1-3FFBE030B3A3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31A1D7F7-6F4F-2CC6-F890-DC4D9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D3B89F5A-4075-6B01-3FD0-4FECFD64CB63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21F812DA-0BED-0AE9-2BFB-59B482272D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3383E92F-AA2B-B7E4-A6EA-C3DBB1F68C6E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7207D7EC-A98F-DB08-985C-84D2D7660908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95880261-0139-D49C-301F-BF70881CEC97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12F46EFB-B0F5-06D5-C0A3-1006E7ECD5BA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63D07388-52DA-AC9C-5817-9052C8F5272A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B7C49D6A-0AD2-84BF-6637-79164FCDB835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2EB8C778-54D1-B053-5239-4E2F363B2EB6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2BDAB3E8-F995-41FB-5B40-1262200A1750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EB466EA6-B9DA-EE98-CB25-7CA329F3958C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B2264D34-0560-99A4-3473-816C1BC15098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C5A237A8-AFCA-0640-09B5-E4FD345E4093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158AC5B-5195-CEBE-0AAD-9A346041967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47531390-CB5B-6169-2898-BF424B512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A50E56A9-D5DD-CEBD-E4D8-5D6D1C13F380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4BE1185B-C09E-4BAB-9110-7BA27C782C88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2A972305-6398-32E5-4FF6-CC6F97E1627F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5DEE26F4-AFD7-1DB0-517E-A1F8E544EAF5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425B76AA-CF1B-DDD3-AF0E-E3CD950A9F64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D07AC947-CFFA-EF1E-0B05-98704BF2F01B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6939491E-4171-1462-7796-AAB73B9CDF79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9509F8AE-C596-E37F-9E06-63332E7FC70F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8F6FC32E-6B3A-A41E-B05C-993031FC9B75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A26A42F0-B083-8FD6-7A79-3A22DA3AB8E6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133B15DC-B264-9FFA-2560-D983E3290652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EEFB5F3F-681C-4405-CE55-CD2A54B94D63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92DC89CF-40A5-D19C-4385-5B2B9B4D2715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0C01AF1B-F2A1-FF25-5A28-85480FC7A912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E08643A1-771E-2D13-C9E4-78A2F4D02F70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B0997EEF-B5B5-965B-E498-4BD139537B3F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EACD2DBD-7EA2-E480-C71E-850C6B7145E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13192C6D-60DA-16F6-F24E-6E3D55A90B1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399B2A14-B2C5-3A49-7313-42E1AEE34601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5EB8DA14-8E5A-5AEE-46CF-9635557F6996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3BC19158-7B15-8065-2076-157B6663A2DD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46564B0D-0AEF-42B2-4230-CB4B9F9C6766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BF961D3F-AE49-1B7C-E140-C49273A4704D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48FD54B-CAEC-067E-2F47-1582EFEB74DC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BB77AC25-01CB-4989-1C1C-81F7284AC16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E0868761-37A4-FB1B-39A3-9693D040B4CA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6ABD6A3F-CFEC-EBED-F7F2-F2F72CCAB8B6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56629F19-E4F9-40DE-4091-E7B88023C6FE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0E061459-8993-F826-EBDC-A8843628DB39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34932316-3BC3-12F3-B5CA-0C65F0BC0B3F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DE1055CF-60BA-186C-1A38-95ADAE386EEF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ABABCD29-6838-09D5-8EFD-66F9965EBCA4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8272AB15-312C-CCD8-3C55-83CD4CFA8BCB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CE2BDCFD-5B1E-68CF-886E-FD514AFEC3E5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D82A1EEC-6E6E-78E5-EBF8-70EA7561F31D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0104D5F8-8A69-C983-69B9-7E08C2A11FDE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1C12A7EE-A1BE-AC4C-D808-3E1006AD1CEE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580E9B1D-5BAB-8846-7478-068F70FE9B0B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00A5003C-FF3A-D152-DC70-D907AF2B8385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8BE740E6-9484-DB82-59C8-8D38F8C57818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47125F1E-52AE-BD16-63BA-D52CBBD1FA0A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14EB18F5-7EBC-C153-F73B-216CBD04F8BB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D63CBD5F-2F82-683E-6BA3-BBD4015AD412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2D1964E1-57CB-D6EA-6048-DB9809A0386E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828265CD-56F5-37A8-DB3C-386F5F93B5D4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619AB3DE-5908-35D8-811C-EF27EA46BB31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97C9AFC3-81C0-86D5-716C-DAA2CCA0F326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B2BEA63B-AA48-0E80-39AA-C11C053C642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312DA1D2-8B1F-631B-80FC-098522F500A5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854ECACF-F5AB-E430-9FF3-AD8C96E2031B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025E73FD-FEAD-ADF7-2409-9C1FEAFA743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E5194AA5-C972-1D3C-7EC1-604B631F76E0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40B3EE29-38EF-3C22-6F49-0D0EC4E2F09D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D36D3CF3-C1CF-5BE7-6D68-796476BF507E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ED0274F-6F31-4584-B8BD-0A2D1BF14C0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16832F5F-6AC0-809C-A7A5-04B5CDABEE1E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07AF613A-A01F-7178-537C-FAB0253CAA72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E5FC51EE-402D-88A3-3BAF-370D5A0031DF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0C26820-4ADB-B567-D72C-DAEC200E8AE9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B1D07CB7-994C-98BD-44FA-261907993F3F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060D26DE-6259-564D-0792-3F2F192E91B7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7D41962B-EDD4-73BA-BAB3-E48CB9E8225C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308AE657-2EC7-040D-D1ED-1581E71D2716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7D59C917-43B2-EEF4-26EC-867BA9B3203B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7F608D6B-E395-78C8-E492-201230E361DD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2F72BF62-FC00-CF82-3583-B500FDC8E28D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C09E384-A3F2-26A7-7FE7-D121CECD3868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3910F2EC-A21C-6CF0-0ECE-10783800FDE2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188D7116-EDBE-893A-26E8-5AFCAEB5BCD8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6F302ECD-1970-2B0E-1DA9-2920EDE52060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4CA0D631-715A-805F-B85A-7EA9C47C32C2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5E43C2CC-29B3-42A1-501F-008FA71987F3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DD2F3B75-E07A-595F-D14C-49DF5D46D697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DF9D00F7-9950-2790-0AA4-4597A50F2091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F1442EBA-60CE-502C-18A0-E2A8EF52DD0A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4A10BE2F-B677-E482-4BE3-43F207F09F08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7558FA61-071C-46E7-99DD-3352225C7EC8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C1C5E51B-FA79-6596-5456-3538C0321196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D03D8EF6-4919-B751-D623-9CC64D2880C2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C18D9330-B4A5-20D3-EACB-2809A9E1AB7C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2F180125-8CFB-B8BC-645C-A2110DA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21D8B440-8BAE-6FE6-E209-00FDEA281EC3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2491AEEA-E283-7AD7-90F1-605E5BD06E4E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7B554472-9D74-13F3-52B1-B3ABAC5E2F7D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0572A1F3-8DF4-E09F-9423-B0AA5CE9E6F8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C57D49CC-3553-9B46-DE79-8905D9BB620A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CD3BF9E9-3E6B-7AC4-CD6E-AB41067B983F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901D3855-A028-1DC7-89BF-4A4E9748743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0C4B2ADF-A40E-CCCC-98B3-77D31DE282AB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FC30DF57-BD1F-64FA-66C0-D65D944CB6AE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FDA655DB-63A2-636C-C2B2-7DD7E0DA0C65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EA036C86-7EBE-3401-4BCB-77CDA439C1E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015D360F-DD9B-9E52-95E6-9CB951FC8445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A34AB6B-BBC0-B75C-3F87-27181D1119C4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A869379A-0C42-AE5E-47BD-189D8612F9DA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BF376A8B-E5BD-632B-069A-1195F791BB01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1BCEBCAB-0492-D028-284F-9C7CC1AC4263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C650C3E9-CC30-FBA0-52AE-0EEEF0360E2D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6BF0C364-2C7A-C63D-3CE6-179DBA8844E1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A4D02130-0496-03B9-0109-2A46407EB7E3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E22A57F1-6A12-FE8E-7B15-3397BFDD20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0C84F619-DF73-7079-E64D-583B57A12ABE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AC1187D9-49AC-A503-CA35-F9E1DAA2AC40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B9805A50-878D-E99B-545B-6535AD44C607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97D5E2B0-9DBF-D3CA-B90A-2693258FEA38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CD5FC91D-5F96-607F-5FC6-1FC122B97877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6A7D9C6A-CB6A-54AD-FF93-0C3236D407F4}"/>
              </a:ext>
            </a:extLst>
          </p:cNvPr>
          <p:cNvGrpSpPr/>
          <p:nvPr/>
        </p:nvGrpSpPr>
        <p:grpSpPr>
          <a:xfrm>
            <a:off x="81461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B050D676-2606-D6AC-AFB2-5BDDBA18F312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2B15BC58-0107-A823-5A3B-9F3FBA952FB0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54E0366B-AD85-29DE-09D7-CCDF420A26B6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5A022C8B-2E30-A99A-8820-8C4B3192B06D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93C333EA-439C-14CA-5A39-408DE4F11B08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8F400766-DBA1-C139-1B9B-2BA39CB6F8D7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2183542D-3564-AA7A-8F12-50F056B52ED8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30A55618-2CA9-129B-9839-D8F1080F0FAA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FF0CABDD-2DD4-039E-5CDD-3B28F966E907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83157178-4F63-887C-0C8B-7AAE22A012EF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DC56EF28-1773-497C-CF31-9D32807D6CAC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7D1ACB1B-772A-C078-73E8-FDDE1868CE57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F10B4905-79E0-BC0E-1515-95C12E7AB9A2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1B94017E-0903-56AC-A4F9-48B010B0B137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0B7B61E8-E993-8709-1AAA-BBB917907DC7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CCA692A8-53BC-4D23-C28A-695BE369C05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A3CD87EC-64DB-0917-BDCE-400609AE1143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1E5D5B2-45D4-80EA-4E59-0A346E696B59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96813B7B-4361-72BF-D15E-382CD208AA9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F689F81C-963F-8289-010D-A72EDE099034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4CEA2D3B-4EDB-37BF-A6A9-67654564A87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72909604-6E75-8607-F3A8-D3077E7AE022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0F61C2D6-7A4B-18A8-A626-30590381B4E1}"/>
              </a:ext>
            </a:extLst>
          </p:cNvPr>
          <p:cNvGrpSpPr/>
          <p:nvPr/>
        </p:nvGrpSpPr>
        <p:grpSpPr>
          <a:xfrm>
            <a:off x="86012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AF658BE2-EF0B-0CC3-C656-CBDDCFDBD45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90FBCFC1-3DC7-4573-CF5D-772D24EE8BC0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BF8FFD1A-6E02-BFCE-7820-AC4C9813CE8B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2AB479F0-B871-5C0F-7A5F-F5B312FE4C7B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02C9ADBF-C242-A783-9C7A-80E7F76091BB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906C880A-ECE6-DD91-652C-E72332DB1A7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64D85638-A503-FA3E-F914-1DD3F94102CE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BF80B2EC-4371-BAD2-44A7-467ABA9325EE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81F73130-4F52-CC23-22F1-A759DC081EAD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07B40C8A-96FA-9350-107D-89856BC276BB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98BED5AF-98E3-06A7-669B-78F2160197E0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E75CB214-3582-FF1B-F8EE-2645F4C23D5F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DB95A55-DA30-2685-8759-6DCE4977A9B1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ACFF16BA-7CA2-932F-C1DA-4BDF1DF5800C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8FFC5687-C723-EBC1-B355-02A2E1812F09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B0F8CE0B-3E18-EC9E-832B-34BDAF70CB53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CA95E49D-EC43-980A-D352-69BE6F43F15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3539AC8E-13C8-D6F8-AD9A-E379E8554D33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4F6ED460-BC13-6586-11A0-2A2AAF26789C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56331E76-36A3-9E8B-E5DD-028510B542F1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5E8CFB69-3870-A65D-DB6E-FDDFCCF5CA2C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914DE936-1FBA-6608-2EDE-DDAE7313116A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5E5FF422-F3E2-A977-5337-7B32619BFE4E}"/>
              </a:ext>
            </a:extLst>
          </p:cNvPr>
          <p:cNvGrpSpPr/>
          <p:nvPr/>
        </p:nvGrpSpPr>
        <p:grpSpPr>
          <a:xfrm>
            <a:off x="82337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0E9721B3-1096-8E17-B913-FA9D3638DD4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E98A5F09-5967-A23C-AC4F-5B47210601A6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2C2ED61D-AAC1-D3C1-C1BF-7C696C60F11C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9889626A-F8D6-76A1-76B0-9743E280CDD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E51C1F42-80FC-95E9-7B18-F1736B6B29BD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BA01BDDF-3297-6136-0071-DF9DD578871E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E0A630A8-1B4A-4FEC-C3A8-F5767CE11E28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FC3C78E9-D3FF-1362-1EE7-C970C4D68B32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FB9FB21D-EF82-1EDD-06C8-4E2BADD44E34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285DF5B-750D-791C-666B-508671F0C721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6A22271C-AC29-4EF0-12EE-D6561F7176A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D4FE13F2-3971-0C3D-6DF1-A66C386EDE40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F7FCEACD-FEEE-7196-C203-0AB00A8FF206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175DEF80-DF9F-A472-D7F4-6641FF138BDC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CE4745C-6EAE-AF63-9005-7932A560A3D1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B70B5554-0175-8A78-2AD5-46E8F8C94A59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1BE745C4-EB46-8F67-2125-5CD47D7A20B0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A655AC67-D83F-300B-01B7-141C788AB05B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4F5DCF2B-2D4C-CF63-DEB6-8DF709521B8D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59281AD3-373E-8FD1-0ACF-A24AE3AC07BB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15344794-263A-FFFE-338D-DD115515D79A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DBB2BB0C-8CE9-6BA9-4432-835FC0C2ED49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4854753B-A019-4E28-8B36-D7536E1694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AEAD5B90-6F56-07AB-42D7-C456E2E2ED0D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8A99E94C-9739-2189-3533-78D2EBDF25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141A710D-204A-E6B2-2159-13678A6D2762}"/>
              </a:ext>
            </a:extLst>
          </p:cNvPr>
          <p:cNvGrpSpPr/>
          <p:nvPr/>
        </p:nvGrpSpPr>
        <p:grpSpPr>
          <a:xfrm>
            <a:off x="85319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EBA65BFE-1317-518F-FC4A-11193593E2C7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7DBE5FB7-F810-3546-64CE-B8E153A15611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803BFBB4-7BE7-C7B9-367D-7B172BF668A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046AE5BB-ACF1-0A96-A1C6-A67696AFF661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E0D326E2-5390-D1D0-2DA6-EF3192DB877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872514A9-8ECC-B4C6-A46E-C79D7D7B6E74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CA0AB2F7-2484-FF12-53CB-CC001D6D1205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B7331777-572B-80F5-0423-B101EB02F5D4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3267A000-1D99-F64C-2C88-07832DF21885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F89EC540-68C1-1182-DD5C-7A99E22E2208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B0864552-B352-9BF2-2540-600235A7BFCA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504401AE-94A7-ED5F-6201-11DFEC7A1CB2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DB628093-FFB2-C97B-293E-AF6376E2D989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BE3C5F8C-00E4-5E8E-CECF-809A907C782B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F44D8A90-FF9D-5EA7-7342-EB206584C37D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CE8F0746-CC74-7F96-524E-A48036669B73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EE47E988-9217-987E-A170-1F9322AD710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9CCAB360-4AE4-2759-267B-2D90DB11554E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8A66F5F8-A760-9788-B060-809E7AC58186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20833869-DDD2-DFCC-2C00-D6F96FE02CF9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4A80E92D-EBBD-A15F-A869-B3CCC6561CA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BF7B82F5-8022-3C79-C269-032662EA1199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CD53F0DD-E171-F252-6F59-DE2E3ACA9820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5" name="label">
            <a:extLst>
              <a:ext uri="{FF2B5EF4-FFF2-40B4-BE49-F238E27FC236}">
                <a16:creationId xmlns:a16="http://schemas.microsoft.com/office/drawing/2014/main" id="{DC7FD695-7181-0ABA-E73E-0E1837579DDC}"/>
              </a:ext>
            </a:extLst>
          </p:cNvPr>
          <p:cNvGrpSpPr/>
          <p:nvPr/>
        </p:nvGrpSpPr>
        <p:grpSpPr>
          <a:xfrm>
            <a:off x="222250" y="5501217"/>
            <a:ext cx="9207500" cy="687917"/>
            <a:chOff x="400050" y="5219700"/>
            <a:chExt cx="16573500" cy="1238250"/>
          </a:xfrm>
        </p:grpSpPr>
        <p:sp>
          <p:nvSpPr>
            <p:cNvPr id="6207" name="label__6206">
              <a:extLst>
                <a:ext uri="{FF2B5EF4-FFF2-40B4-BE49-F238E27FC236}">
                  <a16:creationId xmlns:a16="http://schemas.microsoft.com/office/drawing/2014/main" id="{BA5C3986-B569-288E-E785-F7025FB4A262}"/>
                </a:ext>
              </a:extLst>
            </p:cNvPr>
            <p:cNvSpPr>
              <a:spLocks noGrp="1"/>
            </p:cNvSpPr>
            <p:nvPr/>
          </p:nvSpPr>
          <p:spPr>
            <a:xfrm>
              <a:off x="14563725" y="5219700"/>
              <a:ext cx="2409825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33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All-atom reconstruction</a:t>
              </a:r>
            </a:p>
          </p:txBody>
        </p:sp>
        <p:sp>
          <p:nvSpPr>
            <p:cNvPr id="6208" name="label__6207">
              <a:extLst>
                <a:ext uri="{FF2B5EF4-FFF2-40B4-BE49-F238E27FC236}">
                  <a16:creationId xmlns:a16="http://schemas.microsoft.com/office/drawing/2014/main" id="{C535CDDC-8A26-5D50-D04A-63F45B662A98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6248400"/>
              <a:ext cx="123825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12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5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Schematic workflow; colors track ligand identities</a:t>
              </a:r>
            </a:p>
          </p:txBody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D4AA230B-B686-34F2-2F91-5B4391746BDC}"/>
              </a:ext>
            </a:extLst>
          </p:cNvPr>
          <p:cNvSpPr>
            <a:spLocks noGrp="1"/>
          </p:cNvSpPr>
          <p:nvPr/>
        </p:nvSpPr>
        <p:spPr>
          <a:xfrm>
            <a:off x="60035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</p:spTree>
    <p:extLst>
      <p:ext uri="{BB962C8B-B14F-4D97-AF65-F5344CB8AC3E}">
        <p14:creationId xmlns:p14="http://schemas.microsoft.com/office/powerpoint/2010/main" val="40089962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88900" y="3114675"/>
            <a:ext cx="8619671" cy="190500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13546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16510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2170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11641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17029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17758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0530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23023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30003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32495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23758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2644173" y="493712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28441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3075973" y="37465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1875068" y="4601634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2118784" y="4786842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66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348675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343384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44496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44496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44496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44496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44496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42247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40633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42247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40633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42247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40633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50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42247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40633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42247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40633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0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100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52765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52916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52825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4983433" y="4450441"/>
            <a:ext cx="1144315" cy="1449685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90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90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172200" y="4188884"/>
            <a:ext cx="423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574970" y="3786717"/>
            <a:ext cx="989542" cy="3545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100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6097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546244" y="4152300"/>
            <a:ext cx="1010708" cy="957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90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5698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6154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7270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81821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8146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81128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56098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176358" y="4400550"/>
            <a:ext cx="470958" cy="6350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20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8069</TotalTime>
  <Words>6369</Words>
  <Application>Microsoft Office PowerPoint</Application>
  <DocSecurity>0</DocSecurity>
  <PresentationFormat>自定义</PresentationFormat>
  <Paragraphs>623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16</cp:revision>
  <dcterms:created xsi:type="dcterms:W3CDTF">2026-09-23T07:01:10Z</dcterms:created>
  <dcterms:modified xsi:type="dcterms:W3CDTF">2026-10-02T04:05:38Z</dcterms:modified>
</cp:coreProperties>
</file>