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F_A3FF6BB7.xml" ContentType="application/vnd.ms-powerpoint.comments+xml"/>
  <Override PartName="/ppt/notesSlides/notesSlide2.xml" ContentType="application/vnd.openxmlformats-officedocument.presentationml.notesSlide+xml"/>
  <Override PartName="/ppt/comments/modernComment_100_80693948.xml" ContentType="application/vnd.ms-powerpoint.comments+xml"/>
  <Override PartName="/ppt/notesSlides/notesSlide3.xml" ContentType="application/vnd.openxmlformats-officedocument.presentationml.notesSlide+xml"/>
  <Override PartName="/ppt/comments/modernComment_101_80693948.xml" ContentType="application/vnd.ms-powerpoint.comments+xml"/>
  <Override PartName="/ppt/notesSlides/notesSlide4.xml" ContentType="application/vnd.openxmlformats-officedocument.presentationml.notesSlide+xml"/>
  <Override PartName="/ppt/comments/modernComment_102_80693948.xml" ContentType="application/vnd.ms-powerpoint.comments+xml"/>
  <Override PartName="/ppt/notesSlides/notesSlide5.xml" ContentType="application/vnd.openxmlformats-officedocument.presentationml.notesSlide+xml"/>
  <Override PartName="/ppt/comments/modernComment_103_8069394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71" r:id="rId2"/>
    <p:sldId id="256" r:id="rId3"/>
    <p:sldId id="257" r:id="rId4"/>
    <p:sldId id="258" r:id="rId5"/>
    <p:sldId id="259" r:id="rId6"/>
  </p:sldIdLst>
  <p:sldSz cx="11906250" cy="4572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930" autoAdjust="0"/>
  </p:normalViewPr>
  <p:slideViewPr>
    <p:cSldViewPr snapToGrid="0">
      <p:cViewPr>
        <p:scale>
          <a:sx n="66" d="100"/>
          <a:sy n="66" d="100"/>
        </p:scale>
        <p:origin x="78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10F_A3FF6B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  <p188:cm id="{17A3691D-C2B8-425B-A739-7247D99ED54A}" authorId="{D3F71A66-0C34-DF1A-5236-FECDBC820DCB}" created="2026-10-22T15:53:22.981Z">
    <pc:sldMkLst xmlns:pc="http://schemas.microsoft.com/office/powerpoint/2013/main/command">
      <pc:docMk/>
      <pc:sldMk cId="4008996287" sldId="268"/>
    </pc:sldMkLst>
    <p188:txBody>
      <a:bodyPr/>
      <a:lstStyle/>
      <a:p>
        <a:r>
          <a:t>PROVENANCE v1</a:t>
        </a:r>
      </a:p>
      <a:p>
        <a:r>
          <a:t>id: fig-overview_v2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fig-overview_v2｜Find–Match–Build 总览</a:t>
        </a:r>
      </a:p>
      <a:p>
        <a:r>
          <a:t/>
        </a:r>
      </a:p>
      <a:p>
        <a:r>
          <a:t>历史总览页保留在 `画图/archive/总览图.pptx`，当前正文采用 `@@fig-overview_v3`。原作者几何和生成来源继续保留。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`fig-overview_v2`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overview_v2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**当前图与含义。** 中英文正文引用 `画图/总览图.pptx` 中 `fig-overview_v2`。真实背景是9HJX（EMD-52228，Thermus thermophillus transhydrogenase）的实验密度与沉积受体；绿色B1/B2共用身份、黄色B3、红色B4及被拒绝灰色B5表达流程关系。五个候选的位置、颜色、简化分子拓扑和最终构象均为示意，不能当作9HJX的真实预测结果或准确率证据。当前PPT在原生可编辑图基础上包含作者修改，保留其布局和备注。</a:t>
        </a:r>
      </a:p>
      <a:p>
        <a:r>
          <a:t/>
        </a:r>
      </a:p>
      <a:p>
        <a:r>
          <a:t>**直接制图链。** `e2e/visualization/fig-overview_v2/build_figure.mjs` 的 `density`、`receptor`、`blob` 等绘制函数和模块主流程从冻结 `geometry.json`、`blobs.json` 生成原生PowerPoint形状；`group_objects.py` 提供组件组合，`finalize.mjs` 验证初始单页。`export_geometry.py` 是ChimeraX内执行的直接几何导出入口，读取实际三角表面、法向和受体CA／核酸P主链；`blob_geometry.py` 的模块主流程独立生成示意候选网格，不运行Find模型。原始单页和当前总览的人工编排沿同一来源记录保留，不虚构一个从头生成作者全部编辑的函数。</a:t>
        </a:r>
      </a:p>
      <a:p>
        <a:r>
          <a:t/>
        </a:r>
      </a:p>
      <a:p>
        <a:r>
          <a:t>**真实资产与服务器来源。** `e2e/output/fig-overview_v2/素材/` 保留从 `/storage/penghongen/AdaLigand/Ori_Data/` 复制的 `density/9hjx/exp.npy`、`exp.npz`，`raw/rcsb_mmcif/9hjx.cif`，`parse/9hjx/receptor_tokens.npz`、`ligand_coords.npz`、`occurrences.jsonl`，以及源压缩包、原ChimeraX会话和 `9hjx_drawing.mrc`。`构建/geometry.json` 保存11318个相机坐标顶点、23216个三角形及法向，六条受体主链点数依次92／440／353／92／430／349；这些是显示几何，单位／二维缩放不用于实验评价。</a:t>
        </a:r>
      </a:p>
      <a:p>
        <a:r>
          <a:t/>
        </a:r>
      </a:p>
      <a:p>
        <a:r>
          <a:t>**平滑、阈值和坐标。** `ops/prepare_density.py::reproduce_density` 补全了原绘图MRC的制备逻辑。以原 `(1,124,126,134)` float32 数组执行 `scipy.ndimage.gaussian_filter(sigma=1.5, mode="reflect", truncate=4.0)`，保持四维单例轴；结果与冻结MRC的全部采样值逐元素完全相等，最大绝对差0。MRC的XYZ间距与原 `voxel_size` 相同，首采样点为原边界 `origin+0.5*voxel_size`，两者实测差0。工具默认只读核对，显式 `--output` 只写新文件，不覆盖冻结来源。核对报告位于 `temp/figure-provenance/overview-density.json`，可随时重生。</a:t>
        </a:r>
      </a:p>
      <a:p>
        <a:r>
          <a:t/>
        </a:r>
      </a:p>
      <a:p>
        <a:r>
          <a:t>`view_density.cxc` 以level2.6、step3、正交相机X旋转−25°再Y旋转35°组织灰色表面；`export_geometry.py` 将密度和受体变换到同一相机坐标，PPT用同一等比投影，并反转相机Y为屏幕Y。平滑和三角网格归并只服务背景显示；候选身份示意不读取真值来声明模型成功。</a:t>
        </a:r>
      </a:p>
    </p188:txBody>
  </p188:cm>
</p188:cmLst>
</file>

<file path=ppt/comments/modernComment_100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B25E22D-43D0-4B62-BB1A-FC6F888643BE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1E7EF976-4164-4E3D-BF17-C71504FA7DAD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</a:t>
        </a:r>
      </a:p>
    </p188:txBody>
  </p188:cm>
  <p188:cm id="{4F26B66D-63A4-4E20-8BFE-372DE50C7828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1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90C7ABF-3D1D-4CF2-A658-BB310A8D2918}" authorId="{D3F71A66-0C34-DF1A-5236-FECDBC820DCB}" created="2026-09-29T02:10:04.753">
    <pc:sldMkLst xmlns:pc="http://schemas.microsoft.com/office/powerpoint/2013/main/command">
      <pc:docMk/>
      <pc:sldMk cId="4008996287" sldId="257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8D5C0922-C6B4-42BC-B07B-6950FF8F6E05}" authorId="{D3F71A66-0C34-DF1A-5236-FECDBC820DCB}" created="2026-09-29T02:24:35.379">
    <pc:sldMkLst xmlns:pc="http://schemas.microsoft.com/office/powerpoint/2013/main/command">
      <pc:docMk/>
      <pc:sldMk cId="4008996287" sldId="257"/>
    </pc:sldMkLst>
    <p188:txBody>
      <a:bodyPr/>
      <a:lstStyle/>
      <a:p>
        <a:r>
          <a:t>@@fig-overview_v3-original</a:t>
        </a:r>
      </a:p>
    </p188:txBody>
  </p188:cm>
  <p188:cm id="{65CDE49D-C52F-47B2-AB5F-EE6521BA42D8}" authorId="{D3F71A66-0C34-DF1A-5236-FECDBC820DCB}" created="2026-10-26T07:11:38.979Z">
    <pc:sldMkLst xmlns:pc="http://schemas.microsoft.com/office/powerpoint/2013/main/command">
      <pc:docMk/>
      <pc:sldMk cId="4008996287" sldId="257"/>
    </pc:sldMkLst>
    <p188:txBody>
      <a:bodyPr/>
      <a:lstStyle/>
      <a:p>
        <a:r>
          <a:t>PROVENANCE v1</a:t>
        </a:r>
      </a:p>
      <a:p>
        <a:r>
          <a:t>id: fig-overview_v3-original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fig-overview_v3-original｜总览：original</a:t>
        </a:r>
      </a:p>
      <a:p>
        <a:r>
          <a:t/>
        </a:r>
      </a:p>
      <a:p>
        <a:r>
          <a:t>**共享关系与本页选择。** 本图与`@@fig-overview_v3`、`@@fig-overview_v3-unified`、`@@fig-overview_v3-components`、`@@fig-method-v9`、`@@fig-method-v9-original`、`@@fig-method-v9-unified`、`@@fig-method-v9-components`共用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第2页，配色为 `original`。前三页只切换配色，Pocket固定为2B；第四页提供独立组件，不与配色做交叉总图。共享的是坐标渲染与原生对象装配，不共同计算新的模型结果。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fig-overview_v3-original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2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9C2D99D-E203-4F11-958A-251A04ABD279}" authorId="{D3F71A66-0C34-DF1A-5236-FECDBC820DCB}" created="2026-09-29T02:10:04.753">
    <pc:sldMkLst xmlns:pc="http://schemas.microsoft.com/office/powerpoint/2013/main/command">
      <pc:docMk/>
      <pc:sldMk cId="4008996287" sldId="25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64C08D0F-4CEC-43DC-835D-69BF1FA26F61}" authorId="{D3F71A66-0C34-DF1A-5236-FECDBC820DCB}" created="2026-09-29T02:24:35.379">
    <pc:sldMkLst xmlns:pc="http://schemas.microsoft.com/office/powerpoint/2013/main/command">
      <pc:docMk/>
      <pc:sldMk cId="4008996287" sldId="258"/>
    </pc:sldMkLst>
    <p188:txBody>
      <a:bodyPr/>
      <a:lstStyle/>
      <a:p>
        <a:r>
          <a:t>@@fig-overview_v3-unified</a:t>
        </a:r>
      </a:p>
    </p188:txBody>
  </p188:cm>
  <p188:cm id="{3DCB2162-4842-4295-B650-A41A9E8C91C0}" authorId="{D3F71A66-0C34-DF1A-5236-FECDBC820DCB}" created="2026-10-26T07:11:38.979Z">
    <pc:sldMkLst xmlns:pc="http://schemas.microsoft.com/office/powerpoint/2013/main/command">
      <pc:docMk/>
      <pc:sldMk cId="4008996287" sldId="258"/>
    </pc:sldMkLst>
    <p188:txBody>
      <a:bodyPr/>
      <a:lstStyle/>
      <a:p>
        <a:r>
          <a:t>PROVENANCE v1</a:t>
        </a:r>
      </a:p>
      <a:p>
        <a:r>
          <a:t>id: fig-overview_v3-unified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fig-overview_v3-unified｜总览：unified</a:t>
        </a:r>
      </a:p>
      <a:p>
        <a:r>
          <a:t/>
        </a:r>
      </a:p>
      <a:p>
        <a:r>
          <a:t>**共享关系与本页选择。** 本图与`@@fig-overview_v3`、`@@fig-overview_v3-original`、`@@fig-overview_v3-components`、`@@fig-method-v9`、`@@fig-method-v9-original`、`@@fig-method-v9-unified`、`@@fig-method-v9-components`共用 `画图/画图代码/e2e/visualization/fig12-revision`。`variant_manifest.json` 按稳定图名选择 `画图/总览图.pptx` 第3页，配色为 `unified`。前三页只切换配色，Pocket固定为2B；第四页提供独立组件，不与配色做交叉总图。共享的是坐标渲染与原生对象装配，不共同计算新的模型结果。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fig-overview_v3-unified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3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8CDAF09-335B-466B-A45C-3D1146C76418}" authorId="{D3F71A66-0C34-DF1A-5236-FECDBC820DCB}" created="2026-09-29T02:10:04.753">
    <pc:sldMkLst xmlns:pc="http://schemas.microsoft.com/office/powerpoint/2013/main/command">
      <pc:docMk/>
      <pc:sldMk cId="4008996287" sldId="259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88C2D42E-19CB-4C7A-ABFE-9C919357E00F}" authorId="{D3F71A66-0C34-DF1A-5236-FECDBC820DCB}" created="2026-09-29T02:24:35.379">
    <pc:sldMkLst xmlns:pc="http://schemas.microsoft.com/office/powerpoint/2013/main/command">
      <pc:docMk/>
      <pc:sldMk cId="4008996287" sldId="259"/>
    </pc:sldMkLst>
    <p188:txBody>
      <a:bodyPr/>
      <a:lstStyle/>
      <a:p>
        <a:r>
          <a:t>@@fig-overview_v3-components</a:t>
        </a:r>
      </a:p>
    </p188:txBody>
  </p188:cm>
  <p188:cm id="{A9592EC6-B56C-4EA8-919B-06AB70101D13}" authorId="{D3F71A66-0C34-DF1A-5236-FECDBC820DCB}" created="2026-10-26T07:11:38.979Z">
    <pc:sldMkLst xmlns:pc="http://schemas.microsoft.com/office/powerpoint/2013/main/command">
      <pc:docMk/>
      <pc:sldMk cId="4008996287" sldId="259"/>
    </pc:sldMkLst>
    <p188:txBody>
      <a:bodyPr/>
      <a:lstStyle/>
      <a:p>
        <a:r>
          <a:t>PROVENANCE v1</a:t>
        </a:r>
      </a:p>
      <a:p>
        <a:r>
          <a:t>id: fig-overview_v3-components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fig-overview_v3-components｜总览：components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本图与`@@fig-overview_v3`、`@@fig-overview_v3-original`、`@@fig-overview_v3-unified`、`@@fig-method-v9`、`@@fig-method-v9-original`、`@@fig-method-v9-unified`、`@@fig-method-v9-components`共用 `画图/画图代码/e2e/visualization/fig12-revision`。`variant_manifest.json` 按稳定图名选择 `画图/总览图.pptx` 第4页，配色为 `components`。前三页只切换配色，Pocket固定为2B；第四页提供独立组件，不与配色做交叉总图。共享的是坐标渲染与原生对象装配，不共同计算新的模型结果。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直接复用作者的路径、节点、字体及媒体。本页集中保留16个真实 pose，绿色框对应总览采用的四例；两处 Pocket 各含 surface、atoms、cartoon 三种表示。每个组件独立成组，两份PPT的备选页内容、大小和样式一致。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fig-overview_v3-components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基于冷冻电镜数据重建配体构象的 Find–Match–Build 端到端自动化工作流程。输入包括实验冷冻电镜密度图和受体结构，后者可以是 PDB 沉积受体结构，也可以是由 CryoAtom2 自动建模的受体结构。Find 在整张密度图中定位候选配体区域（blobs B1–B5）。Match 过滤假阳性预测，并将有效候选区域指派给同一 PDB 条目中的配体身份（用 SMILES 表示）；B1 和 B2 示意两个不同位点被指派相同的配体身份，B5 示意被剔除的候选区域。Build 结合 Find 预测的区域和 Match 匹配的身份，使用选定的分子对接工具生成三维配体构象。</a:t>
            </a:r>
          </a:p>
          <a:p>
            <a:r>
              <a:rPr dirty="0"/>
              <a:t>ENGLISH：</a:t>
            </a:r>
          </a:p>
          <a:p>
            <a:r>
              <a:rPr lang="zh-CN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</a:t>
            </a:r>
            <a:r>
              <a:rPr lang="zh-CN" altLang="zh-CN" sz="1200" b="0" i="0" kern="1200">
                <a:effectLst/>
              </a:rPr>
              <a:t>Build combines the predicted regions from Find with the matched identities from Match to generate three-dimensional ligand poses using the selected molecular docking tool.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LigandSeek 的 Find–Match–Build 配体自动建模工作流程。LigandSeek-Find（Find）使用实验冷冻电镜密度图与受体结构；受体既可直接提供，也可经 CryoAtom2 从密度重建。候选配体身份以 SMILES 输入 LigandSeek-Match（Match）。Match 过滤假阳性，并为有效候选区域指派身份；B1、B2 表示两个位点匹配同一身份，B3 为被拒绝候选。LigandSeek-Build（Build）结合位点、身份、受体及局部密度重建全原子结合构象。右侧四幅真实结构来自 9BJJ 的 A1AP0（E:1001）、9LLG 的 CLR（R:603）、30GA 的 ATP（L:401）和 9WUP 的 FAD（A:1103），使用沉积受体，预测配体以青绿色棒状显示。候选位置与身份连线为流程示意。</a:t>
            </a:r>
          </a:p>
          <a:p>
            <a:r>
              <a:t>ENGLISH:</a:t>
            </a:r>
          </a:p>
          <a:p>
            <a:r>
              <a:t>Find–Match–Build workflow of LigandSeek for automated ligand modelling. LigandSeek-Find (Find) uses an experimental cryo-electron microscopy (cryo-EM) density map and a receptor structure, supplied directly or reconstructed by CryoAtom2. Candidate ligand identities are provided as SMILES for LigandSeek-Match (Match). Match filters false-positive regions and assigns identities to valid candidates. B1 and B2 illustrate distinct sites assigned the same identity, whereas B3 is rejected. LigandSeek-Build (Build) combines the site, identity, receptor and local density to reconstruct all-atom ligand poses. Structural examples show A1AP0 in 9BJJ (E:1001), CLR in 9LLG (R:603), ATP in 30GA (L:401) and FAD in 9WUP (A:1103). These examples use deposited receptors, with predicted ligands shown as teal sticks. Blob placement and identity connections illustrate the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LigandSeek 的 Find–Match–Build 配体自动建模工作流程。LigandSeek-Find（Find）使用实验冷冻电镜密度图与受体结构；受体既可直接提供，也可经 CryoAtom2 从密度重建。候选配体身份以 SMILES 输入 LigandSeek-Match（Match）。Match 过滤假阳性，并为有效候选区域指派身份；B1、B2 表示两个位点匹配同一身份，B3 为被拒绝候选。LigandSeek-Build（Build）结合位点、身份、受体及局部密度重建全原子结合构象。右侧四幅真实结构来自 9BJJ 的 A1AP0（E:1001）、9LLG 的 CLR（R:603）、30GA 的 ATP（L:401）和 9WUP 的 FAD（A:1103），使用沉积受体，预测配体以青绿色棒状显示。候选位置与身份连线为流程示意。</a:t>
            </a:r>
          </a:p>
          <a:p>
            <a:r>
              <a:t>ENGLISH:</a:t>
            </a:r>
          </a:p>
          <a:p>
            <a:r>
              <a:t>Find–Match–Build workflow of LigandSeek for automated ligand modelling. LigandSeek-Find (Find) uses an experimental cryo-electron microscopy (cryo-EM) density map and a receptor structure, supplied directly or reconstructed by CryoAtom2. Candidate ligand identities are provided as SMILES for LigandSeek-Match (Match). Match filters false-positive regions and assigns identities to valid candidates. B1 and B2 illustrate distinct sites assigned the same identity, whereas B3 is rejected. LigandSeek-Build (Build) combines the site, identity, receptor and local density to reconstruct all-atom ligand poses. Structural examples show A1AP0 in 9BJJ (E:1001), CLR in 9LLG (R:603), ATP in 30GA (L:401) and FAD in 9WUP (A:1103). These examples use deposited receptors, with predicted ligands shown as teal sticks. Blob placement and identity connections illustrate the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LigandSeek 的 Find–Match–Build 配体自动建模工作流程。LigandSeek-Find（Find）使用实验冷冻电镜密度图与受体结构；受体既可直接提供，也可经 CryoAtom2 从密度重建。候选配体身份以 SMILES 输入 LigandSeek-Match（Match）。Match 过滤假阳性，并为有效候选区域指派身份；B1、B2 表示两个位点匹配同一身份，B3 为被拒绝候选。LigandSeek-Build（Build）结合位点、身份、受体及局部密度重建全原子结合构象。右侧四幅真实结构来自 9BJJ 的 A1AP0（E:1001）、9LLG 的 CLR（R:603）、30GA 的 ATP（L:401）和 9WUP 的 FAD（A:1103），使用沉积受体，预测配体以青绿色棒状显示。候选位置与身份连线为流程示意。</a:t>
            </a:r>
          </a:p>
          <a:p>
            <a:r>
              <a:t>ENGLISH:</a:t>
            </a:r>
          </a:p>
          <a:p>
            <a:r>
              <a:t>Find–Match–Build workflow of LigandSeek for automated ligand modelling. LigandSeek-Find (Find) uses an experimental cryo-electron microscopy (cryo-EM) density map and a receptor structure, supplied directly or reconstructed by CryoAtom2. Candidate ligand identities are provided as SMILES for LigandSeek-Match (Match). Match filters false-positive regions and assigns identities to valid candidates. B1 and B2 illustrate distinct sites assigned the same identity, whereas B3 is rejected. LigandSeek-Build (Build) combines the site, identity, receptor and local density to reconstruct all-atom ligand poses. Structural examples show A1AP0 in 9BJJ (E:1001), CLR in 9LLG (R:603), ATP in 30GA (L:401) and FAD in 9WUP (A:1103). These examples use deposited receptors, with predicted ligands shown as teal sticks. Blob placement and identity connections illustrate the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Fig1 与 Fig2 共用的组件与备选。左侧为16个冻结的模型首选构象，绿色框标出主图采用的四例。右侧依次提供 Match、Build 的方案1、2B及仅隐藏输出配体的 cartoon 版；所有 Pocket 使用同一相机及裁剪，不改变各阶段原子定义。SMILES 组件可独立复制，配色选择与局部组件方案相互独立。</a:t>
            </a:r>
          </a:p>
          <a:p>
            <a:r>
              <a:t>ENGLISH:</a:t>
            </a:r>
          </a:p>
          <a:p>
            <a:r>
              <a:t>Shared component alternatives for Figs. 1 and 2. Sixteen frozen model-ranked top-1 poses are shown; green frames mark the four examples used in the overview. Match and Build Pocket alternatives include schemes 1 and 2B and a cartoon-only view with the output ligand hidden. Pocket variants share the camera and crop while retaining the stage-specific atom definitions. SMILES components can be copied independently of the figure colour scheme.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A3FF6BB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0693948.xm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80693948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80693948.xm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18" Type="http://schemas.openxmlformats.org/officeDocument/2006/relationships/image" Target="../media/image6.png"/><Relationship Id="rId3" Type="http://schemas.microsoft.com/office/2018/10/relationships/comments" Target="../comments/modernComment_103_80693948.xml"/><Relationship Id="rId21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0.png"/><Relationship Id="rId24" Type="http://schemas.openxmlformats.org/officeDocument/2006/relationships/image" Target="../media/image22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23" Type="http://schemas.openxmlformats.org/officeDocument/2006/relationships/image" Target="../media/image21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openxmlformats.org/officeDocument/2006/relationships/image" Target="../media/image3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3525281" y="1618013"/>
            <a:ext cx="4477751" cy="98961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623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623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3622383" y="1780199"/>
            <a:ext cx="439148" cy="522295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3549472" y="2316239"/>
            <a:ext cx="593766" cy="742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2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652108" y="2470653"/>
            <a:ext cx="389348" cy="482511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3564865" y="2985798"/>
            <a:ext cx="621256" cy="742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2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4111350" y="2277753"/>
            <a:ext cx="230909" cy="32987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4083862" y="2176044"/>
            <a:ext cx="285887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4363743" y="1782948"/>
            <a:ext cx="982303" cy="1168290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4401604" y="1793455"/>
            <a:ext cx="929623" cy="1152063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4545641" y="2002862"/>
            <a:ext cx="134697" cy="203420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4675116" y="2071585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5037698" y="2431693"/>
            <a:ext cx="134697" cy="203420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5167172" y="2500416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4713326" y="2526531"/>
            <a:ext cx="134697" cy="162186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4852695" y="2564740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4956605" y="1895010"/>
            <a:ext cx="120952" cy="18894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5077007" y="1946234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4453161" y="2390459"/>
            <a:ext cx="120952" cy="14019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4579766" y="2486671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34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5290402" y="2280110"/>
            <a:ext cx="244654" cy="32987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5262913" y="2178400"/>
            <a:ext cx="299632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5790625" y="1931390"/>
            <a:ext cx="365606" cy="288554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5790625" y="2137559"/>
            <a:ext cx="365606" cy="436995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5790625" y="1950633"/>
            <a:ext cx="365606" cy="420584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5790625" y="2219943"/>
            <a:ext cx="365606" cy="384931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5790625" y="2857775"/>
            <a:ext cx="365606" cy="28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673796" y="1855795"/>
            <a:ext cx="101710" cy="151191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5589954" y="1898403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673796" y="2062546"/>
            <a:ext cx="101710" cy="150608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5589954" y="2104571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73796" y="2312115"/>
            <a:ext cx="101710" cy="118204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5589954" y="2338230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442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5673796" y="2529279"/>
            <a:ext cx="101710" cy="151191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5589954" y="2571887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673796" y="2798673"/>
            <a:ext cx="101710" cy="118204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5589954" y="1758208"/>
            <a:ext cx="1109384" cy="1132554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442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2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52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6220144" y="1890486"/>
            <a:ext cx="340316" cy="154434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6228017" y="2165377"/>
            <a:ext cx="378251" cy="120292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6223304" y="2539038"/>
            <a:ext cx="327671" cy="131673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6067896" y="2311918"/>
            <a:ext cx="594449" cy="753083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468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779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468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468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685437" y="2176044"/>
            <a:ext cx="219913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894668" y="1967126"/>
            <a:ext cx="514048" cy="1841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52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52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52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912732" y="2187039"/>
            <a:ext cx="456321" cy="28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879745" y="2157039"/>
            <a:ext cx="525043" cy="4975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468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411466" y="1987177"/>
            <a:ext cx="615757" cy="732344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435199" y="1993763"/>
            <a:ext cx="582735" cy="722172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493171" y="2098532"/>
            <a:ext cx="204069" cy="56923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7729578" y="2436649"/>
            <a:ext cx="204069" cy="56923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538658" y="2477884"/>
            <a:ext cx="188408" cy="68555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7693567" y="1996150"/>
            <a:ext cx="178069" cy="69228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6393305" y="2824009"/>
            <a:ext cx="219913" cy="824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468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468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687596" y="2286000"/>
            <a:ext cx="244654" cy="32987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pic>
        <p:nvPicPr>
          <p:cNvPr id="3998" name="图片 3997">
            <a:extLst>
              <a:ext uri="{FF2B5EF4-FFF2-40B4-BE49-F238E27FC236}">
                <a16:creationId xmlns:a16="http://schemas.microsoft.com/office/drawing/2014/main" id="{45EC5897-C070-7860-BD69-A73F8B62627D}"/>
              </a:ext>
            </a:extLst>
          </p:cNvPr>
          <p:cNvPicPr>
            <a:picLocks/>
          </p:cNvPicPr>
          <p:nvPr/>
        </p:nvPicPr>
        <p:blipFill>
          <a:blip r:embed="rId4"/>
          <a:srcRect t="34099" b="31224"/>
          <a:stretch>
            <a:fillRect/>
          </a:stretch>
        </p:blipFill>
        <p:spPr>
          <a:xfrm>
            <a:off x="328316" y="411149"/>
            <a:ext cx="11290223" cy="361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42546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 / text"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42" name="F1-Find-input-frame">
            <a:extLst>
              <a:ext uri="{FF2B5EF4-FFF2-40B4-BE49-F238E27FC236}">
                <a16:creationId xmlns:a16="http://schemas.microsoft.com/office/drawing/2014/main" id="{F3327475-A097-4330-A9B3-DA6119E73771}"/>
              </a:ext>
            </a:extLst>
          </p:cNvPr>
          <p:cNvSpPr>
            <a:spLocks noGrp="1"/>
          </p:cNvSpPr>
          <p:nvPr/>
        </p:nvSpPr>
        <p:spPr>
          <a:xfrm>
            <a:off x="471055" y="552450"/>
            <a:ext cx="1270048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043" name="F1-SMILES-input-frame">
            <a:extLst>
              <a:ext uri="{FF2B5EF4-FFF2-40B4-BE49-F238E27FC236}">
                <a16:creationId xmlns:a16="http://schemas.microsoft.com/office/drawing/2014/main" id="{754724AD-F4B4-45E1-9CAB-A3DC2E98D646}"/>
              </a:ext>
            </a:extLst>
          </p:cNvPr>
          <p:cNvSpPr>
            <a:spLocks noGrp="1"/>
          </p:cNvSpPr>
          <p:nvPr/>
        </p:nvSpPr>
        <p:spPr>
          <a:xfrm>
            <a:off x="471054" y="3409950"/>
            <a:ext cx="1270048" cy="987052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001" name="Original label 3"/>
          <p:cNvGrpSpPr/>
          <p:nvPr/>
        </p:nvGrpSpPr>
        <p:grpSpPr>
          <a:xfrm>
            <a:off x="199161" y="161925"/>
            <a:ext cx="1695450" cy="285750"/>
            <a:chOff x="21315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21315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2" name="Original label 4"/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3" name="Original label 5"/>
          <p:cNvGrpSpPr/>
          <p:nvPr/>
        </p:nvGrpSpPr>
        <p:grpSpPr>
          <a:xfrm>
            <a:off x="5156527" y="161925"/>
            <a:ext cx="3133725" cy="285750"/>
            <a:chOff x="383694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383694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50004" name="Original label 7"/>
          <p:cNvGrpSpPr/>
          <p:nvPr/>
        </p:nvGrpSpPr>
        <p:grpSpPr>
          <a:xfrm>
            <a:off x="8625418" y="153458"/>
            <a:ext cx="3057525" cy="285750"/>
            <a:chOff x="-91179" y="-6513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-91179" y="-6513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609296" y="616102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86144" y="2200435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grpSp>
        <p:nvGrpSpPr>
          <p:cNvPr id="50005" name="Original label 227"/>
          <p:cNvGrpSpPr/>
          <p:nvPr/>
        </p:nvGrpSpPr>
        <p:grpSpPr>
          <a:xfrm>
            <a:off x="350414" y="1717488"/>
            <a:ext cx="1504950" cy="219075"/>
            <a:chOff x="77513" y="-6053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D21E8C88-05A0-A31F-6EE6-E2DC9452E041}"/>
                </a:ext>
              </a:extLst>
            </p:cNvPr>
            <p:cNvSpPr>
              <a:spLocks noGrp="1"/>
            </p:cNvSpPr>
            <p:nvPr/>
          </p:nvSpPr>
          <p:spPr>
            <a:xfrm>
              <a:off x="77513" y="-6053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006" name="Original label 1972"/>
          <p:cNvGrpSpPr/>
          <p:nvPr/>
        </p:nvGrpSpPr>
        <p:grpSpPr>
          <a:xfrm>
            <a:off x="350414" y="3088976"/>
            <a:ext cx="1581150" cy="219075"/>
            <a:chOff x="112791" y="2663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9E554E39-4379-D667-41AF-95652E69F2CB}"/>
                </a:ext>
              </a:extLst>
            </p:cNvPr>
            <p:cNvSpPr>
              <a:spLocks noGrp="1"/>
            </p:cNvSpPr>
            <p:nvPr/>
          </p:nvSpPr>
          <p:spPr>
            <a:xfrm>
              <a:off x="112791" y="2663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07" name="Candidate_B2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008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09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0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11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12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13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14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5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16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17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18" name="Original label 3951 semantic B"/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7A56397E-2AEB-4EE2-C040-F392CA57955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19" name="Original label 3963 semantic B"/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CB727693-443A-8839-97A3-28C85E3A235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020" name="Original label 3997 semantic B"/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C7BEE66F-9CEE-483B-DCDA-902F59C5A73E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021" name="Original label 3974 semantic B"/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30C352BF-14E3-1E73-A83D-526AE0DDDAC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022" name="Original label 3986 semantic B"/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55F4B71F-EA8E-4370-B025-F9225EA7A83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580390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23" name="Original label 4020 semantic B"/>
          <p:cNvGrpSpPr/>
          <p:nvPr/>
        </p:nvGrpSpPr>
        <p:grpSpPr>
          <a:xfrm>
            <a:off x="5275590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53BF098D-8703-652B-7DA9-85D27B8C5B3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24" name="Match_B2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10880" y="2757487"/>
            <a:ext cx="234950" cy="273050"/>
            <a:chOff x="8386763" y="3328988"/>
            <a:chExt cx="352425" cy="409575"/>
          </a:xfrm>
        </p:grpSpPr>
        <p:sp>
          <p:nvSpPr>
            <p:cNvPr id="50025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26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27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28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29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30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31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32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33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34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035" name="Original label 4055 semantic B"/>
          <p:cNvGrpSpPr/>
          <p:nvPr/>
        </p:nvGrpSpPr>
        <p:grpSpPr>
          <a:xfrm>
            <a:off x="5275590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577FCB8-707A-7159-76D0-B1E0BA737C7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580390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36" name="Original label 4066 semantic B"/>
          <p:cNvGrpSpPr/>
          <p:nvPr/>
        </p:nvGrpSpPr>
        <p:grpSpPr>
          <a:xfrm>
            <a:off x="5275590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579201" y="1528445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037" name="Original label 4043 semantic B"/>
          <p:cNvGrpSpPr/>
          <p:nvPr/>
        </p:nvGrpSpPr>
        <p:grpSpPr>
          <a:xfrm>
            <a:off x="5275590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C0E7006B-0B1C-8BFF-5EEF-ED195F43F60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580390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038" name="Original label 4032 semantic B"/>
          <p:cNvGrpSpPr/>
          <p:nvPr/>
        </p:nvGrpSpPr>
        <p:grpSpPr>
          <a:xfrm>
            <a:off x="5275590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99F6E9C-7B10-FEEE-F12F-020B5F866356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8234407" y="2263240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39" name="Original label 1976"/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4B8EDAA0-187B-CE73-4DAE-C453197EB72D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040" name="Original label 4001"/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A22BC6C-6038-8943-C882-42E8A0C2C6C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grpSp>
        <p:nvGrpSpPr>
          <p:cNvPr id="50041" name="Original label 4145"/>
          <p:cNvGrpSpPr/>
          <p:nvPr/>
        </p:nvGrpSpPr>
        <p:grpSpPr>
          <a:xfrm>
            <a:off x="8220188" y="1971675"/>
            <a:ext cx="781050" cy="238125"/>
            <a:chOff x="163257" y="23812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42B7B582-4E61-94D7-FCAC-3EC648521BF5}"/>
                </a:ext>
              </a:extLst>
            </p:cNvPr>
            <p:cNvSpPr>
              <a:spLocks noGrp="1"/>
            </p:cNvSpPr>
            <p:nvPr/>
          </p:nvSpPr>
          <p:spPr>
            <a:xfrm>
              <a:off x="163257" y="23812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sp>
        <p:nvSpPr>
          <p:cNvPr id="50044" name="CryoAtom2-dashed">
            <a:extLst>
              <a:ext uri="{FF2B5EF4-FFF2-40B4-BE49-F238E27FC236}">
                <a16:creationId xmlns:a16="http://schemas.microsoft.com/office/drawing/2014/main" id="{9F0F1DBA-D50D-4532-9934-B723EFC0938D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5" name="CryoAtom2-dashed">
            <a:extLst>
              <a:ext uri="{FF2B5EF4-FFF2-40B4-BE49-F238E27FC236}">
                <a16:creationId xmlns:a16="http://schemas.microsoft.com/office/drawing/2014/main" id="{0099B2C5-E4A7-42D0-B5B7-A7ADA23A3DF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6" name="CryoAtom2-dashed">
            <a:extLst>
              <a:ext uri="{FF2B5EF4-FFF2-40B4-BE49-F238E27FC236}">
                <a16:creationId xmlns:a16="http://schemas.microsoft.com/office/drawing/2014/main" id="{A2712AE1-59A5-44B7-9F1F-7AA2EEEEE910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7" name="CryoAtom2-dashed">
            <a:extLst>
              <a:ext uri="{FF2B5EF4-FFF2-40B4-BE49-F238E27FC236}">
                <a16:creationId xmlns:a16="http://schemas.microsoft.com/office/drawing/2014/main" id="{DDB94FD7-D026-4F6A-AE83-1B67BF44A374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8" name="CryoAtom2-arrow">
            <a:extLst>
              <a:ext uri="{FF2B5EF4-FFF2-40B4-BE49-F238E27FC236}">
                <a16:creationId xmlns:a16="http://schemas.microsoft.com/office/drawing/2014/main" id="{84AA32C9-39B6-47FE-8652-74A2F371AE2C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49" name="CryoAtom2-arrow-head">
            <a:extLst>
              <a:ext uri="{FF2B5EF4-FFF2-40B4-BE49-F238E27FC236}">
                <a16:creationId xmlns:a16="http://schemas.microsoft.com/office/drawing/2014/main" id="{43817667-843B-450D-995D-D12BB2D71BF9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50" name="label">
            <a:extLst>
              <a:ext uri="{FF2B5EF4-FFF2-40B4-BE49-F238E27FC236}">
                <a16:creationId xmlns:a16="http://schemas.microsoft.com/office/drawing/2014/main" id="{63641096-9AAB-4776-BF0B-75BF4815126E}"/>
              </a:ext>
            </a:extLst>
          </p:cNvPr>
          <p:cNvSpPr>
            <a:spLocks noGrp="1"/>
          </p:cNvSpPr>
          <p:nvPr/>
        </p:nvSpPr>
        <p:spPr>
          <a:xfrm>
            <a:off x="1026689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052" name="F1-input-SMILES-0">
            <a:extLst>
              <a:ext uri="{FF2B5EF4-FFF2-40B4-BE49-F238E27FC236}">
                <a16:creationId xmlns:a16="http://schemas.microsoft.com/office/drawing/2014/main" id="{FAC94DF8-6D89-452F-BF0D-1F6747AFF7A0}"/>
              </a:ext>
            </a:extLst>
          </p:cNvPr>
          <p:cNvSpPr>
            <a:spLocks noGrp="1"/>
          </p:cNvSpPr>
          <p:nvPr/>
        </p:nvSpPr>
        <p:spPr>
          <a:xfrm>
            <a:off x="764709" y="3460404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053" name="F1-input-SMILES-1">
            <a:extLst>
              <a:ext uri="{FF2B5EF4-FFF2-40B4-BE49-F238E27FC236}">
                <a16:creationId xmlns:a16="http://schemas.microsoft.com/office/drawing/2014/main" id="{03FDE5E2-82FC-4961-9CE4-58D941F183D7}"/>
              </a:ext>
            </a:extLst>
          </p:cNvPr>
          <p:cNvSpPr>
            <a:spLocks noGrp="1"/>
          </p:cNvSpPr>
          <p:nvPr/>
        </p:nvSpPr>
        <p:spPr>
          <a:xfrm>
            <a:off x="757925" y="3641379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054" name="F1-input-SMILES-2">
            <a:extLst>
              <a:ext uri="{FF2B5EF4-FFF2-40B4-BE49-F238E27FC236}">
                <a16:creationId xmlns:a16="http://schemas.microsoft.com/office/drawing/2014/main" id="{91F86AA9-4270-4720-9994-B759E9B34B47}"/>
              </a:ext>
            </a:extLst>
          </p:cNvPr>
          <p:cNvSpPr>
            <a:spLocks noGrp="1"/>
          </p:cNvSpPr>
          <p:nvPr/>
        </p:nvSpPr>
        <p:spPr>
          <a:xfrm>
            <a:off x="757830" y="3817751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056" name="F1-input-label">
            <a:extLst>
              <a:ext uri="{FF2B5EF4-FFF2-40B4-BE49-F238E27FC236}">
                <a16:creationId xmlns:a16="http://schemas.microsoft.com/office/drawing/2014/main" id="{70E2ABE4-BA9A-4B2D-A892-36FDB7595F29}"/>
              </a:ext>
            </a:extLst>
          </p:cNvPr>
          <p:cNvSpPr>
            <a:spLocks noGrp="1"/>
          </p:cNvSpPr>
          <p:nvPr/>
        </p:nvSpPr>
        <p:spPr>
          <a:xfrm>
            <a:off x="387358" y="418127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057" name="F1-identity-title">
            <a:extLst>
              <a:ext uri="{FF2B5EF4-FFF2-40B4-BE49-F238E27FC236}">
                <a16:creationId xmlns:a16="http://schemas.microsoft.com/office/drawing/2014/main" id="{D5989C3A-E045-47AA-971C-B6642C1638AD}"/>
              </a:ext>
            </a:extLst>
          </p:cNvPr>
          <p:cNvSpPr>
            <a:spLocks noGrp="1"/>
          </p:cNvSpPr>
          <p:nvPr/>
        </p:nvSpPr>
        <p:spPr>
          <a:xfrm>
            <a:off x="6723390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058" name="F1-match-straight-B1">
            <a:extLst>
              <a:ext uri="{FF2B5EF4-FFF2-40B4-BE49-F238E27FC236}">
                <a16:creationId xmlns:a16="http://schemas.microsoft.com/office/drawing/2014/main" id="{9BC865AB-0873-4AE5-A9BC-A233F13C8D18}"/>
              </a:ext>
            </a:extLst>
          </p:cNvPr>
          <p:cNvSpPr>
            <a:spLocks noGrp="1"/>
          </p:cNvSpPr>
          <p:nvPr/>
        </p:nvSpPr>
        <p:spPr>
          <a:xfrm>
            <a:off x="5894715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50B982"/>
            </a:solidFill>
          </a:ln>
        </p:spPr>
      </p:sp>
      <p:sp>
        <p:nvSpPr>
          <p:cNvPr id="50059" name="F1-match-straight-B2">
            <a:extLst>
              <a:ext uri="{FF2B5EF4-FFF2-40B4-BE49-F238E27FC236}">
                <a16:creationId xmlns:a16="http://schemas.microsoft.com/office/drawing/2014/main" id="{741394A1-536D-4585-A0E9-349CC6195755}"/>
              </a:ext>
            </a:extLst>
          </p:cNvPr>
          <p:cNvSpPr>
            <a:spLocks noGrp="1"/>
          </p:cNvSpPr>
          <p:nvPr/>
        </p:nvSpPr>
        <p:spPr>
          <a:xfrm flipV="1">
            <a:off x="5894715" y="1777365"/>
            <a:ext cx="968779" cy="1108662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50B982"/>
            </a:solidFill>
          </a:ln>
        </p:spPr>
      </p:sp>
      <p:sp>
        <p:nvSpPr>
          <p:cNvPr id="50060" name="F1-match-straight-B3">
            <a:extLst>
              <a:ext uri="{FF2B5EF4-FFF2-40B4-BE49-F238E27FC236}">
                <a16:creationId xmlns:a16="http://schemas.microsoft.com/office/drawing/2014/main" id="{712DFC26-7504-4068-BD9B-29038E7E98C8}"/>
              </a:ext>
            </a:extLst>
          </p:cNvPr>
          <p:cNvSpPr>
            <a:spLocks noGrp="1"/>
          </p:cNvSpPr>
          <p:nvPr/>
        </p:nvSpPr>
        <p:spPr>
          <a:xfrm>
            <a:off x="5894715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1" name="F1-match-straight-B4">
            <a:extLst>
              <a:ext uri="{FF2B5EF4-FFF2-40B4-BE49-F238E27FC236}">
                <a16:creationId xmlns:a16="http://schemas.microsoft.com/office/drawing/2014/main" id="{1784E167-6A07-4699-97FF-9DC9AF53771C}"/>
              </a:ext>
            </a:extLst>
          </p:cNvPr>
          <p:cNvSpPr>
            <a:spLocks noGrp="1"/>
          </p:cNvSpPr>
          <p:nvPr/>
        </p:nvSpPr>
        <p:spPr>
          <a:xfrm>
            <a:off x="5842000" y="1110853"/>
            <a:ext cx="1096820" cy="553836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DDAF36"/>
            </a:solidFill>
          </a:ln>
        </p:spPr>
      </p:sp>
      <p:sp>
        <p:nvSpPr>
          <p:cNvPr id="50062" name="F1-match-straight-B5">
            <a:extLst>
              <a:ext uri="{FF2B5EF4-FFF2-40B4-BE49-F238E27FC236}">
                <a16:creationId xmlns:a16="http://schemas.microsoft.com/office/drawing/2014/main" id="{FAFA6B7B-38C5-4C61-A47E-A4FAFFCE45C8}"/>
              </a:ext>
            </a:extLst>
          </p:cNvPr>
          <p:cNvSpPr>
            <a:spLocks noGrp="1"/>
          </p:cNvSpPr>
          <p:nvPr/>
        </p:nvSpPr>
        <p:spPr>
          <a:xfrm>
            <a:off x="5894715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E36A7C"/>
            </a:solidFill>
          </a:ln>
        </p:spPr>
      </p:sp>
      <p:sp>
        <p:nvSpPr>
          <p:cNvPr id="50063" name="F1-identity-bond-0">
            <a:extLst>
              <a:ext uri="{FF2B5EF4-FFF2-40B4-BE49-F238E27FC236}">
                <a16:creationId xmlns:a16="http://schemas.microsoft.com/office/drawing/2014/main" id="{B5B41C63-6AF4-44A4-ADC5-DA4F4C22CE6E}"/>
              </a:ext>
            </a:extLst>
          </p:cNvPr>
          <p:cNvSpPr>
            <a:spLocks noGrp="1"/>
          </p:cNvSpPr>
          <p:nvPr/>
        </p:nvSpPr>
        <p:spPr>
          <a:xfrm>
            <a:off x="7099948" y="956072"/>
            <a:ext cx="433067" cy="250031"/>
          </a:xfrm>
          <a:custGeom>
            <a:avLst/>
            <a:gdLst/>
            <a:ahLst/>
            <a:cxnLst/>
            <a:rect l="0" t="0" r="0" b="0"/>
            <a:pathLst>
              <a:path w="433067" h="250031">
                <a:moveTo>
                  <a:pt x="0" y="250031"/>
                </a:moveTo>
                <a:lnTo>
                  <a:pt x="433067" y="0"/>
                </a:lnTo>
              </a:path>
            </a:pathLst>
          </a:custGeom>
          <a:noFill/>
          <a:ln w="23813">
            <a:solidFill>
              <a:srgbClr val="DDAF36"/>
            </a:solidFill>
          </a:ln>
        </p:spPr>
      </p:sp>
      <p:sp>
        <p:nvSpPr>
          <p:cNvPr id="50064" name="F1-identity-bond-1">
            <a:extLst>
              <a:ext uri="{FF2B5EF4-FFF2-40B4-BE49-F238E27FC236}">
                <a16:creationId xmlns:a16="http://schemas.microsoft.com/office/drawing/2014/main" id="{61666582-1568-4300-BCE6-AA9CBF25B5FA}"/>
              </a:ext>
            </a:extLst>
          </p:cNvPr>
          <p:cNvSpPr>
            <a:spLocks noGrp="1"/>
          </p:cNvSpPr>
          <p:nvPr/>
        </p:nvSpPr>
        <p:spPr>
          <a:xfrm>
            <a:off x="7533015" y="956072"/>
            <a:ext cx="325831" cy="188119"/>
          </a:xfrm>
          <a:custGeom>
            <a:avLst/>
            <a:gdLst/>
            <a:ahLst/>
            <a:cxnLst/>
            <a:rect l="0" t="0" r="0" b="0"/>
            <a:pathLst>
              <a:path w="325831" h="188119">
                <a:moveTo>
                  <a:pt x="0" y="0"/>
                </a:moveTo>
                <a:lnTo>
                  <a:pt x="325831" y="188119"/>
                </a:lnTo>
              </a:path>
            </a:pathLst>
          </a:custGeom>
          <a:noFill/>
          <a:ln w="23813">
            <a:solidFill>
              <a:srgbClr val="DDAF36"/>
            </a:solidFill>
          </a:ln>
        </p:spPr>
      </p:sp>
      <p:sp>
        <p:nvSpPr>
          <p:cNvPr id="50065" name="F1-identity-atom-background">
            <a:extLst>
              <a:ext uri="{FF2B5EF4-FFF2-40B4-BE49-F238E27FC236}">
                <a16:creationId xmlns:a16="http://schemas.microsoft.com/office/drawing/2014/main" id="{06972D39-63CF-45F5-BD0A-BF2F85D642A0}"/>
              </a:ext>
            </a:extLst>
          </p:cNvPr>
          <p:cNvSpPr>
            <a:spLocks noGrp="1"/>
          </p:cNvSpPr>
          <p:nvPr/>
        </p:nvSpPr>
        <p:spPr>
          <a:xfrm>
            <a:off x="7908932" y="1129903"/>
            <a:ext cx="19050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066" name="F1-identity-atom">
            <a:extLst>
              <a:ext uri="{FF2B5EF4-FFF2-40B4-BE49-F238E27FC236}">
                <a16:creationId xmlns:a16="http://schemas.microsoft.com/office/drawing/2014/main" id="{B2980E29-B19B-4FDE-A599-5E9B8DF7BB95}"/>
              </a:ext>
            </a:extLst>
          </p:cNvPr>
          <p:cNvSpPr>
            <a:spLocks noGrp="1"/>
          </p:cNvSpPr>
          <p:nvPr/>
        </p:nvSpPr>
        <p:spPr>
          <a:xfrm>
            <a:off x="7899407" y="1110853"/>
            <a:ext cx="190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DAF36"/>
                </a:solidFill>
                <a:latin typeface="Arial"/>
                <a:ea typeface="Arial"/>
                <a:cs typeface="Arial"/>
              </a:rPr>
              <a:t>OH</a:t>
            </a:r>
          </a:p>
        </p:txBody>
      </p:sp>
      <p:sp>
        <p:nvSpPr>
          <p:cNvPr id="50067" name="F1-identity-bond-2">
            <a:extLst>
              <a:ext uri="{FF2B5EF4-FFF2-40B4-BE49-F238E27FC236}">
                <a16:creationId xmlns:a16="http://schemas.microsoft.com/office/drawing/2014/main" id="{C28C62E6-52BF-4A87-B061-FD7EDCA3CE5E}"/>
              </a:ext>
            </a:extLst>
          </p:cNvPr>
          <p:cNvSpPr>
            <a:spLocks noGrp="1"/>
          </p:cNvSpPr>
          <p:nvPr/>
        </p:nvSpPr>
        <p:spPr>
          <a:xfrm>
            <a:off x="7629252" y="1795463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192474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68" name="F1-identity-bond-3">
            <a:extLst>
              <a:ext uri="{FF2B5EF4-FFF2-40B4-BE49-F238E27FC236}">
                <a16:creationId xmlns:a16="http://schemas.microsoft.com/office/drawing/2014/main" id="{11A774A3-286B-488D-A357-B441EADE6A44}"/>
              </a:ext>
            </a:extLst>
          </p:cNvPr>
          <p:cNvSpPr>
            <a:spLocks noGrp="1"/>
          </p:cNvSpPr>
          <p:nvPr/>
        </p:nvSpPr>
        <p:spPr>
          <a:xfrm>
            <a:off x="7533015" y="1795463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0"/>
                </a:moveTo>
                <a:lnTo>
                  <a:pt x="0" y="166688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69" name="F1-identity-bond-4">
            <a:extLst>
              <a:ext uri="{FF2B5EF4-FFF2-40B4-BE49-F238E27FC236}">
                <a16:creationId xmlns:a16="http://schemas.microsoft.com/office/drawing/2014/main" id="{18B3B11A-826B-47B4-8894-7AFC12D2129A}"/>
              </a:ext>
            </a:extLst>
          </p:cNvPr>
          <p:cNvSpPr>
            <a:spLocks noGrp="1"/>
          </p:cNvSpPr>
          <p:nvPr/>
        </p:nvSpPr>
        <p:spPr>
          <a:xfrm>
            <a:off x="7501669" y="177736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0"/>
                </a:moveTo>
                <a:lnTo>
                  <a:pt x="0" y="166688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070" name="F1-identity-bond-5">
            <a:extLst>
              <a:ext uri="{FF2B5EF4-FFF2-40B4-BE49-F238E27FC236}">
                <a16:creationId xmlns:a16="http://schemas.microsoft.com/office/drawing/2014/main" id="{EE364BD0-F05D-4326-BFEC-74D77E0EEAF4}"/>
              </a:ext>
            </a:extLst>
          </p:cNvPr>
          <p:cNvSpPr>
            <a:spLocks noGrp="1"/>
          </p:cNvSpPr>
          <p:nvPr/>
        </p:nvSpPr>
        <p:spPr>
          <a:xfrm>
            <a:off x="7340541" y="1962150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192474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71" name="F1-identity-bond-6">
            <a:extLst>
              <a:ext uri="{FF2B5EF4-FFF2-40B4-BE49-F238E27FC236}">
                <a16:creationId xmlns:a16="http://schemas.microsoft.com/office/drawing/2014/main" id="{BD052223-CEA1-4166-9C4B-2B0427079B77}"/>
              </a:ext>
            </a:extLst>
          </p:cNvPr>
          <p:cNvSpPr>
            <a:spLocks noGrp="1"/>
          </p:cNvSpPr>
          <p:nvPr/>
        </p:nvSpPr>
        <p:spPr>
          <a:xfrm>
            <a:off x="7244304" y="1795463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166688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72" name="F1-identity-bond-7">
            <a:extLst>
              <a:ext uri="{FF2B5EF4-FFF2-40B4-BE49-F238E27FC236}">
                <a16:creationId xmlns:a16="http://schemas.microsoft.com/office/drawing/2014/main" id="{CCF91186-3393-4DD4-9BAA-1072105BF4A5}"/>
              </a:ext>
            </a:extLst>
          </p:cNvPr>
          <p:cNvSpPr>
            <a:spLocks noGrp="1"/>
          </p:cNvSpPr>
          <p:nvPr/>
        </p:nvSpPr>
        <p:spPr>
          <a:xfrm>
            <a:off x="7275650" y="177736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166688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073" name="F1-identity-bond-8">
            <a:extLst>
              <a:ext uri="{FF2B5EF4-FFF2-40B4-BE49-F238E27FC236}">
                <a16:creationId xmlns:a16="http://schemas.microsoft.com/office/drawing/2014/main" id="{7F727A3C-333F-4EB5-A414-0973A21B66CB}"/>
              </a:ext>
            </a:extLst>
          </p:cNvPr>
          <p:cNvSpPr>
            <a:spLocks noGrp="1"/>
          </p:cNvSpPr>
          <p:nvPr/>
        </p:nvSpPr>
        <p:spPr>
          <a:xfrm>
            <a:off x="7244304" y="162877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0" y="166688"/>
                </a:moveTo>
                <a:lnTo>
                  <a:pt x="96237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74" name="F1-identity-bond-9">
            <a:extLst>
              <a:ext uri="{FF2B5EF4-FFF2-40B4-BE49-F238E27FC236}">
                <a16:creationId xmlns:a16="http://schemas.microsoft.com/office/drawing/2014/main" id="{8FFB058F-30B2-4877-9624-0BD44C029575}"/>
              </a:ext>
            </a:extLst>
          </p:cNvPr>
          <p:cNvSpPr>
            <a:spLocks noGrp="1"/>
          </p:cNvSpPr>
          <p:nvPr/>
        </p:nvSpPr>
        <p:spPr>
          <a:xfrm>
            <a:off x="7340541" y="1628775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0" y="0"/>
                </a:moveTo>
                <a:lnTo>
                  <a:pt x="192474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75" name="F1-identity-bond-10">
            <a:extLst>
              <a:ext uri="{FF2B5EF4-FFF2-40B4-BE49-F238E27FC236}">
                <a16:creationId xmlns:a16="http://schemas.microsoft.com/office/drawing/2014/main" id="{CF245B31-8F9E-4FA3-8B80-F49BA67B171E}"/>
              </a:ext>
            </a:extLst>
          </p:cNvPr>
          <p:cNvSpPr>
            <a:spLocks noGrp="1"/>
          </p:cNvSpPr>
          <p:nvPr/>
        </p:nvSpPr>
        <p:spPr>
          <a:xfrm>
            <a:off x="7340541" y="1664970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0" y="0"/>
                </a:moveTo>
                <a:lnTo>
                  <a:pt x="192474" y="0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076" name="F1-identity-bond-11">
            <a:extLst>
              <a:ext uri="{FF2B5EF4-FFF2-40B4-BE49-F238E27FC236}">
                <a16:creationId xmlns:a16="http://schemas.microsoft.com/office/drawing/2014/main" id="{3914C3E8-E21F-4528-B83C-795435FF1E9E}"/>
              </a:ext>
            </a:extLst>
          </p:cNvPr>
          <p:cNvSpPr>
            <a:spLocks noGrp="1"/>
          </p:cNvSpPr>
          <p:nvPr/>
        </p:nvSpPr>
        <p:spPr>
          <a:xfrm>
            <a:off x="7533015" y="162877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0" y="0"/>
                </a:moveTo>
                <a:lnTo>
                  <a:pt x="96237" y="166688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078" name="F1-reject">
            <a:extLst>
              <a:ext uri="{FF2B5EF4-FFF2-40B4-BE49-F238E27FC236}">
                <a16:creationId xmlns:a16="http://schemas.microsoft.com/office/drawing/2014/main" id="{6413E28B-9F31-4188-9809-0CF731F8968B}"/>
              </a:ext>
            </a:extLst>
          </p:cNvPr>
          <p:cNvSpPr>
            <a:spLocks noGrp="1"/>
          </p:cNvSpPr>
          <p:nvPr/>
        </p:nvSpPr>
        <p:spPr>
          <a:xfrm>
            <a:off x="6961515" y="225552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079" name="F1-false-positive">
            <a:extLst>
              <a:ext uri="{FF2B5EF4-FFF2-40B4-BE49-F238E27FC236}">
                <a16:creationId xmlns:a16="http://schemas.microsoft.com/office/drawing/2014/main" id="{41817555-6B74-49AF-A98A-0B49BE66344E}"/>
              </a:ext>
            </a:extLst>
          </p:cNvPr>
          <p:cNvSpPr>
            <a:spLocks noGrp="1"/>
          </p:cNvSpPr>
          <p:nvPr/>
        </p:nvSpPr>
        <p:spPr>
          <a:xfrm>
            <a:off x="6894840" y="249364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080" name="F1-identity-bond-12">
            <a:extLst>
              <a:ext uri="{FF2B5EF4-FFF2-40B4-BE49-F238E27FC236}">
                <a16:creationId xmlns:a16="http://schemas.microsoft.com/office/drawing/2014/main" id="{6E5BF7CE-BAC4-4165-8317-3C47A699BF8C}"/>
              </a:ext>
            </a:extLst>
          </p:cNvPr>
          <p:cNvSpPr>
            <a:spLocks noGrp="1"/>
          </p:cNvSpPr>
          <p:nvPr/>
        </p:nvSpPr>
        <p:spPr>
          <a:xfrm>
            <a:off x="7340541" y="3536950"/>
            <a:ext cx="192474" cy="111125"/>
          </a:xfrm>
          <a:custGeom>
            <a:avLst/>
            <a:gdLst/>
            <a:ahLst/>
            <a:cxnLst/>
            <a:rect l="0" t="0" r="0" b="0"/>
            <a:pathLst>
              <a:path w="192474" h="111125">
                <a:moveTo>
                  <a:pt x="0" y="111125"/>
                </a:moveTo>
                <a:lnTo>
                  <a:pt x="192474" y="0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081" name="F1-identity-bond-13">
            <a:extLst>
              <a:ext uri="{FF2B5EF4-FFF2-40B4-BE49-F238E27FC236}">
                <a16:creationId xmlns:a16="http://schemas.microsoft.com/office/drawing/2014/main" id="{471B2B6B-E1EB-4424-9AE9-9843EFF11E0F}"/>
              </a:ext>
            </a:extLst>
          </p:cNvPr>
          <p:cNvSpPr>
            <a:spLocks noGrp="1"/>
          </p:cNvSpPr>
          <p:nvPr/>
        </p:nvSpPr>
        <p:spPr>
          <a:xfrm>
            <a:off x="7533015" y="3536950"/>
            <a:ext cx="85239" cy="49213"/>
          </a:xfrm>
          <a:custGeom>
            <a:avLst/>
            <a:gdLst/>
            <a:ahLst/>
            <a:cxnLst/>
            <a:rect l="0" t="0" r="0" b="0"/>
            <a:pathLst>
              <a:path w="85239" h="49213">
                <a:moveTo>
                  <a:pt x="0" y="0"/>
                </a:moveTo>
                <a:lnTo>
                  <a:pt x="85239" y="49213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082" name="F1-identity-bond-14">
            <a:extLst>
              <a:ext uri="{FF2B5EF4-FFF2-40B4-BE49-F238E27FC236}">
                <a16:creationId xmlns:a16="http://schemas.microsoft.com/office/drawing/2014/main" id="{6204F537-7153-4B99-B9A7-10CA6050B442}"/>
              </a:ext>
            </a:extLst>
          </p:cNvPr>
          <p:cNvSpPr>
            <a:spLocks noGrp="1"/>
          </p:cNvSpPr>
          <p:nvPr/>
        </p:nvSpPr>
        <p:spPr>
          <a:xfrm>
            <a:off x="7533015" y="3438525"/>
            <a:ext cx="95" cy="98425"/>
          </a:xfrm>
          <a:custGeom>
            <a:avLst/>
            <a:gdLst/>
            <a:ahLst/>
            <a:cxnLst/>
            <a:rect l="0" t="0" r="0" b="0"/>
            <a:pathLst>
              <a:path w="95" h="98425">
                <a:moveTo>
                  <a:pt x="0" y="98425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083" name="F1-identity-bond-15">
            <a:extLst>
              <a:ext uri="{FF2B5EF4-FFF2-40B4-BE49-F238E27FC236}">
                <a16:creationId xmlns:a16="http://schemas.microsoft.com/office/drawing/2014/main" id="{0C1F6812-8AB4-4DC2-A0E3-CAA2008D3360}"/>
              </a:ext>
            </a:extLst>
          </p:cNvPr>
          <p:cNvSpPr>
            <a:spLocks noGrp="1"/>
          </p:cNvSpPr>
          <p:nvPr/>
        </p:nvSpPr>
        <p:spPr>
          <a:xfrm>
            <a:off x="7569210" y="3438525"/>
            <a:ext cx="95" cy="98425"/>
          </a:xfrm>
          <a:custGeom>
            <a:avLst/>
            <a:gdLst/>
            <a:ahLst/>
            <a:cxnLst/>
            <a:rect l="0" t="0" r="0" b="0"/>
            <a:pathLst>
              <a:path w="95" h="98425">
                <a:moveTo>
                  <a:pt x="0" y="98425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E36A7C"/>
            </a:solidFill>
          </a:ln>
        </p:spPr>
      </p:sp>
      <p:sp>
        <p:nvSpPr>
          <p:cNvPr id="50084" name="F1-identity-atom-background">
            <a:extLst>
              <a:ext uri="{FF2B5EF4-FFF2-40B4-BE49-F238E27FC236}">
                <a16:creationId xmlns:a16="http://schemas.microsoft.com/office/drawing/2014/main" id="{F835C7E1-BA80-488C-9A3C-9A58FBC8B138}"/>
              </a:ext>
            </a:extLst>
          </p:cNvPr>
          <p:cNvSpPr>
            <a:spLocks noGrp="1"/>
          </p:cNvSpPr>
          <p:nvPr/>
        </p:nvSpPr>
        <p:spPr>
          <a:xfrm>
            <a:off x="7668339" y="3571875"/>
            <a:ext cx="28575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085" name="F1-identity-atom">
            <a:extLst>
              <a:ext uri="{FF2B5EF4-FFF2-40B4-BE49-F238E27FC236}">
                <a16:creationId xmlns:a16="http://schemas.microsoft.com/office/drawing/2014/main" id="{275776FA-0EA3-4B42-97CD-0F95DB23B7F4}"/>
              </a:ext>
            </a:extLst>
          </p:cNvPr>
          <p:cNvSpPr>
            <a:spLocks noGrp="1"/>
          </p:cNvSpPr>
          <p:nvPr/>
        </p:nvSpPr>
        <p:spPr>
          <a:xfrm>
            <a:off x="7658814" y="3552825"/>
            <a:ext cx="2857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6A7C"/>
                </a:solidFill>
                <a:latin typeface="Arial"/>
                <a:ea typeface="Arial"/>
                <a:cs typeface="Arial"/>
              </a:rPr>
              <a:t>NH₂</a:t>
            </a:r>
          </a:p>
        </p:txBody>
      </p:sp>
      <p:sp>
        <p:nvSpPr>
          <p:cNvPr id="50086" name="F1-identity-atom-background">
            <a:extLst>
              <a:ext uri="{FF2B5EF4-FFF2-40B4-BE49-F238E27FC236}">
                <a16:creationId xmlns:a16="http://schemas.microsoft.com/office/drawing/2014/main" id="{0A56268B-3212-476F-A1B2-5F3730D94ADA}"/>
              </a:ext>
            </a:extLst>
          </p:cNvPr>
          <p:cNvSpPr>
            <a:spLocks noGrp="1"/>
          </p:cNvSpPr>
          <p:nvPr/>
        </p:nvSpPr>
        <p:spPr>
          <a:xfrm>
            <a:off x="7475865" y="3238500"/>
            <a:ext cx="9525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087" name="F1-identity-atom">
            <a:extLst>
              <a:ext uri="{FF2B5EF4-FFF2-40B4-BE49-F238E27FC236}">
                <a16:creationId xmlns:a16="http://schemas.microsoft.com/office/drawing/2014/main" id="{4982328D-9F3D-464E-95F2-177AA465CD90}"/>
              </a:ext>
            </a:extLst>
          </p:cNvPr>
          <p:cNvSpPr>
            <a:spLocks noGrp="1"/>
          </p:cNvSpPr>
          <p:nvPr/>
        </p:nvSpPr>
        <p:spPr>
          <a:xfrm>
            <a:off x="7466340" y="3219450"/>
            <a:ext cx="95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6A7C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50088" name="F1-SMILES-to-identities">
            <a:extLst>
              <a:ext uri="{FF2B5EF4-FFF2-40B4-BE49-F238E27FC236}">
                <a16:creationId xmlns:a16="http://schemas.microsoft.com/office/drawing/2014/main" id="{AAC894F6-AF04-4828-9EB2-75C2C3AE5527}"/>
              </a:ext>
            </a:extLst>
          </p:cNvPr>
          <p:cNvSpPr>
            <a:spLocks noGrp="1"/>
          </p:cNvSpPr>
          <p:nvPr/>
        </p:nvSpPr>
        <p:spPr>
          <a:xfrm>
            <a:off x="1756949" y="3781424"/>
            <a:ext cx="5785402" cy="504636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89" name="F1-SMILES-identity-entry">
            <a:extLst>
              <a:ext uri="{FF2B5EF4-FFF2-40B4-BE49-F238E27FC236}">
                <a16:creationId xmlns:a16="http://schemas.microsoft.com/office/drawing/2014/main" id="{5035029A-F504-45C7-A83F-35EC5DB1B729}"/>
              </a:ext>
            </a:extLst>
          </p:cNvPr>
          <p:cNvSpPr>
            <a:spLocks noGrp="1"/>
          </p:cNvSpPr>
          <p:nvPr/>
        </p:nvSpPr>
        <p:spPr>
          <a:xfrm>
            <a:off x="7542540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90" name="F1-SMILES-identity-entry-head">
            <a:extLst>
              <a:ext uri="{FF2B5EF4-FFF2-40B4-BE49-F238E27FC236}">
                <a16:creationId xmlns:a16="http://schemas.microsoft.com/office/drawing/2014/main" id="{DCF0D9C7-FCC4-4ECA-B081-77C4AF6C7FA6}"/>
              </a:ext>
            </a:extLst>
          </p:cNvPr>
          <p:cNvSpPr>
            <a:spLocks noGrp="1"/>
          </p:cNvSpPr>
          <p:nvPr/>
        </p:nvSpPr>
        <p:spPr>
          <a:xfrm>
            <a:off x="7525500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grpSp>
        <p:nvGrpSpPr>
          <p:cNvPr id="2" name="Pose output 0">
            <a:extLst>
              <a:ext uri="{FF2B5EF4-FFF2-40B4-BE49-F238E27FC236}">
                <a16:creationId xmlns:a16="http://schemas.microsoft.com/office/drawing/2014/main" id="{9F1515E9-1AAF-6DA1-18CC-4C8B932D2775}"/>
              </a:ext>
            </a:extLst>
          </p:cNvPr>
          <p:cNvGrpSpPr/>
          <p:nvPr/>
        </p:nvGrpSpPr>
        <p:grpSpPr>
          <a:xfrm rot="21096627">
            <a:off x="8946454" y="909785"/>
            <a:ext cx="1276472" cy="1260211"/>
            <a:chOff x="8743950" y="695325"/>
            <a:chExt cx="1495425" cy="1476375"/>
          </a:xfrm>
        </p:grpSpPr>
        <p:sp>
          <p:nvSpPr>
            <p:cNvPr id="49984" name="F1-pose-viewport-0">
              <a:extLst>
                <a:ext uri="{FF2B5EF4-FFF2-40B4-BE49-F238E27FC236}">
                  <a16:creationId xmlns:a16="http://schemas.microsoft.com/office/drawing/2014/main" id="{654E1F4D-65C8-8997-DB96-D7379731109A}"/>
                </a:ext>
              </a:extLst>
            </p:cNvPr>
            <p:cNvSpPr>
              <a:spLocks noGrp="1"/>
            </p:cNvSpPr>
            <p:nvPr/>
          </p:nvSpPr>
          <p:spPr>
            <a:xfrm>
              <a:off x="8743950" y="6953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49985" name="图片 49984">
              <a:extLst>
                <a:ext uri="{FF2B5EF4-FFF2-40B4-BE49-F238E27FC236}">
                  <a16:creationId xmlns:a16="http://schemas.microsoft.com/office/drawing/2014/main" id="{5132C9B8-03A6-BE07-DEE8-8C39B53A0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8878306" y="695325"/>
              <a:ext cx="1226714" cy="1476375"/>
            </a:xfrm>
            <a:prstGeom prst="rect">
              <a:avLst/>
            </a:prstGeom>
          </p:spPr>
        </p:pic>
      </p:grpSp>
      <p:grpSp>
        <p:nvGrpSpPr>
          <p:cNvPr id="49986" name="Pose output 1">
            <a:extLst>
              <a:ext uri="{FF2B5EF4-FFF2-40B4-BE49-F238E27FC236}">
                <a16:creationId xmlns:a16="http://schemas.microsoft.com/office/drawing/2014/main" id="{661F3E67-16C4-68DA-45FA-B965434DF140}"/>
              </a:ext>
            </a:extLst>
          </p:cNvPr>
          <p:cNvGrpSpPr/>
          <p:nvPr/>
        </p:nvGrpSpPr>
        <p:grpSpPr>
          <a:xfrm rot="16522024">
            <a:off x="10188894" y="899387"/>
            <a:ext cx="1202452" cy="1187134"/>
            <a:chOff x="10306050" y="695325"/>
            <a:chExt cx="1495425" cy="1476375"/>
          </a:xfrm>
        </p:grpSpPr>
        <p:sp>
          <p:nvSpPr>
            <p:cNvPr id="49987" name="F1-pose-viewport-1">
              <a:extLst>
                <a:ext uri="{FF2B5EF4-FFF2-40B4-BE49-F238E27FC236}">
                  <a16:creationId xmlns:a16="http://schemas.microsoft.com/office/drawing/2014/main" id="{B0CC296D-0626-2942-74B6-87DF19CFF62E}"/>
                </a:ext>
              </a:extLst>
            </p:cNvPr>
            <p:cNvSpPr>
              <a:spLocks noGrp="1"/>
            </p:cNvSpPr>
            <p:nvPr/>
          </p:nvSpPr>
          <p:spPr>
            <a:xfrm>
              <a:off x="10306050" y="6953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49988" name="图片 49987">
              <a:extLst>
                <a:ext uri="{FF2B5EF4-FFF2-40B4-BE49-F238E27FC236}">
                  <a16:creationId xmlns:a16="http://schemas.microsoft.com/office/drawing/2014/main" id="{F6C965B7-DCD9-0C67-D178-258150589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10306050" y="879511"/>
              <a:ext cx="1495425" cy="1108003"/>
            </a:xfrm>
            <a:prstGeom prst="rect">
              <a:avLst/>
            </a:prstGeom>
          </p:spPr>
        </p:pic>
      </p:grpSp>
      <p:grpSp>
        <p:nvGrpSpPr>
          <p:cNvPr id="49989" name="Pose output 2">
            <a:extLst>
              <a:ext uri="{FF2B5EF4-FFF2-40B4-BE49-F238E27FC236}">
                <a16:creationId xmlns:a16="http://schemas.microsoft.com/office/drawing/2014/main" id="{15452358-D455-422D-9799-7A600E437B18}"/>
              </a:ext>
            </a:extLst>
          </p:cNvPr>
          <p:cNvGrpSpPr/>
          <p:nvPr/>
        </p:nvGrpSpPr>
        <p:grpSpPr>
          <a:xfrm rot="311899">
            <a:off x="9044615" y="2414393"/>
            <a:ext cx="1152729" cy="1138045"/>
            <a:chOff x="8743950" y="2447925"/>
            <a:chExt cx="1495425" cy="1476375"/>
          </a:xfrm>
        </p:grpSpPr>
        <p:sp>
          <p:nvSpPr>
            <p:cNvPr id="49990" name="F1-pose-viewport-2">
              <a:extLst>
                <a:ext uri="{FF2B5EF4-FFF2-40B4-BE49-F238E27FC236}">
                  <a16:creationId xmlns:a16="http://schemas.microsoft.com/office/drawing/2014/main" id="{C0913AA1-FE9E-EC35-86C3-35042CABA50C}"/>
                </a:ext>
              </a:extLst>
            </p:cNvPr>
            <p:cNvSpPr>
              <a:spLocks noGrp="1"/>
            </p:cNvSpPr>
            <p:nvPr/>
          </p:nvSpPr>
          <p:spPr>
            <a:xfrm>
              <a:off x="8743950" y="24479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49991" name="图片 49990">
              <a:extLst>
                <a:ext uri="{FF2B5EF4-FFF2-40B4-BE49-F238E27FC236}">
                  <a16:creationId xmlns:a16="http://schemas.microsoft.com/office/drawing/2014/main" id="{BA6FC153-69B5-708A-FC53-892F9FFD2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8743950" y="2505115"/>
              <a:ext cx="1495425" cy="1361995"/>
            </a:xfrm>
            <a:prstGeom prst="rect">
              <a:avLst/>
            </a:prstGeom>
          </p:spPr>
        </p:pic>
      </p:grpSp>
      <p:pic>
        <p:nvPicPr>
          <p:cNvPr id="49992" name="图片 49991">
            <a:extLst>
              <a:ext uri="{FF2B5EF4-FFF2-40B4-BE49-F238E27FC236}">
                <a16:creationId xmlns:a16="http://schemas.microsoft.com/office/drawing/2014/main" id="{1ECAF1C5-F6C9-5300-2AB0-0DED695099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 rot="13902787">
            <a:off x="10265921" y="2467813"/>
            <a:ext cx="1086740" cy="1046692"/>
          </a:xfrm>
          <a:prstGeom prst="rect">
            <a:avLst/>
          </a:prstGeom>
        </p:spPr>
      </p:pic>
      <p:sp>
        <p:nvSpPr>
          <p:cNvPr id="49994" name="F1-identity-title">
            <a:extLst>
              <a:ext uri="{FF2B5EF4-FFF2-40B4-BE49-F238E27FC236}">
                <a16:creationId xmlns:a16="http://schemas.microsoft.com/office/drawing/2014/main" id="{B219DB26-55C7-4F13-870C-BB1F9F67D3AE}"/>
              </a:ext>
            </a:extLst>
          </p:cNvPr>
          <p:cNvSpPr>
            <a:spLocks noGrp="1"/>
          </p:cNvSpPr>
          <p:nvPr/>
        </p:nvSpPr>
        <p:spPr>
          <a:xfrm>
            <a:off x="4926917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lang="en-US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</a:t>
            </a:r>
            <a:r>
              <a:rPr lang="en-US" altLang="zh-CN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lobs</a:t>
            </a:r>
            <a:endParaRPr sz="1125" b="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995" name="文本框 49994">
            <a:extLst>
              <a:ext uri="{FF2B5EF4-FFF2-40B4-BE49-F238E27FC236}">
                <a16:creationId xmlns:a16="http://schemas.microsoft.com/office/drawing/2014/main" id="{0BC88E23-CC3D-2268-D0B6-0A162B735FFC}"/>
              </a:ext>
            </a:extLst>
          </p:cNvPr>
          <p:cNvSpPr txBox="1"/>
          <p:nvPr/>
        </p:nvSpPr>
        <p:spPr>
          <a:xfrm>
            <a:off x="6429999" y="3978825"/>
            <a:ext cx="6110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 err="1"/>
              <a:t>KDKit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 / original"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44" name="F1-Find-input-frame">
            <a:extLst>
              <a:ext uri="{FF2B5EF4-FFF2-40B4-BE49-F238E27FC236}">
                <a16:creationId xmlns:a16="http://schemas.microsoft.com/office/drawing/2014/main" id="{F3327475-A097-4330-A9B3-DA6119E73771}"/>
              </a:ext>
            </a:extLst>
          </p:cNvPr>
          <p:cNvSpPr>
            <a:spLocks noGrp="1"/>
          </p:cNvSpPr>
          <p:nvPr/>
        </p:nvSpPr>
        <p:spPr>
          <a:xfrm>
            <a:off x="171450" y="552450"/>
            <a:ext cx="1695450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145" name="F1-SMILES-input-frame">
            <a:extLst>
              <a:ext uri="{FF2B5EF4-FFF2-40B4-BE49-F238E27FC236}">
                <a16:creationId xmlns:a16="http://schemas.microsoft.com/office/drawing/2014/main" id="{754724AD-F4B4-45E1-9CAB-A3DC2E98D646}"/>
              </a:ext>
            </a:extLst>
          </p:cNvPr>
          <p:cNvSpPr>
            <a:spLocks noGrp="1"/>
          </p:cNvSpPr>
          <p:nvPr/>
        </p:nvSpPr>
        <p:spPr>
          <a:xfrm>
            <a:off x="171450" y="3381375"/>
            <a:ext cx="1695450" cy="1133475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103" name="Original label 3"/>
          <p:cNvGrpSpPr/>
          <p:nvPr/>
        </p:nvGrpSpPr>
        <p:grpSpPr>
          <a:xfrm>
            <a:off x="171450" y="161925"/>
            <a:ext cx="1695450" cy="285750"/>
            <a:chOff x="0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104" name="Original label 4"/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105" name="Original label 5"/>
          <p:cNvGrpSpPr/>
          <p:nvPr/>
        </p:nvGrpSpPr>
        <p:grpSpPr>
          <a:xfrm>
            <a:off x="4657725" y="161925"/>
            <a:ext cx="3133725" cy="285750"/>
            <a:chOff x="0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50106" name="Original label 7"/>
          <p:cNvGrpSpPr/>
          <p:nvPr/>
        </p:nvGrpSpPr>
        <p:grpSpPr>
          <a:xfrm>
            <a:off x="8743950" y="161925"/>
            <a:ext cx="3057525" cy="285750"/>
            <a:chOff x="0" y="0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566738" y="619125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57225" y="2190750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grpSp>
        <p:nvGrpSpPr>
          <p:cNvPr id="50107" name="Original label 227"/>
          <p:cNvGrpSpPr/>
          <p:nvPr/>
        </p:nvGrpSpPr>
        <p:grpSpPr>
          <a:xfrm>
            <a:off x="266700" y="1724025"/>
            <a:ext cx="1504950" cy="219075"/>
            <a:chOff x="0" y="0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D21E8C88-05A0-A31F-6EE6-E2DC9452E04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108" name="Original label 1972"/>
          <p:cNvGrpSpPr/>
          <p:nvPr/>
        </p:nvGrpSpPr>
        <p:grpSpPr>
          <a:xfrm>
            <a:off x="228600" y="3086100"/>
            <a:ext cx="1581150" cy="219075"/>
            <a:chOff x="0" y="0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9E554E39-4379-D667-41AF-95652E69F2C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109" name="Candidate_B2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110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111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112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113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114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115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116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117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118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119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120" name="Original label 3951 semantic B"/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7A56397E-2AEB-4EE2-C040-F392CA57955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121" name="Original label 3963 semantic B"/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CB727693-443A-8839-97A3-28C85E3A235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122" name="Original label 3997 semantic B"/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C7BEE66F-9CEE-483B-DCDA-902F59C5A73E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123" name="Original label 3974 semantic B"/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30C352BF-14E3-1E73-A83D-526AE0DDDAC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124" name="Original label 3986 semantic B"/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55F4B71F-EA8E-4370-B025-F9225EA7A83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057775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125" name="Original label 4020 semantic B"/>
          <p:cNvGrpSpPr/>
          <p:nvPr/>
        </p:nvGrpSpPr>
        <p:grpSpPr>
          <a:xfrm>
            <a:off x="4752975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53BF098D-8703-652B-7DA9-85D27B8C5B3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126" name="Match_B2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057775" y="1530350"/>
            <a:ext cx="234950" cy="273050"/>
            <a:chOff x="8386763" y="3328988"/>
            <a:chExt cx="352425" cy="409575"/>
          </a:xfrm>
        </p:grpSpPr>
        <p:sp>
          <p:nvSpPr>
            <p:cNvPr id="50127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128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129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130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131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132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133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134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135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136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137" name="Original label 4055 semantic B"/>
          <p:cNvGrpSpPr/>
          <p:nvPr/>
        </p:nvGrpSpPr>
        <p:grpSpPr>
          <a:xfrm>
            <a:off x="4752975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577FCB8-707A-7159-76D0-B1E0BA737C7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057775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138" name="Original label 4066 semantic B"/>
          <p:cNvGrpSpPr/>
          <p:nvPr/>
        </p:nvGrpSpPr>
        <p:grpSpPr>
          <a:xfrm>
            <a:off x="4752975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057775" y="2730500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139" name="Original label 4043 semantic B"/>
          <p:cNvGrpSpPr/>
          <p:nvPr/>
        </p:nvGrpSpPr>
        <p:grpSpPr>
          <a:xfrm>
            <a:off x="4752975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C0E7006B-0B1C-8BFF-5EEF-ED195F43F60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057775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140" name="Original label 4032 semantic B"/>
          <p:cNvGrpSpPr/>
          <p:nvPr/>
        </p:nvGrpSpPr>
        <p:grpSpPr>
          <a:xfrm>
            <a:off x="4752975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99F6E9C-7B10-FEEE-F12F-020B5F866356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7753350" y="2238375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141" name="Original label 1976"/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4B8EDAA0-187B-CE73-4DAE-C453197EB72D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142" name="Original label 4001"/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A22BC6C-6038-8943-C882-42E8A0C2C6C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grpSp>
        <p:nvGrpSpPr>
          <p:cNvPr id="50143" name="Original label 4145"/>
          <p:cNvGrpSpPr/>
          <p:nvPr/>
        </p:nvGrpSpPr>
        <p:grpSpPr>
          <a:xfrm>
            <a:off x="7753350" y="1943100"/>
            <a:ext cx="781050" cy="238125"/>
            <a:chOff x="0" y="0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42B7B582-4E61-94D7-FCAC-3EC648521BF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sp>
        <p:nvSpPr>
          <p:cNvPr id="50146" name="CryoAtom2-dashed">
            <a:extLst>
              <a:ext uri="{FF2B5EF4-FFF2-40B4-BE49-F238E27FC236}">
                <a16:creationId xmlns:a16="http://schemas.microsoft.com/office/drawing/2014/main" id="{9F0F1DBA-D50D-4532-9934-B723EFC0938D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147" name="CryoAtom2-dashed">
            <a:extLst>
              <a:ext uri="{FF2B5EF4-FFF2-40B4-BE49-F238E27FC236}">
                <a16:creationId xmlns:a16="http://schemas.microsoft.com/office/drawing/2014/main" id="{0099B2C5-E4A7-42D0-B5B7-A7ADA23A3DF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148" name="CryoAtom2-dashed">
            <a:extLst>
              <a:ext uri="{FF2B5EF4-FFF2-40B4-BE49-F238E27FC236}">
                <a16:creationId xmlns:a16="http://schemas.microsoft.com/office/drawing/2014/main" id="{A2712AE1-59A5-44B7-9F1F-7AA2EEEEE910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149" name="CryoAtom2-dashed">
            <a:extLst>
              <a:ext uri="{FF2B5EF4-FFF2-40B4-BE49-F238E27FC236}">
                <a16:creationId xmlns:a16="http://schemas.microsoft.com/office/drawing/2014/main" id="{DDB94FD7-D026-4F6A-AE83-1B67BF44A374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150" name="CryoAtom2-arrow">
            <a:extLst>
              <a:ext uri="{FF2B5EF4-FFF2-40B4-BE49-F238E27FC236}">
                <a16:creationId xmlns:a16="http://schemas.microsoft.com/office/drawing/2014/main" id="{84AA32C9-39B6-47FE-8652-74A2F371AE2C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151" name="CryoAtom2-arrow-head">
            <a:extLst>
              <a:ext uri="{FF2B5EF4-FFF2-40B4-BE49-F238E27FC236}">
                <a16:creationId xmlns:a16="http://schemas.microsoft.com/office/drawing/2014/main" id="{43817667-843B-450D-995D-D12BB2D71BF9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152" name="label">
            <a:extLst>
              <a:ext uri="{FF2B5EF4-FFF2-40B4-BE49-F238E27FC236}">
                <a16:creationId xmlns:a16="http://schemas.microsoft.com/office/drawing/2014/main" id="{63641096-9AAB-4776-BF0B-75BF4815126E}"/>
              </a:ext>
            </a:extLst>
          </p:cNvPr>
          <p:cNvSpPr>
            <a:spLocks noGrp="1"/>
          </p:cNvSpPr>
          <p:nvPr/>
        </p:nvSpPr>
        <p:spPr>
          <a:xfrm>
            <a:off x="1085850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153" name="F1-input-selected">
            <a:extLst>
              <a:ext uri="{FF2B5EF4-FFF2-40B4-BE49-F238E27FC236}">
                <a16:creationId xmlns:a16="http://schemas.microsoft.com/office/drawing/2014/main" id="{4A39AADC-5FEA-41A8-ABF9-045AC8289536}"/>
              </a:ext>
            </a:extLst>
          </p:cNvPr>
          <p:cNvSpPr>
            <a:spLocks noGrp="1"/>
          </p:cNvSpPr>
          <p:nvPr/>
        </p:nvSpPr>
        <p:spPr>
          <a:xfrm>
            <a:off x="304800" y="3838575"/>
            <a:ext cx="1409700" cy="190500"/>
          </a:xfrm>
          <a:prstGeom prst="roundRect">
            <a:avLst>
              <a:gd name="adj" fmla="val 40000"/>
            </a:avLst>
          </a:prstGeom>
          <a:solidFill>
            <a:srgbClr val="DCF8EB"/>
          </a:solidFill>
          <a:ln w="9525">
            <a:solidFill>
              <a:srgbClr val="499D86"/>
            </a:solidFill>
          </a:ln>
        </p:spPr>
      </p:sp>
      <p:sp>
        <p:nvSpPr>
          <p:cNvPr id="50154" name="F1-input-SMILES-0">
            <a:extLst>
              <a:ext uri="{FF2B5EF4-FFF2-40B4-BE49-F238E27FC236}">
                <a16:creationId xmlns:a16="http://schemas.microsoft.com/office/drawing/2014/main" id="{FAC94DF8-6D89-452F-BF0D-1F6747AFF7A0}"/>
              </a:ext>
            </a:extLst>
          </p:cNvPr>
          <p:cNvSpPr>
            <a:spLocks noGrp="1"/>
          </p:cNvSpPr>
          <p:nvPr/>
        </p:nvSpPr>
        <p:spPr>
          <a:xfrm>
            <a:off x="333375" y="3486150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155" name="F1-input-SMILES-1">
            <a:extLst>
              <a:ext uri="{FF2B5EF4-FFF2-40B4-BE49-F238E27FC236}">
                <a16:creationId xmlns:a16="http://schemas.microsoft.com/office/drawing/2014/main" id="{03FDE5E2-82FC-4961-9CE4-58D941F183D7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156" name="F1-input-SMILES-2">
            <a:extLst>
              <a:ext uri="{FF2B5EF4-FFF2-40B4-BE49-F238E27FC236}">
                <a16:creationId xmlns:a16="http://schemas.microsoft.com/office/drawing/2014/main" id="{91F86AA9-4270-4720-9994-B759E9B34B47}"/>
              </a:ext>
            </a:extLst>
          </p:cNvPr>
          <p:cNvSpPr>
            <a:spLocks noGrp="1"/>
          </p:cNvSpPr>
          <p:nvPr/>
        </p:nvSpPr>
        <p:spPr>
          <a:xfrm>
            <a:off x="333375" y="3848100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157" name="F1-input-SMILES-3">
            <a:extLst>
              <a:ext uri="{FF2B5EF4-FFF2-40B4-BE49-F238E27FC236}">
                <a16:creationId xmlns:a16="http://schemas.microsoft.com/office/drawing/2014/main" id="{40D307F0-BE39-47B5-8C42-E3315136A548}"/>
              </a:ext>
            </a:extLst>
          </p:cNvPr>
          <p:cNvSpPr>
            <a:spLocks noGrp="1"/>
          </p:cNvSpPr>
          <p:nvPr/>
        </p:nvSpPr>
        <p:spPr>
          <a:xfrm>
            <a:off x="333375" y="4029075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sp>
        <p:nvSpPr>
          <p:cNvPr id="50158" name="F1-input-label">
            <a:extLst>
              <a:ext uri="{FF2B5EF4-FFF2-40B4-BE49-F238E27FC236}">
                <a16:creationId xmlns:a16="http://schemas.microsoft.com/office/drawing/2014/main" id="{70E2ABE4-BA9A-4B2D-A892-36FDB7595F29}"/>
              </a:ext>
            </a:extLst>
          </p:cNvPr>
          <p:cNvSpPr>
            <a:spLocks noGrp="1"/>
          </p:cNvSpPr>
          <p:nvPr/>
        </p:nvSpPr>
        <p:spPr>
          <a:xfrm>
            <a:off x="333375" y="427672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159" name="F1-identity-title">
            <a:extLst>
              <a:ext uri="{FF2B5EF4-FFF2-40B4-BE49-F238E27FC236}">
                <a16:creationId xmlns:a16="http://schemas.microsoft.com/office/drawing/2014/main" id="{D5989C3A-E045-47AA-971C-B6642C1638AD}"/>
              </a:ext>
            </a:extLst>
          </p:cNvPr>
          <p:cNvSpPr>
            <a:spLocks noGrp="1"/>
          </p:cNvSpPr>
          <p:nvPr/>
        </p:nvSpPr>
        <p:spPr>
          <a:xfrm>
            <a:off x="6200775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160" name="F1-match-straight-B1">
            <a:extLst>
              <a:ext uri="{FF2B5EF4-FFF2-40B4-BE49-F238E27FC236}">
                <a16:creationId xmlns:a16="http://schemas.microsoft.com/office/drawing/2014/main" id="{9BC865AB-0873-4AE5-A9BC-A233F13C8D18}"/>
              </a:ext>
            </a:extLst>
          </p:cNvPr>
          <p:cNvSpPr>
            <a:spLocks noGrp="1"/>
          </p:cNvSpPr>
          <p:nvPr/>
        </p:nvSpPr>
        <p:spPr>
          <a:xfrm>
            <a:off x="5372100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50B982"/>
            </a:solidFill>
          </a:ln>
        </p:spPr>
      </p:sp>
      <p:sp>
        <p:nvSpPr>
          <p:cNvPr id="50161" name="F1-match-straight-B2">
            <a:extLst>
              <a:ext uri="{FF2B5EF4-FFF2-40B4-BE49-F238E27FC236}">
                <a16:creationId xmlns:a16="http://schemas.microsoft.com/office/drawing/2014/main" id="{741394A1-536D-4585-A0E9-349CC6195755}"/>
              </a:ext>
            </a:extLst>
          </p:cNvPr>
          <p:cNvSpPr>
            <a:spLocks noGrp="1"/>
          </p:cNvSpPr>
          <p:nvPr/>
        </p:nvSpPr>
        <p:spPr>
          <a:xfrm>
            <a:off x="5372100" y="1666875"/>
            <a:ext cx="971550" cy="133350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50B982"/>
            </a:solidFill>
          </a:ln>
        </p:spPr>
      </p:sp>
      <p:sp>
        <p:nvSpPr>
          <p:cNvPr id="50162" name="F1-match-straight-B3">
            <a:extLst>
              <a:ext uri="{FF2B5EF4-FFF2-40B4-BE49-F238E27FC236}">
                <a16:creationId xmlns:a16="http://schemas.microsoft.com/office/drawing/2014/main" id="{712DFC26-7504-4068-BD9B-29038E7E98C8}"/>
              </a:ext>
            </a:extLst>
          </p:cNvPr>
          <p:cNvSpPr>
            <a:spLocks noGrp="1"/>
          </p:cNvSpPr>
          <p:nvPr/>
        </p:nvSpPr>
        <p:spPr>
          <a:xfrm>
            <a:off x="5372100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163" name="F1-match-straight-B4">
            <a:extLst>
              <a:ext uri="{FF2B5EF4-FFF2-40B4-BE49-F238E27FC236}">
                <a16:creationId xmlns:a16="http://schemas.microsoft.com/office/drawing/2014/main" id="{1784E167-6A07-4699-97FF-9DC9AF53771C}"/>
              </a:ext>
            </a:extLst>
          </p:cNvPr>
          <p:cNvSpPr>
            <a:spLocks noGrp="1"/>
          </p:cNvSpPr>
          <p:nvPr/>
        </p:nvSpPr>
        <p:spPr>
          <a:xfrm>
            <a:off x="5372100" y="1066800"/>
            <a:ext cx="971550" cy="1800225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DDAF36"/>
            </a:solidFill>
          </a:ln>
        </p:spPr>
      </p:sp>
      <p:sp>
        <p:nvSpPr>
          <p:cNvPr id="50164" name="F1-match-straight-B5">
            <a:extLst>
              <a:ext uri="{FF2B5EF4-FFF2-40B4-BE49-F238E27FC236}">
                <a16:creationId xmlns:a16="http://schemas.microsoft.com/office/drawing/2014/main" id="{FAFA6B7B-38C5-4C61-A47E-A4FAFFCE45C8}"/>
              </a:ext>
            </a:extLst>
          </p:cNvPr>
          <p:cNvSpPr>
            <a:spLocks noGrp="1"/>
          </p:cNvSpPr>
          <p:nvPr/>
        </p:nvSpPr>
        <p:spPr>
          <a:xfrm>
            <a:off x="5372100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E36A7C"/>
            </a:solidFill>
          </a:ln>
        </p:spPr>
      </p:sp>
      <p:sp>
        <p:nvSpPr>
          <p:cNvPr id="50165" name="F1-identity-bond-0">
            <a:extLst>
              <a:ext uri="{FF2B5EF4-FFF2-40B4-BE49-F238E27FC236}">
                <a16:creationId xmlns:a16="http://schemas.microsoft.com/office/drawing/2014/main" id="{B5B41C63-6AF4-44A4-ADC5-DA4F4C22CE6E}"/>
              </a:ext>
            </a:extLst>
          </p:cNvPr>
          <p:cNvSpPr>
            <a:spLocks noGrp="1"/>
          </p:cNvSpPr>
          <p:nvPr/>
        </p:nvSpPr>
        <p:spPr>
          <a:xfrm>
            <a:off x="6577333" y="956072"/>
            <a:ext cx="433067" cy="250031"/>
          </a:xfrm>
          <a:custGeom>
            <a:avLst/>
            <a:gdLst/>
            <a:ahLst/>
            <a:cxnLst/>
            <a:rect l="0" t="0" r="0" b="0"/>
            <a:pathLst>
              <a:path w="433067" h="250031">
                <a:moveTo>
                  <a:pt x="0" y="250031"/>
                </a:moveTo>
                <a:lnTo>
                  <a:pt x="433067" y="0"/>
                </a:lnTo>
              </a:path>
            </a:pathLst>
          </a:custGeom>
          <a:noFill/>
          <a:ln w="23813">
            <a:solidFill>
              <a:srgbClr val="DDAF36"/>
            </a:solidFill>
          </a:ln>
        </p:spPr>
      </p:sp>
      <p:sp>
        <p:nvSpPr>
          <p:cNvPr id="50166" name="F1-identity-bond-1">
            <a:extLst>
              <a:ext uri="{FF2B5EF4-FFF2-40B4-BE49-F238E27FC236}">
                <a16:creationId xmlns:a16="http://schemas.microsoft.com/office/drawing/2014/main" id="{61666582-1568-4300-BCE6-AA9CBF25B5FA}"/>
              </a:ext>
            </a:extLst>
          </p:cNvPr>
          <p:cNvSpPr>
            <a:spLocks noGrp="1"/>
          </p:cNvSpPr>
          <p:nvPr/>
        </p:nvSpPr>
        <p:spPr>
          <a:xfrm>
            <a:off x="7010400" y="956072"/>
            <a:ext cx="325831" cy="188119"/>
          </a:xfrm>
          <a:custGeom>
            <a:avLst/>
            <a:gdLst/>
            <a:ahLst/>
            <a:cxnLst/>
            <a:rect l="0" t="0" r="0" b="0"/>
            <a:pathLst>
              <a:path w="325831" h="188119">
                <a:moveTo>
                  <a:pt x="0" y="0"/>
                </a:moveTo>
                <a:lnTo>
                  <a:pt x="325831" y="188119"/>
                </a:lnTo>
              </a:path>
            </a:pathLst>
          </a:custGeom>
          <a:noFill/>
          <a:ln w="23813">
            <a:solidFill>
              <a:srgbClr val="DDAF36"/>
            </a:solidFill>
          </a:ln>
        </p:spPr>
      </p:sp>
      <p:sp>
        <p:nvSpPr>
          <p:cNvPr id="50167" name="F1-identity-atom-background">
            <a:extLst>
              <a:ext uri="{FF2B5EF4-FFF2-40B4-BE49-F238E27FC236}">
                <a16:creationId xmlns:a16="http://schemas.microsoft.com/office/drawing/2014/main" id="{06972D39-63CF-45F5-BD0A-BF2F85D642A0}"/>
              </a:ext>
            </a:extLst>
          </p:cNvPr>
          <p:cNvSpPr>
            <a:spLocks noGrp="1"/>
          </p:cNvSpPr>
          <p:nvPr/>
        </p:nvSpPr>
        <p:spPr>
          <a:xfrm>
            <a:off x="7386317" y="1129903"/>
            <a:ext cx="19050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168" name="F1-identity-atom">
            <a:extLst>
              <a:ext uri="{FF2B5EF4-FFF2-40B4-BE49-F238E27FC236}">
                <a16:creationId xmlns:a16="http://schemas.microsoft.com/office/drawing/2014/main" id="{B2980E29-B19B-4FDE-A599-5E9B8DF7BB95}"/>
              </a:ext>
            </a:extLst>
          </p:cNvPr>
          <p:cNvSpPr>
            <a:spLocks noGrp="1"/>
          </p:cNvSpPr>
          <p:nvPr/>
        </p:nvSpPr>
        <p:spPr>
          <a:xfrm>
            <a:off x="7376792" y="1110853"/>
            <a:ext cx="190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DAF36"/>
                </a:solidFill>
                <a:latin typeface="Arial"/>
                <a:ea typeface="Arial"/>
                <a:cs typeface="Arial"/>
              </a:rPr>
              <a:t>OH</a:t>
            </a:r>
          </a:p>
        </p:txBody>
      </p:sp>
      <p:sp>
        <p:nvSpPr>
          <p:cNvPr id="50169" name="F1-identity-bond-2">
            <a:extLst>
              <a:ext uri="{FF2B5EF4-FFF2-40B4-BE49-F238E27FC236}">
                <a16:creationId xmlns:a16="http://schemas.microsoft.com/office/drawing/2014/main" id="{C28C62E6-52BF-4A87-B061-FD7EDCA3CE5E}"/>
              </a:ext>
            </a:extLst>
          </p:cNvPr>
          <p:cNvSpPr>
            <a:spLocks noGrp="1"/>
          </p:cNvSpPr>
          <p:nvPr/>
        </p:nvSpPr>
        <p:spPr>
          <a:xfrm>
            <a:off x="7106637" y="1795463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192474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0" name="F1-identity-bond-3">
            <a:extLst>
              <a:ext uri="{FF2B5EF4-FFF2-40B4-BE49-F238E27FC236}">
                <a16:creationId xmlns:a16="http://schemas.microsoft.com/office/drawing/2014/main" id="{11A774A3-286B-488D-A357-B441EADE6A44}"/>
              </a:ext>
            </a:extLst>
          </p:cNvPr>
          <p:cNvSpPr>
            <a:spLocks noGrp="1"/>
          </p:cNvSpPr>
          <p:nvPr/>
        </p:nvSpPr>
        <p:spPr>
          <a:xfrm>
            <a:off x="7010400" y="1795463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0"/>
                </a:moveTo>
                <a:lnTo>
                  <a:pt x="0" y="166688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1" name="F1-identity-bond-4">
            <a:extLst>
              <a:ext uri="{FF2B5EF4-FFF2-40B4-BE49-F238E27FC236}">
                <a16:creationId xmlns:a16="http://schemas.microsoft.com/office/drawing/2014/main" id="{18B3B11A-826B-47B4-8894-7AFC12D2129A}"/>
              </a:ext>
            </a:extLst>
          </p:cNvPr>
          <p:cNvSpPr>
            <a:spLocks noGrp="1"/>
          </p:cNvSpPr>
          <p:nvPr/>
        </p:nvSpPr>
        <p:spPr>
          <a:xfrm>
            <a:off x="6979054" y="177736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0"/>
                </a:moveTo>
                <a:lnTo>
                  <a:pt x="0" y="166688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172" name="F1-identity-bond-5">
            <a:extLst>
              <a:ext uri="{FF2B5EF4-FFF2-40B4-BE49-F238E27FC236}">
                <a16:creationId xmlns:a16="http://schemas.microsoft.com/office/drawing/2014/main" id="{EE364BD0-F05D-4326-BFEC-74D77E0EEAF4}"/>
              </a:ext>
            </a:extLst>
          </p:cNvPr>
          <p:cNvSpPr>
            <a:spLocks noGrp="1"/>
          </p:cNvSpPr>
          <p:nvPr/>
        </p:nvSpPr>
        <p:spPr>
          <a:xfrm>
            <a:off x="6817926" y="1962150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192474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3" name="F1-identity-bond-6">
            <a:extLst>
              <a:ext uri="{FF2B5EF4-FFF2-40B4-BE49-F238E27FC236}">
                <a16:creationId xmlns:a16="http://schemas.microsoft.com/office/drawing/2014/main" id="{BD052223-CEA1-4166-9C4B-2B0427079B77}"/>
              </a:ext>
            </a:extLst>
          </p:cNvPr>
          <p:cNvSpPr>
            <a:spLocks noGrp="1"/>
          </p:cNvSpPr>
          <p:nvPr/>
        </p:nvSpPr>
        <p:spPr>
          <a:xfrm>
            <a:off x="6721689" y="1795463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166688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4" name="F1-identity-bond-7">
            <a:extLst>
              <a:ext uri="{FF2B5EF4-FFF2-40B4-BE49-F238E27FC236}">
                <a16:creationId xmlns:a16="http://schemas.microsoft.com/office/drawing/2014/main" id="{CCF91186-3393-4DD4-9BAA-1072105BF4A5}"/>
              </a:ext>
            </a:extLst>
          </p:cNvPr>
          <p:cNvSpPr>
            <a:spLocks noGrp="1"/>
          </p:cNvSpPr>
          <p:nvPr/>
        </p:nvSpPr>
        <p:spPr>
          <a:xfrm>
            <a:off x="6753035" y="177736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166688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175" name="F1-identity-bond-8">
            <a:extLst>
              <a:ext uri="{FF2B5EF4-FFF2-40B4-BE49-F238E27FC236}">
                <a16:creationId xmlns:a16="http://schemas.microsoft.com/office/drawing/2014/main" id="{7F727A3C-333F-4EB5-A414-0973A21B66CB}"/>
              </a:ext>
            </a:extLst>
          </p:cNvPr>
          <p:cNvSpPr>
            <a:spLocks noGrp="1"/>
          </p:cNvSpPr>
          <p:nvPr/>
        </p:nvSpPr>
        <p:spPr>
          <a:xfrm>
            <a:off x="6721689" y="162877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0" y="166688"/>
                </a:moveTo>
                <a:lnTo>
                  <a:pt x="96237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6" name="F1-identity-bond-9">
            <a:extLst>
              <a:ext uri="{FF2B5EF4-FFF2-40B4-BE49-F238E27FC236}">
                <a16:creationId xmlns:a16="http://schemas.microsoft.com/office/drawing/2014/main" id="{8FFB058F-30B2-4877-9624-0BD44C029575}"/>
              </a:ext>
            </a:extLst>
          </p:cNvPr>
          <p:cNvSpPr>
            <a:spLocks noGrp="1"/>
          </p:cNvSpPr>
          <p:nvPr/>
        </p:nvSpPr>
        <p:spPr>
          <a:xfrm>
            <a:off x="6817926" y="1628775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0" y="0"/>
                </a:moveTo>
                <a:lnTo>
                  <a:pt x="192474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7" name="F1-identity-bond-10">
            <a:extLst>
              <a:ext uri="{FF2B5EF4-FFF2-40B4-BE49-F238E27FC236}">
                <a16:creationId xmlns:a16="http://schemas.microsoft.com/office/drawing/2014/main" id="{CF245B31-8F9E-4FA3-8B80-F49BA67B171E}"/>
              </a:ext>
            </a:extLst>
          </p:cNvPr>
          <p:cNvSpPr>
            <a:spLocks noGrp="1"/>
          </p:cNvSpPr>
          <p:nvPr/>
        </p:nvSpPr>
        <p:spPr>
          <a:xfrm>
            <a:off x="6817926" y="1664970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0" y="0"/>
                </a:moveTo>
                <a:lnTo>
                  <a:pt x="192474" y="0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178" name="F1-identity-bond-11">
            <a:extLst>
              <a:ext uri="{FF2B5EF4-FFF2-40B4-BE49-F238E27FC236}">
                <a16:creationId xmlns:a16="http://schemas.microsoft.com/office/drawing/2014/main" id="{3914C3E8-E21F-4528-B83C-795435FF1E9E}"/>
              </a:ext>
            </a:extLst>
          </p:cNvPr>
          <p:cNvSpPr>
            <a:spLocks noGrp="1"/>
          </p:cNvSpPr>
          <p:nvPr/>
        </p:nvSpPr>
        <p:spPr>
          <a:xfrm>
            <a:off x="7010400" y="162877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0" y="0"/>
                </a:moveTo>
                <a:lnTo>
                  <a:pt x="96237" y="166688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179" name="F1-same-identity">
            <a:extLst>
              <a:ext uri="{FF2B5EF4-FFF2-40B4-BE49-F238E27FC236}">
                <a16:creationId xmlns:a16="http://schemas.microsoft.com/office/drawing/2014/main" id="{B07F2970-14A1-4351-811A-9C56F52F173C}"/>
              </a:ext>
            </a:extLst>
          </p:cNvPr>
          <p:cNvSpPr>
            <a:spLocks noGrp="1"/>
          </p:cNvSpPr>
          <p:nvPr/>
        </p:nvSpPr>
        <p:spPr>
          <a:xfrm>
            <a:off x="6391275" y="1962150"/>
            <a:ext cx="12573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50B98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B982"/>
                </a:solidFill>
                <a:latin typeface="Arial"/>
                <a:ea typeface="Arial"/>
                <a:cs typeface="Arial"/>
              </a:rPr>
              <a:t>Same identity</a:t>
            </a:r>
          </a:p>
        </p:txBody>
      </p:sp>
      <p:sp>
        <p:nvSpPr>
          <p:cNvPr id="50180" name="F1-reject">
            <a:extLst>
              <a:ext uri="{FF2B5EF4-FFF2-40B4-BE49-F238E27FC236}">
                <a16:creationId xmlns:a16="http://schemas.microsoft.com/office/drawing/2014/main" id="{6413E28B-9F31-4188-9809-0CF731F8968B}"/>
              </a:ext>
            </a:extLst>
          </p:cNvPr>
          <p:cNvSpPr>
            <a:spLocks noGrp="1"/>
          </p:cNvSpPr>
          <p:nvPr/>
        </p:nvSpPr>
        <p:spPr>
          <a:xfrm>
            <a:off x="6438900" y="213360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181" name="F1-false-positive">
            <a:extLst>
              <a:ext uri="{FF2B5EF4-FFF2-40B4-BE49-F238E27FC236}">
                <a16:creationId xmlns:a16="http://schemas.microsoft.com/office/drawing/2014/main" id="{41817555-6B74-49AF-A98A-0B49BE66344E}"/>
              </a:ext>
            </a:extLst>
          </p:cNvPr>
          <p:cNvSpPr>
            <a:spLocks noGrp="1"/>
          </p:cNvSpPr>
          <p:nvPr/>
        </p:nvSpPr>
        <p:spPr>
          <a:xfrm>
            <a:off x="6372225" y="237172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182" name="F1-identity-bond-12">
            <a:extLst>
              <a:ext uri="{FF2B5EF4-FFF2-40B4-BE49-F238E27FC236}">
                <a16:creationId xmlns:a16="http://schemas.microsoft.com/office/drawing/2014/main" id="{6E5BF7CE-BAC4-4165-8317-3C47A699BF8C}"/>
              </a:ext>
            </a:extLst>
          </p:cNvPr>
          <p:cNvSpPr>
            <a:spLocks noGrp="1"/>
          </p:cNvSpPr>
          <p:nvPr/>
        </p:nvSpPr>
        <p:spPr>
          <a:xfrm>
            <a:off x="6817926" y="3536950"/>
            <a:ext cx="192474" cy="111125"/>
          </a:xfrm>
          <a:custGeom>
            <a:avLst/>
            <a:gdLst/>
            <a:ahLst/>
            <a:cxnLst/>
            <a:rect l="0" t="0" r="0" b="0"/>
            <a:pathLst>
              <a:path w="192474" h="111125">
                <a:moveTo>
                  <a:pt x="0" y="111125"/>
                </a:moveTo>
                <a:lnTo>
                  <a:pt x="192474" y="0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183" name="F1-identity-bond-13">
            <a:extLst>
              <a:ext uri="{FF2B5EF4-FFF2-40B4-BE49-F238E27FC236}">
                <a16:creationId xmlns:a16="http://schemas.microsoft.com/office/drawing/2014/main" id="{471B2B6B-E1EB-4424-9AE9-9843EFF11E0F}"/>
              </a:ext>
            </a:extLst>
          </p:cNvPr>
          <p:cNvSpPr>
            <a:spLocks noGrp="1"/>
          </p:cNvSpPr>
          <p:nvPr/>
        </p:nvSpPr>
        <p:spPr>
          <a:xfrm>
            <a:off x="7010400" y="3536950"/>
            <a:ext cx="85239" cy="49213"/>
          </a:xfrm>
          <a:custGeom>
            <a:avLst/>
            <a:gdLst/>
            <a:ahLst/>
            <a:cxnLst/>
            <a:rect l="0" t="0" r="0" b="0"/>
            <a:pathLst>
              <a:path w="85239" h="49213">
                <a:moveTo>
                  <a:pt x="0" y="0"/>
                </a:moveTo>
                <a:lnTo>
                  <a:pt x="85239" y="49213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184" name="F1-identity-bond-14">
            <a:extLst>
              <a:ext uri="{FF2B5EF4-FFF2-40B4-BE49-F238E27FC236}">
                <a16:creationId xmlns:a16="http://schemas.microsoft.com/office/drawing/2014/main" id="{6204F537-7153-4B99-B9A7-10CA6050B442}"/>
              </a:ext>
            </a:extLst>
          </p:cNvPr>
          <p:cNvSpPr>
            <a:spLocks noGrp="1"/>
          </p:cNvSpPr>
          <p:nvPr/>
        </p:nvSpPr>
        <p:spPr>
          <a:xfrm>
            <a:off x="7010400" y="3438525"/>
            <a:ext cx="95" cy="98425"/>
          </a:xfrm>
          <a:custGeom>
            <a:avLst/>
            <a:gdLst/>
            <a:ahLst/>
            <a:cxnLst/>
            <a:rect l="0" t="0" r="0" b="0"/>
            <a:pathLst>
              <a:path w="95" h="98425">
                <a:moveTo>
                  <a:pt x="0" y="98425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185" name="F1-identity-bond-15">
            <a:extLst>
              <a:ext uri="{FF2B5EF4-FFF2-40B4-BE49-F238E27FC236}">
                <a16:creationId xmlns:a16="http://schemas.microsoft.com/office/drawing/2014/main" id="{0C1F6812-8AB4-4DC2-A0E3-CAA2008D3360}"/>
              </a:ext>
            </a:extLst>
          </p:cNvPr>
          <p:cNvSpPr>
            <a:spLocks noGrp="1"/>
          </p:cNvSpPr>
          <p:nvPr/>
        </p:nvSpPr>
        <p:spPr>
          <a:xfrm>
            <a:off x="7046595" y="3438525"/>
            <a:ext cx="95" cy="98425"/>
          </a:xfrm>
          <a:custGeom>
            <a:avLst/>
            <a:gdLst/>
            <a:ahLst/>
            <a:cxnLst/>
            <a:rect l="0" t="0" r="0" b="0"/>
            <a:pathLst>
              <a:path w="95" h="98425">
                <a:moveTo>
                  <a:pt x="0" y="98425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E36A7C"/>
            </a:solidFill>
          </a:ln>
        </p:spPr>
      </p:sp>
      <p:sp>
        <p:nvSpPr>
          <p:cNvPr id="50186" name="F1-identity-atom-background">
            <a:extLst>
              <a:ext uri="{FF2B5EF4-FFF2-40B4-BE49-F238E27FC236}">
                <a16:creationId xmlns:a16="http://schemas.microsoft.com/office/drawing/2014/main" id="{F835C7E1-BA80-488C-9A3C-9A58FBC8B138}"/>
              </a:ext>
            </a:extLst>
          </p:cNvPr>
          <p:cNvSpPr>
            <a:spLocks noGrp="1"/>
          </p:cNvSpPr>
          <p:nvPr/>
        </p:nvSpPr>
        <p:spPr>
          <a:xfrm>
            <a:off x="7145724" y="3571875"/>
            <a:ext cx="28575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187" name="F1-identity-atom">
            <a:extLst>
              <a:ext uri="{FF2B5EF4-FFF2-40B4-BE49-F238E27FC236}">
                <a16:creationId xmlns:a16="http://schemas.microsoft.com/office/drawing/2014/main" id="{275776FA-0EA3-4B42-97CD-0F95DB23B7F4}"/>
              </a:ext>
            </a:extLst>
          </p:cNvPr>
          <p:cNvSpPr>
            <a:spLocks noGrp="1"/>
          </p:cNvSpPr>
          <p:nvPr/>
        </p:nvSpPr>
        <p:spPr>
          <a:xfrm>
            <a:off x="7136199" y="3552825"/>
            <a:ext cx="2857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6A7C"/>
                </a:solidFill>
                <a:latin typeface="Arial"/>
                <a:ea typeface="Arial"/>
                <a:cs typeface="Arial"/>
              </a:rPr>
              <a:t>NH₂</a:t>
            </a:r>
          </a:p>
        </p:txBody>
      </p:sp>
      <p:sp>
        <p:nvSpPr>
          <p:cNvPr id="50188" name="F1-identity-atom-background">
            <a:extLst>
              <a:ext uri="{FF2B5EF4-FFF2-40B4-BE49-F238E27FC236}">
                <a16:creationId xmlns:a16="http://schemas.microsoft.com/office/drawing/2014/main" id="{0A56268B-3212-476F-A1B2-5F3730D94ADA}"/>
              </a:ext>
            </a:extLst>
          </p:cNvPr>
          <p:cNvSpPr>
            <a:spLocks noGrp="1"/>
          </p:cNvSpPr>
          <p:nvPr/>
        </p:nvSpPr>
        <p:spPr>
          <a:xfrm>
            <a:off x="6953250" y="3238500"/>
            <a:ext cx="9525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189" name="F1-identity-atom">
            <a:extLst>
              <a:ext uri="{FF2B5EF4-FFF2-40B4-BE49-F238E27FC236}">
                <a16:creationId xmlns:a16="http://schemas.microsoft.com/office/drawing/2014/main" id="{4982328D-9F3D-464E-95F2-177AA465CD90}"/>
              </a:ext>
            </a:extLst>
          </p:cNvPr>
          <p:cNvSpPr>
            <a:spLocks noGrp="1"/>
          </p:cNvSpPr>
          <p:nvPr/>
        </p:nvSpPr>
        <p:spPr>
          <a:xfrm>
            <a:off x="6943725" y="3219450"/>
            <a:ext cx="95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6A7C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50190" name="F1-SMILES-to-identities">
            <a:extLst>
              <a:ext uri="{FF2B5EF4-FFF2-40B4-BE49-F238E27FC236}">
                <a16:creationId xmlns:a16="http://schemas.microsoft.com/office/drawing/2014/main" id="{AAC894F6-AF04-4828-9EB2-75C2C3AE5527}"/>
              </a:ext>
            </a:extLst>
          </p:cNvPr>
          <p:cNvSpPr>
            <a:spLocks noGrp="1"/>
          </p:cNvSpPr>
          <p:nvPr/>
        </p:nvSpPr>
        <p:spPr>
          <a:xfrm>
            <a:off x="1866900" y="3781425"/>
            <a:ext cx="5153025" cy="342900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191" name="F1-SMILES-identity-entry">
            <a:extLst>
              <a:ext uri="{FF2B5EF4-FFF2-40B4-BE49-F238E27FC236}">
                <a16:creationId xmlns:a16="http://schemas.microsoft.com/office/drawing/2014/main" id="{5035029A-F504-45C7-A83F-35EC5DB1B729}"/>
              </a:ext>
            </a:extLst>
          </p:cNvPr>
          <p:cNvSpPr>
            <a:spLocks noGrp="1"/>
          </p:cNvSpPr>
          <p:nvPr/>
        </p:nvSpPr>
        <p:spPr>
          <a:xfrm>
            <a:off x="7019925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192" name="F1-SMILES-identity-entry-head">
            <a:extLst>
              <a:ext uri="{FF2B5EF4-FFF2-40B4-BE49-F238E27FC236}">
                <a16:creationId xmlns:a16="http://schemas.microsoft.com/office/drawing/2014/main" id="{DCF0D9C7-FCC4-4ECA-B081-77C4AF6C7FA6}"/>
              </a:ext>
            </a:extLst>
          </p:cNvPr>
          <p:cNvSpPr>
            <a:spLocks noGrp="1"/>
          </p:cNvSpPr>
          <p:nvPr/>
        </p:nvSpPr>
        <p:spPr>
          <a:xfrm>
            <a:off x="7002885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grpSp>
        <p:nvGrpSpPr>
          <p:cNvPr id="50201" name="Pose output 0"/>
          <p:cNvGrpSpPr/>
          <p:nvPr/>
        </p:nvGrpSpPr>
        <p:grpSpPr>
          <a:xfrm>
            <a:off x="8743950" y="695325"/>
            <a:ext cx="1495425" cy="1476375"/>
            <a:chOff x="8743950" y="695325"/>
            <a:chExt cx="1495425" cy="1476375"/>
          </a:xfrm>
        </p:grpSpPr>
        <p:sp>
          <p:nvSpPr>
            <p:cNvPr id="50193" name="F1-pose-viewport-0">
              <a:extLst>
                <a:ext uri="{FF2B5EF4-FFF2-40B4-BE49-F238E27FC236}">
                  <a16:creationId xmlns:a16="http://schemas.microsoft.com/office/drawing/2014/main" id="{32A914B1-4146-4000-AB45-3EECF555770A}"/>
                </a:ext>
              </a:extLst>
            </p:cNvPr>
            <p:cNvSpPr>
              <a:spLocks noGrp="1"/>
            </p:cNvSpPr>
            <p:nvPr/>
          </p:nvSpPr>
          <p:spPr>
            <a:xfrm>
              <a:off x="8743950" y="6953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194" name="图片 50193">
              <a:extLst>
                <a:ext uri="{FF2B5EF4-FFF2-40B4-BE49-F238E27FC236}">
                  <a16:creationId xmlns:a16="http://schemas.microsoft.com/office/drawing/2014/main" id="{41175B7E-B47C-4310-8A80-26C4811204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8878306" y="695325"/>
              <a:ext cx="1226714" cy="1476375"/>
            </a:xfrm>
            <a:prstGeom prst="rect">
              <a:avLst/>
            </a:prstGeom>
          </p:spPr>
        </p:pic>
      </p:grpSp>
      <p:grpSp>
        <p:nvGrpSpPr>
          <p:cNvPr id="50202" name="Pose output 1"/>
          <p:cNvGrpSpPr/>
          <p:nvPr/>
        </p:nvGrpSpPr>
        <p:grpSpPr>
          <a:xfrm>
            <a:off x="10306050" y="695325"/>
            <a:ext cx="1495425" cy="1476375"/>
            <a:chOff x="10306050" y="695325"/>
            <a:chExt cx="1495425" cy="1476375"/>
          </a:xfrm>
        </p:grpSpPr>
        <p:sp>
          <p:nvSpPr>
            <p:cNvPr id="50195" name="F1-pose-viewport-1">
              <a:extLst>
                <a:ext uri="{FF2B5EF4-FFF2-40B4-BE49-F238E27FC236}">
                  <a16:creationId xmlns:a16="http://schemas.microsoft.com/office/drawing/2014/main" id="{A59D0CA1-E960-4821-A253-90A64F5B520B}"/>
                </a:ext>
              </a:extLst>
            </p:cNvPr>
            <p:cNvSpPr>
              <a:spLocks noGrp="1"/>
            </p:cNvSpPr>
            <p:nvPr/>
          </p:nvSpPr>
          <p:spPr>
            <a:xfrm>
              <a:off x="10306050" y="6953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196" name="图片 50195">
              <a:extLst>
                <a:ext uri="{FF2B5EF4-FFF2-40B4-BE49-F238E27FC236}">
                  <a16:creationId xmlns:a16="http://schemas.microsoft.com/office/drawing/2014/main" id="{8A47F990-80B6-407E-834B-557B50092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10306050" y="879511"/>
              <a:ext cx="1495425" cy="1108003"/>
            </a:xfrm>
            <a:prstGeom prst="rect">
              <a:avLst/>
            </a:prstGeom>
          </p:spPr>
        </p:pic>
      </p:grpSp>
      <p:grpSp>
        <p:nvGrpSpPr>
          <p:cNvPr id="50203" name="Pose output 2"/>
          <p:cNvGrpSpPr/>
          <p:nvPr/>
        </p:nvGrpSpPr>
        <p:grpSpPr>
          <a:xfrm>
            <a:off x="8743950" y="2447925"/>
            <a:ext cx="1495425" cy="1476375"/>
            <a:chOff x="8743950" y="2447925"/>
            <a:chExt cx="1495425" cy="1476375"/>
          </a:xfrm>
        </p:grpSpPr>
        <p:sp>
          <p:nvSpPr>
            <p:cNvPr id="50197" name="F1-pose-viewport-2">
              <a:extLst>
                <a:ext uri="{FF2B5EF4-FFF2-40B4-BE49-F238E27FC236}">
                  <a16:creationId xmlns:a16="http://schemas.microsoft.com/office/drawing/2014/main" id="{EE0D6AC4-D7BF-4D0B-8B00-241FE6D0728F}"/>
                </a:ext>
              </a:extLst>
            </p:cNvPr>
            <p:cNvSpPr>
              <a:spLocks noGrp="1"/>
            </p:cNvSpPr>
            <p:nvPr/>
          </p:nvSpPr>
          <p:spPr>
            <a:xfrm>
              <a:off x="8743950" y="24479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198" name="图片 50197">
              <a:extLst>
                <a:ext uri="{FF2B5EF4-FFF2-40B4-BE49-F238E27FC236}">
                  <a16:creationId xmlns:a16="http://schemas.microsoft.com/office/drawing/2014/main" id="{8EBEB2DD-DC88-4B28-9069-CBEB16F0D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8743950" y="2505115"/>
              <a:ext cx="1495425" cy="1361995"/>
            </a:xfrm>
            <a:prstGeom prst="rect">
              <a:avLst/>
            </a:prstGeom>
          </p:spPr>
        </p:pic>
      </p:grpSp>
      <p:grpSp>
        <p:nvGrpSpPr>
          <p:cNvPr id="50204" name="Pose output 3"/>
          <p:cNvGrpSpPr/>
          <p:nvPr/>
        </p:nvGrpSpPr>
        <p:grpSpPr>
          <a:xfrm>
            <a:off x="10306050" y="2447925"/>
            <a:ext cx="1495425" cy="1476375"/>
            <a:chOff x="10306050" y="2447925"/>
            <a:chExt cx="1495425" cy="1476375"/>
          </a:xfrm>
        </p:grpSpPr>
        <p:sp>
          <p:nvSpPr>
            <p:cNvPr id="50199" name="F1-pose-viewport-3">
              <a:extLst>
                <a:ext uri="{FF2B5EF4-FFF2-40B4-BE49-F238E27FC236}">
                  <a16:creationId xmlns:a16="http://schemas.microsoft.com/office/drawing/2014/main" id="{A1B822F1-6B5C-4F4D-9911-5FC7A141D89A}"/>
                </a:ext>
              </a:extLst>
            </p:cNvPr>
            <p:cNvSpPr>
              <a:spLocks noGrp="1"/>
            </p:cNvSpPr>
            <p:nvPr/>
          </p:nvSpPr>
          <p:spPr>
            <a:xfrm>
              <a:off x="10306050" y="24479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200" name="图片 50199">
              <a:extLst>
                <a:ext uri="{FF2B5EF4-FFF2-40B4-BE49-F238E27FC236}">
                  <a16:creationId xmlns:a16="http://schemas.microsoft.com/office/drawing/2014/main" id="{4270E65A-2449-402B-B861-4DDE27AE19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/>
          </p:blipFill>
          <p:spPr>
            <a:xfrm>
              <a:off x="10306050" y="2793825"/>
              <a:ext cx="1495425" cy="7845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 / unified"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46" name="F1-Find-input-frame">
            <a:extLst>
              <a:ext uri="{FF2B5EF4-FFF2-40B4-BE49-F238E27FC236}">
                <a16:creationId xmlns:a16="http://schemas.microsoft.com/office/drawing/2014/main" id="{F3327475-A097-4330-A9B3-DA6119E73771}"/>
              </a:ext>
            </a:extLst>
          </p:cNvPr>
          <p:cNvSpPr>
            <a:spLocks noGrp="1"/>
          </p:cNvSpPr>
          <p:nvPr/>
        </p:nvSpPr>
        <p:spPr>
          <a:xfrm>
            <a:off x="171450" y="552450"/>
            <a:ext cx="1695450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247" name="F1-SMILES-input-frame">
            <a:extLst>
              <a:ext uri="{FF2B5EF4-FFF2-40B4-BE49-F238E27FC236}">
                <a16:creationId xmlns:a16="http://schemas.microsoft.com/office/drawing/2014/main" id="{754724AD-F4B4-45E1-9CAB-A3DC2E98D646}"/>
              </a:ext>
            </a:extLst>
          </p:cNvPr>
          <p:cNvSpPr>
            <a:spLocks noGrp="1"/>
          </p:cNvSpPr>
          <p:nvPr/>
        </p:nvSpPr>
        <p:spPr>
          <a:xfrm>
            <a:off x="171450" y="3381375"/>
            <a:ext cx="1695450" cy="1133475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205" name="Original label 3"/>
          <p:cNvGrpSpPr/>
          <p:nvPr/>
        </p:nvGrpSpPr>
        <p:grpSpPr>
          <a:xfrm>
            <a:off x="171450" y="161925"/>
            <a:ext cx="1695450" cy="285750"/>
            <a:chOff x="0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206" name="Original label 4"/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207" name="Original label 5"/>
          <p:cNvGrpSpPr/>
          <p:nvPr/>
        </p:nvGrpSpPr>
        <p:grpSpPr>
          <a:xfrm>
            <a:off x="4657725" y="161925"/>
            <a:ext cx="3133725" cy="285750"/>
            <a:chOff x="0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50208" name="Original label 7"/>
          <p:cNvGrpSpPr/>
          <p:nvPr/>
        </p:nvGrpSpPr>
        <p:grpSpPr>
          <a:xfrm>
            <a:off x="8743950" y="161925"/>
            <a:ext cx="3057525" cy="285750"/>
            <a:chOff x="0" y="0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566738" y="619125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B3B3B3"/>
            </a:solidFill>
            <a:ln w="1524">
              <a:solidFill>
                <a:srgbClr val="B3B3B3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B3B3B3"/>
            </a:solidFill>
            <a:ln w="1524">
              <a:solidFill>
                <a:srgbClr val="B3B3B3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B3B3B3"/>
            </a:solidFill>
            <a:ln w="1524">
              <a:solidFill>
                <a:srgbClr val="B3B3B3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B3B3B3"/>
            </a:solidFill>
            <a:ln w="1524">
              <a:solidFill>
                <a:srgbClr val="B3B3B3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B3B3B3"/>
            </a:solidFill>
            <a:ln w="1524">
              <a:solidFill>
                <a:srgbClr val="B3B3B3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C5C5C5"/>
            </a:solidFill>
            <a:ln w="1524">
              <a:solidFill>
                <a:srgbClr val="C5C5C5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FBFBF"/>
            </a:solidFill>
            <a:ln w="1524">
              <a:solidFill>
                <a:srgbClr val="BFBFBF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B8B8B8"/>
            </a:solidFill>
            <a:ln w="1524">
              <a:solidFill>
                <a:srgbClr val="B8B8B8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D1D1D1"/>
            </a:solidFill>
            <a:ln w="1524">
              <a:solidFill>
                <a:srgbClr val="D1D1D1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ACACA"/>
            </a:solidFill>
            <a:ln w="1524">
              <a:solidFill>
                <a:srgbClr val="CACACA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57225" y="2190750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787878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797979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7979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7979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7A7A7A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7A7A7A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7A7A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7A7A7A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7B7B7B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7B7B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7B7B7B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7B7B7B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7B7B7B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7C7C7C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7C7C7C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7C7C7C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7C7C7C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7D7D7D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7E7E7E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7E7E7E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7E7E7E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7E7E7E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7E7E7E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7E7E7E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7F7F7F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808080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818181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828282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8282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838383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8383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848484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8484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848484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858585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858585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858585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858585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858585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8585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868686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8686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8686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878787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8787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878787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878787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878787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878787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888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888888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888888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888888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8888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888888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898989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8989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8A8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8A8A8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8A8A8A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8A8A8A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8A8A8A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8B8B8B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8B8B8B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8C8C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8C8C8C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8C8C8C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8C8C8C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8C8C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8D8D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8D8D8D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8D8D8D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8D8D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8D8D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8D8D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8E8E8E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8E8E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8E8E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8E8E8E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8E8E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8F8F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F8F8F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F8F8F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8F8F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F8F8F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F8F8F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F8F8F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9090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909090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91919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919191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919191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919191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19191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19191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92929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9292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9292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929292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929292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9292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929292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939393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939393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949494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949494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959595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959595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9696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969696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979797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979797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989898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989898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999999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999999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9A9A9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9A9A9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9B9B9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9B9B9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9C9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9C9C9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9D9D9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9D9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E9E9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E9E9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9F9F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F9F9F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A0A0A0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A0A0A0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A1A1A1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A1A1A1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A2A2A2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A2A2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A3A3A3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A3A3A3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A4A4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A4A4A4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A5A5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A5A5A5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A6A6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A6A6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A7A7A7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A7A7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A8A8A8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A8A8A8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A9A9A9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9A9A9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AAAAAA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AAAAAA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ABABAB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ABABAB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ACACAC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CACAC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DADAD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DADAD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DADAD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DADAD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DADAD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DADAD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EAEAE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EAEAE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EAEAE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EAEAE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EAEAE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EAEAE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EAEAE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EAEAE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EAEAE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FAFAF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FAFAF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B0B0B0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B0B0B0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B1B1B1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B1B1B1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B2B2B2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B2B2B2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3B3B3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B3B3B3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B3B3B3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B4B4B4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4B4B4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4B4B4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B4B4B4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B4B4B4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B4B4B4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4B4B4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4B4B4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B4B4B4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B4B4B4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B5B5B5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B5B5B5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B5B5B5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5B5B5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B5B5B5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B5B5B5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5B5B5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B6B6B6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6B6B6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B6B6B6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B6B6B6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B6B6B6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B6B6B6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B6B6B6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B6B6B6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B7B7B7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7B7B7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B7B7B7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B7B7B7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B7B7B7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B7B7B7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B7B7B7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B7B7B7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B8B8B8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B8B8B8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B8B8B8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B8B8B8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B8B8B8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B8B8B8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B8B8B8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B9B9B9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B9B9B9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B9B9B9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B9B9B9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B9B9B9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B9B9B9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ABABA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BBBBBB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BBBBBB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BBBBB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CBCBC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DBDBD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DBDBD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DBDBD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EBEBE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EBEBE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FBFBF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C1C1C1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C1C1C1"/>
              </a:solidFill>
            </a:ln>
          </p:spPr>
        </p:sp>
      </p:grpSp>
      <p:grpSp>
        <p:nvGrpSpPr>
          <p:cNvPr id="50209" name="Original label 227"/>
          <p:cNvGrpSpPr/>
          <p:nvPr/>
        </p:nvGrpSpPr>
        <p:grpSpPr>
          <a:xfrm>
            <a:off x="266700" y="1724025"/>
            <a:ext cx="1504950" cy="219075"/>
            <a:chOff x="0" y="0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D21E8C88-05A0-A31F-6EE6-E2DC9452E04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210" name="Original label 1972"/>
          <p:cNvGrpSpPr/>
          <p:nvPr/>
        </p:nvGrpSpPr>
        <p:grpSpPr>
          <a:xfrm>
            <a:off x="228600" y="3086100"/>
            <a:ext cx="1581150" cy="219075"/>
            <a:chOff x="0" y="0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9E554E39-4379-D667-41AF-95652E69F2C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D3D3D3"/>
            </a:solidFill>
            <a:ln w="1524">
              <a:solidFill>
                <a:srgbClr val="D3D3D3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D3D3D3"/>
            </a:solidFill>
            <a:ln w="1524">
              <a:solidFill>
                <a:srgbClr val="D3D3D3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D3D3D3"/>
            </a:solidFill>
            <a:ln w="1524">
              <a:solidFill>
                <a:srgbClr val="D3D3D3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D3D3D3"/>
            </a:solidFill>
            <a:ln w="1524">
              <a:solidFill>
                <a:srgbClr val="D3D3D3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D3D3D3"/>
            </a:solidFill>
            <a:ln w="1524">
              <a:solidFill>
                <a:srgbClr val="D3D3D3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DDDDD"/>
            </a:solidFill>
            <a:ln w="1524">
              <a:solidFill>
                <a:srgbClr val="DDDDDD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ADADA"/>
            </a:solidFill>
            <a:ln w="1524">
              <a:solidFill>
                <a:srgbClr val="DADADA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6D6D6"/>
            </a:solidFill>
            <a:ln w="1524">
              <a:solidFill>
                <a:srgbClr val="D6D6D6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7E7E7"/>
            </a:solidFill>
            <a:ln w="1524">
              <a:solidFill>
                <a:srgbClr val="E7E7E7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4E4E4"/>
            </a:solidFill>
            <a:ln w="1524">
              <a:solidFill>
                <a:srgbClr val="E4E4E4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BEBEB"/>
            </a:solidFill>
            <a:ln w="1524">
              <a:solidFill>
                <a:srgbClr val="EBEBEB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E0E0E0"/>
            </a:solidFill>
            <a:ln w="1524">
              <a:solidFill>
                <a:srgbClr val="E0E0E0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FDFDF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FDFDF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DFDF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FDFDF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FDFDF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FDFDF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FDFDF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E0E0E0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E0E0E0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1E1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E1E1E1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E1E1E1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1E1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E1E1E1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E2E2E2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E2E2E2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3E3E3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3E3E3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4E4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4E4E4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5E5E5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5E5E5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6E6E6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6E6E6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7E7E7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7E7E7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8E8E8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8E8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9E9E9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9E9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AEAEA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AEAEA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BEBEB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BEBEB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CECEC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CEC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DED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EDED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EEEEE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EEEEE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FEFEF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FEFEF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FEFEF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FEFEF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FEFEF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FEFEF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F0F0F0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F1F1F1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F1F1F1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211" name="Candidate_B2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212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213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214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215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216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217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218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219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220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221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222" name="Original label 3951 semantic B"/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7A56397E-2AEB-4EE2-C040-F392CA57955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223" name="Original label 3963 semantic B"/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CB727693-443A-8839-97A3-28C85E3A235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224" name="Original label 3997 semantic B"/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C7BEE66F-9CEE-483B-DCDA-902F59C5A73E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225" name="Original label 3974 semantic B"/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30C352BF-14E3-1E73-A83D-526AE0DDDAC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226" name="Original label 3986 semantic B"/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55F4B71F-EA8E-4370-B025-F9225EA7A83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608111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227" name="Original label 4020 semantic B"/>
          <p:cNvGrpSpPr/>
          <p:nvPr/>
        </p:nvGrpSpPr>
        <p:grpSpPr>
          <a:xfrm>
            <a:off x="5303311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53BF098D-8703-652B-7DA9-85D27B8C5B3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228" name="Match_B2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08111" y="1530350"/>
            <a:ext cx="234950" cy="273050"/>
            <a:chOff x="8386763" y="3328988"/>
            <a:chExt cx="352425" cy="409575"/>
          </a:xfrm>
        </p:grpSpPr>
        <p:sp>
          <p:nvSpPr>
            <p:cNvPr id="50229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230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231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232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233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234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235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236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237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238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239" name="Original label 4055 semantic B"/>
          <p:cNvGrpSpPr/>
          <p:nvPr/>
        </p:nvGrpSpPr>
        <p:grpSpPr>
          <a:xfrm>
            <a:off x="5303311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577FCB8-707A-7159-76D0-B1E0BA737C7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608111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240" name="Original label 4066 semantic B"/>
          <p:cNvGrpSpPr/>
          <p:nvPr/>
        </p:nvGrpSpPr>
        <p:grpSpPr>
          <a:xfrm>
            <a:off x="5303311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08111" y="2730500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241" name="Original label 4043 semantic B"/>
          <p:cNvGrpSpPr/>
          <p:nvPr/>
        </p:nvGrpSpPr>
        <p:grpSpPr>
          <a:xfrm>
            <a:off x="5303311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C0E7006B-0B1C-8BFF-5EEF-ED195F43F60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608111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242" name="Original label 4032 semantic B"/>
          <p:cNvGrpSpPr/>
          <p:nvPr/>
        </p:nvGrpSpPr>
        <p:grpSpPr>
          <a:xfrm>
            <a:off x="5303311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99F6E9C-7B10-FEEE-F12F-020B5F866356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8075087" y="2238375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243" name="Original label 1976"/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4B8EDAA0-187B-CE73-4DAE-C453197EB72D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244" name="Original label 4001"/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A22BC6C-6038-8943-C882-42E8A0C2C6C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grpSp>
        <p:nvGrpSpPr>
          <p:cNvPr id="50245" name="Original label 4145"/>
          <p:cNvGrpSpPr/>
          <p:nvPr/>
        </p:nvGrpSpPr>
        <p:grpSpPr>
          <a:xfrm>
            <a:off x="8075087" y="1943100"/>
            <a:ext cx="781050" cy="238125"/>
            <a:chOff x="0" y="0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42B7B582-4E61-94D7-FCAC-3EC648521BF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sp>
        <p:nvSpPr>
          <p:cNvPr id="50248" name="CryoAtom2-dashed">
            <a:extLst>
              <a:ext uri="{FF2B5EF4-FFF2-40B4-BE49-F238E27FC236}">
                <a16:creationId xmlns:a16="http://schemas.microsoft.com/office/drawing/2014/main" id="{9F0F1DBA-D50D-4532-9934-B723EFC0938D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249" name="CryoAtom2-dashed">
            <a:extLst>
              <a:ext uri="{FF2B5EF4-FFF2-40B4-BE49-F238E27FC236}">
                <a16:creationId xmlns:a16="http://schemas.microsoft.com/office/drawing/2014/main" id="{0099B2C5-E4A7-42D0-B5B7-A7ADA23A3DF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250" name="CryoAtom2-dashed">
            <a:extLst>
              <a:ext uri="{FF2B5EF4-FFF2-40B4-BE49-F238E27FC236}">
                <a16:creationId xmlns:a16="http://schemas.microsoft.com/office/drawing/2014/main" id="{A2712AE1-59A5-44B7-9F1F-7AA2EEEEE910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251" name="CryoAtom2-dashed">
            <a:extLst>
              <a:ext uri="{FF2B5EF4-FFF2-40B4-BE49-F238E27FC236}">
                <a16:creationId xmlns:a16="http://schemas.microsoft.com/office/drawing/2014/main" id="{DDB94FD7-D026-4F6A-AE83-1B67BF44A374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252" name="CryoAtom2-arrow">
            <a:extLst>
              <a:ext uri="{FF2B5EF4-FFF2-40B4-BE49-F238E27FC236}">
                <a16:creationId xmlns:a16="http://schemas.microsoft.com/office/drawing/2014/main" id="{84AA32C9-39B6-47FE-8652-74A2F371AE2C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253" name="CryoAtom2-arrow-head">
            <a:extLst>
              <a:ext uri="{FF2B5EF4-FFF2-40B4-BE49-F238E27FC236}">
                <a16:creationId xmlns:a16="http://schemas.microsoft.com/office/drawing/2014/main" id="{43817667-843B-450D-995D-D12BB2D71BF9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254" name="label">
            <a:extLst>
              <a:ext uri="{FF2B5EF4-FFF2-40B4-BE49-F238E27FC236}">
                <a16:creationId xmlns:a16="http://schemas.microsoft.com/office/drawing/2014/main" id="{63641096-9AAB-4776-BF0B-75BF4815126E}"/>
              </a:ext>
            </a:extLst>
          </p:cNvPr>
          <p:cNvSpPr>
            <a:spLocks noGrp="1"/>
          </p:cNvSpPr>
          <p:nvPr/>
        </p:nvSpPr>
        <p:spPr>
          <a:xfrm>
            <a:off x="1085850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255" name="F1-input-selected">
            <a:extLst>
              <a:ext uri="{FF2B5EF4-FFF2-40B4-BE49-F238E27FC236}">
                <a16:creationId xmlns:a16="http://schemas.microsoft.com/office/drawing/2014/main" id="{4A39AADC-5FEA-41A8-ABF9-045AC8289536}"/>
              </a:ext>
            </a:extLst>
          </p:cNvPr>
          <p:cNvSpPr>
            <a:spLocks noGrp="1"/>
          </p:cNvSpPr>
          <p:nvPr/>
        </p:nvSpPr>
        <p:spPr>
          <a:xfrm>
            <a:off x="304800" y="3838575"/>
            <a:ext cx="1409700" cy="190500"/>
          </a:xfrm>
          <a:prstGeom prst="roundRect">
            <a:avLst>
              <a:gd name="adj" fmla="val 40000"/>
            </a:avLst>
          </a:prstGeom>
          <a:solidFill>
            <a:srgbClr val="DCF8EB"/>
          </a:solidFill>
          <a:ln w="9525">
            <a:solidFill>
              <a:srgbClr val="499D86"/>
            </a:solidFill>
          </a:ln>
        </p:spPr>
      </p:sp>
      <p:sp>
        <p:nvSpPr>
          <p:cNvPr id="50256" name="F1-input-SMILES-0">
            <a:extLst>
              <a:ext uri="{FF2B5EF4-FFF2-40B4-BE49-F238E27FC236}">
                <a16:creationId xmlns:a16="http://schemas.microsoft.com/office/drawing/2014/main" id="{FAC94DF8-6D89-452F-BF0D-1F6747AFF7A0}"/>
              </a:ext>
            </a:extLst>
          </p:cNvPr>
          <p:cNvSpPr>
            <a:spLocks noGrp="1"/>
          </p:cNvSpPr>
          <p:nvPr/>
        </p:nvSpPr>
        <p:spPr>
          <a:xfrm>
            <a:off x="333375" y="3486150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257" name="F1-input-SMILES-1">
            <a:extLst>
              <a:ext uri="{FF2B5EF4-FFF2-40B4-BE49-F238E27FC236}">
                <a16:creationId xmlns:a16="http://schemas.microsoft.com/office/drawing/2014/main" id="{03FDE5E2-82FC-4961-9CE4-58D941F183D7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258" name="F1-input-SMILES-2">
            <a:extLst>
              <a:ext uri="{FF2B5EF4-FFF2-40B4-BE49-F238E27FC236}">
                <a16:creationId xmlns:a16="http://schemas.microsoft.com/office/drawing/2014/main" id="{91F86AA9-4270-4720-9994-B759E9B34B47}"/>
              </a:ext>
            </a:extLst>
          </p:cNvPr>
          <p:cNvSpPr>
            <a:spLocks noGrp="1"/>
          </p:cNvSpPr>
          <p:nvPr/>
        </p:nvSpPr>
        <p:spPr>
          <a:xfrm>
            <a:off x="333375" y="3848100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259" name="F1-input-SMILES-3">
            <a:extLst>
              <a:ext uri="{FF2B5EF4-FFF2-40B4-BE49-F238E27FC236}">
                <a16:creationId xmlns:a16="http://schemas.microsoft.com/office/drawing/2014/main" id="{40D307F0-BE39-47B5-8C42-E3315136A548}"/>
              </a:ext>
            </a:extLst>
          </p:cNvPr>
          <p:cNvSpPr>
            <a:spLocks noGrp="1"/>
          </p:cNvSpPr>
          <p:nvPr/>
        </p:nvSpPr>
        <p:spPr>
          <a:xfrm>
            <a:off x="333375" y="4029075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sp>
        <p:nvSpPr>
          <p:cNvPr id="50260" name="F1-input-label">
            <a:extLst>
              <a:ext uri="{FF2B5EF4-FFF2-40B4-BE49-F238E27FC236}">
                <a16:creationId xmlns:a16="http://schemas.microsoft.com/office/drawing/2014/main" id="{70E2ABE4-BA9A-4B2D-A892-36FDB7595F29}"/>
              </a:ext>
            </a:extLst>
          </p:cNvPr>
          <p:cNvSpPr>
            <a:spLocks noGrp="1"/>
          </p:cNvSpPr>
          <p:nvPr/>
        </p:nvSpPr>
        <p:spPr>
          <a:xfrm>
            <a:off x="333375" y="427672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261" name="F1-identity-title">
            <a:extLst>
              <a:ext uri="{FF2B5EF4-FFF2-40B4-BE49-F238E27FC236}">
                <a16:creationId xmlns:a16="http://schemas.microsoft.com/office/drawing/2014/main" id="{D5989C3A-E045-47AA-971C-B6642C1638AD}"/>
              </a:ext>
            </a:extLst>
          </p:cNvPr>
          <p:cNvSpPr>
            <a:spLocks noGrp="1"/>
          </p:cNvSpPr>
          <p:nvPr/>
        </p:nvSpPr>
        <p:spPr>
          <a:xfrm>
            <a:off x="6751111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262" name="F1-match-straight-B1">
            <a:extLst>
              <a:ext uri="{FF2B5EF4-FFF2-40B4-BE49-F238E27FC236}">
                <a16:creationId xmlns:a16="http://schemas.microsoft.com/office/drawing/2014/main" id="{9BC865AB-0873-4AE5-A9BC-A233F13C8D18}"/>
              </a:ext>
            </a:extLst>
          </p:cNvPr>
          <p:cNvSpPr>
            <a:spLocks noGrp="1"/>
          </p:cNvSpPr>
          <p:nvPr/>
        </p:nvSpPr>
        <p:spPr>
          <a:xfrm>
            <a:off x="5922436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50B982"/>
            </a:solidFill>
          </a:ln>
        </p:spPr>
      </p:sp>
      <p:sp>
        <p:nvSpPr>
          <p:cNvPr id="50263" name="F1-match-straight-B2">
            <a:extLst>
              <a:ext uri="{FF2B5EF4-FFF2-40B4-BE49-F238E27FC236}">
                <a16:creationId xmlns:a16="http://schemas.microsoft.com/office/drawing/2014/main" id="{741394A1-536D-4585-A0E9-349CC6195755}"/>
              </a:ext>
            </a:extLst>
          </p:cNvPr>
          <p:cNvSpPr>
            <a:spLocks noGrp="1"/>
          </p:cNvSpPr>
          <p:nvPr/>
        </p:nvSpPr>
        <p:spPr>
          <a:xfrm>
            <a:off x="5922436" y="1666875"/>
            <a:ext cx="971550" cy="133350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50B982"/>
            </a:solidFill>
          </a:ln>
        </p:spPr>
      </p:sp>
      <p:sp>
        <p:nvSpPr>
          <p:cNvPr id="50264" name="F1-match-straight-B3">
            <a:extLst>
              <a:ext uri="{FF2B5EF4-FFF2-40B4-BE49-F238E27FC236}">
                <a16:creationId xmlns:a16="http://schemas.microsoft.com/office/drawing/2014/main" id="{712DFC26-7504-4068-BD9B-29038E7E98C8}"/>
              </a:ext>
            </a:extLst>
          </p:cNvPr>
          <p:cNvSpPr>
            <a:spLocks noGrp="1"/>
          </p:cNvSpPr>
          <p:nvPr/>
        </p:nvSpPr>
        <p:spPr>
          <a:xfrm>
            <a:off x="5922436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265" name="F1-match-straight-B4">
            <a:extLst>
              <a:ext uri="{FF2B5EF4-FFF2-40B4-BE49-F238E27FC236}">
                <a16:creationId xmlns:a16="http://schemas.microsoft.com/office/drawing/2014/main" id="{1784E167-6A07-4699-97FF-9DC9AF53771C}"/>
              </a:ext>
            </a:extLst>
          </p:cNvPr>
          <p:cNvSpPr>
            <a:spLocks noGrp="1"/>
          </p:cNvSpPr>
          <p:nvPr/>
        </p:nvSpPr>
        <p:spPr>
          <a:xfrm>
            <a:off x="5922436" y="1066800"/>
            <a:ext cx="971550" cy="1800225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DDAF36"/>
            </a:solidFill>
          </a:ln>
        </p:spPr>
      </p:sp>
      <p:sp>
        <p:nvSpPr>
          <p:cNvPr id="50266" name="F1-match-straight-B5">
            <a:extLst>
              <a:ext uri="{FF2B5EF4-FFF2-40B4-BE49-F238E27FC236}">
                <a16:creationId xmlns:a16="http://schemas.microsoft.com/office/drawing/2014/main" id="{FAFA6B7B-38C5-4C61-A47E-A4FAFFCE45C8}"/>
              </a:ext>
            </a:extLst>
          </p:cNvPr>
          <p:cNvSpPr>
            <a:spLocks noGrp="1"/>
          </p:cNvSpPr>
          <p:nvPr/>
        </p:nvSpPr>
        <p:spPr>
          <a:xfrm>
            <a:off x="5922436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E36A7C"/>
            </a:solidFill>
          </a:ln>
        </p:spPr>
      </p:sp>
      <p:sp>
        <p:nvSpPr>
          <p:cNvPr id="50267" name="F1-identity-bond-0">
            <a:extLst>
              <a:ext uri="{FF2B5EF4-FFF2-40B4-BE49-F238E27FC236}">
                <a16:creationId xmlns:a16="http://schemas.microsoft.com/office/drawing/2014/main" id="{B5B41C63-6AF4-44A4-ADC5-DA4F4C22CE6E}"/>
              </a:ext>
            </a:extLst>
          </p:cNvPr>
          <p:cNvSpPr>
            <a:spLocks noGrp="1"/>
          </p:cNvSpPr>
          <p:nvPr/>
        </p:nvSpPr>
        <p:spPr>
          <a:xfrm>
            <a:off x="7127669" y="956072"/>
            <a:ext cx="433067" cy="250031"/>
          </a:xfrm>
          <a:custGeom>
            <a:avLst/>
            <a:gdLst/>
            <a:ahLst/>
            <a:cxnLst/>
            <a:rect l="0" t="0" r="0" b="0"/>
            <a:pathLst>
              <a:path w="433067" h="250031">
                <a:moveTo>
                  <a:pt x="0" y="250031"/>
                </a:moveTo>
                <a:lnTo>
                  <a:pt x="433067" y="0"/>
                </a:lnTo>
              </a:path>
            </a:pathLst>
          </a:custGeom>
          <a:noFill/>
          <a:ln w="23813">
            <a:solidFill>
              <a:srgbClr val="DDAF36"/>
            </a:solidFill>
          </a:ln>
        </p:spPr>
      </p:sp>
      <p:sp>
        <p:nvSpPr>
          <p:cNvPr id="50268" name="F1-identity-bond-1">
            <a:extLst>
              <a:ext uri="{FF2B5EF4-FFF2-40B4-BE49-F238E27FC236}">
                <a16:creationId xmlns:a16="http://schemas.microsoft.com/office/drawing/2014/main" id="{61666582-1568-4300-BCE6-AA9CBF25B5FA}"/>
              </a:ext>
            </a:extLst>
          </p:cNvPr>
          <p:cNvSpPr>
            <a:spLocks noGrp="1"/>
          </p:cNvSpPr>
          <p:nvPr/>
        </p:nvSpPr>
        <p:spPr>
          <a:xfrm>
            <a:off x="7560736" y="956072"/>
            <a:ext cx="325831" cy="188119"/>
          </a:xfrm>
          <a:custGeom>
            <a:avLst/>
            <a:gdLst/>
            <a:ahLst/>
            <a:cxnLst/>
            <a:rect l="0" t="0" r="0" b="0"/>
            <a:pathLst>
              <a:path w="325831" h="188119">
                <a:moveTo>
                  <a:pt x="0" y="0"/>
                </a:moveTo>
                <a:lnTo>
                  <a:pt x="325831" y="188119"/>
                </a:lnTo>
              </a:path>
            </a:pathLst>
          </a:custGeom>
          <a:noFill/>
          <a:ln w="23813">
            <a:solidFill>
              <a:srgbClr val="DDAF36"/>
            </a:solidFill>
          </a:ln>
        </p:spPr>
      </p:sp>
      <p:sp>
        <p:nvSpPr>
          <p:cNvPr id="50269" name="F1-identity-atom-background">
            <a:extLst>
              <a:ext uri="{FF2B5EF4-FFF2-40B4-BE49-F238E27FC236}">
                <a16:creationId xmlns:a16="http://schemas.microsoft.com/office/drawing/2014/main" id="{06972D39-63CF-45F5-BD0A-BF2F85D642A0}"/>
              </a:ext>
            </a:extLst>
          </p:cNvPr>
          <p:cNvSpPr>
            <a:spLocks noGrp="1"/>
          </p:cNvSpPr>
          <p:nvPr/>
        </p:nvSpPr>
        <p:spPr>
          <a:xfrm>
            <a:off x="7936653" y="1129903"/>
            <a:ext cx="19050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270" name="F1-identity-atom">
            <a:extLst>
              <a:ext uri="{FF2B5EF4-FFF2-40B4-BE49-F238E27FC236}">
                <a16:creationId xmlns:a16="http://schemas.microsoft.com/office/drawing/2014/main" id="{B2980E29-B19B-4FDE-A599-5E9B8DF7BB95}"/>
              </a:ext>
            </a:extLst>
          </p:cNvPr>
          <p:cNvSpPr>
            <a:spLocks noGrp="1"/>
          </p:cNvSpPr>
          <p:nvPr/>
        </p:nvSpPr>
        <p:spPr>
          <a:xfrm>
            <a:off x="7927128" y="1110853"/>
            <a:ext cx="190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DDAF3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DAF36"/>
                </a:solidFill>
                <a:latin typeface="Arial"/>
                <a:ea typeface="Arial"/>
                <a:cs typeface="Arial"/>
              </a:rPr>
              <a:t>OH</a:t>
            </a:r>
          </a:p>
        </p:txBody>
      </p:sp>
      <p:sp>
        <p:nvSpPr>
          <p:cNvPr id="50271" name="F1-identity-bond-2">
            <a:extLst>
              <a:ext uri="{FF2B5EF4-FFF2-40B4-BE49-F238E27FC236}">
                <a16:creationId xmlns:a16="http://schemas.microsoft.com/office/drawing/2014/main" id="{C28C62E6-52BF-4A87-B061-FD7EDCA3CE5E}"/>
              </a:ext>
            </a:extLst>
          </p:cNvPr>
          <p:cNvSpPr>
            <a:spLocks noGrp="1"/>
          </p:cNvSpPr>
          <p:nvPr/>
        </p:nvSpPr>
        <p:spPr>
          <a:xfrm>
            <a:off x="7656973" y="1795463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192474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72" name="F1-identity-bond-3">
            <a:extLst>
              <a:ext uri="{FF2B5EF4-FFF2-40B4-BE49-F238E27FC236}">
                <a16:creationId xmlns:a16="http://schemas.microsoft.com/office/drawing/2014/main" id="{11A774A3-286B-488D-A357-B441EADE6A44}"/>
              </a:ext>
            </a:extLst>
          </p:cNvPr>
          <p:cNvSpPr>
            <a:spLocks noGrp="1"/>
          </p:cNvSpPr>
          <p:nvPr/>
        </p:nvSpPr>
        <p:spPr>
          <a:xfrm>
            <a:off x="7560736" y="1795463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0"/>
                </a:moveTo>
                <a:lnTo>
                  <a:pt x="0" y="166688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73" name="F1-identity-bond-4">
            <a:extLst>
              <a:ext uri="{FF2B5EF4-FFF2-40B4-BE49-F238E27FC236}">
                <a16:creationId xmlns:a16="http://schemas.microsoft.com/office/drawing/2014/main" id="{18B3B11A-826B-47B4-8894-7AFC12D2129A}"/>
              </a:ext>
            </a:extLst>
          </p:cNvPr>
          <p:cNvSpPr>
            <a:spLocks noGrp="1"/>
          </p:cNvSpPr>
          <p:nvPr/>
        </p:nvSpPr>
        <p:spPr>
          <a:xfrm>
            <a:off x="7529390" y="177736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0"/>
                </a:moveTo>
                <a:lnTo>
                  <a:pt x="0" y="166688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274" name="F1-identity-bond-5">
            <a:extLst>
              <a:ext uri="{FF2B5EF4-FFF2-40B4-BE49-F238E27FC236}">
                <a16:creationId xmlns:a16="http://schemas.microsoft.com/office/drawing/2014/main" id="{EE364BD0-F05D-4326-BFEC-74D77E0EEAF4}"/>
              </a:ext>
            </a:extLst>
          </p:cNvPr>
          <p:cNvSpPr>
            <a:spLocks noGrp="1"/>
          </p:cNvSpPr>
          <p:nvPr/>
        </p:nvSpPr>
        <p:spPr>
          <a:xfrm>
            <a:off x="7368262" y="1962150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192474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75" name="F1-identity-bond-6">
            <a:extLst>
              <a:ext uri="{FF2B5EF4-FFF2-40B4-BE49-F238E27FC236}">
                <a16:creationId xmlns:a16="http://schemas.microsoft.com/office/drawing/2014/main" id="{BD052223-CEA1-4166-9C4B-2B0427079B77}"/>
              </a:ext>
            </a:extLst>
          </p:cNvPr>
          <p:cNvSpPr>
            <a:spLocks noGrp="1"/>
          </p:cNvSpPr>
          <p:nvPr/>
        </p:nvSpPr>
        <p:spPr>
          <a:xfrm>
            <a:off x="7272025" y="1795463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166688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76" name="F1-identity-bond-7">
            <a:extLst>
              <a:ext uri="{FF2B5EF4-FFF2-40B4-BE49-F238E27FC236}">
                <a16:creationId xmlns:a16="http://schemas.microsoft.com/office/drawing/2014/main" id="{CCF91186-3393-4DD4-9BAA-1072105BF4A5}"/>
              </a:ext>
            </a:extLst>
          </p:cNvPr>
          <p:cNvSpPr>
            <a:spLocks noGrp="1"/>
          </p:cNvSpPr>
          <p:nvPr/>
        </p:nvSpPr>
        <p:spPr>
          <a:xfrm>
            <a:off x="7303371" y="177736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96237" y="166688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277" name="F1-identity-bond-8">
            <a:extLst>
              <a:ext uri="{FF2B5EF4-FFF2-40B4-BE49-F238E27FC236}">
                <a16:creationId xmlns:a16="http://schemas.microsoft.com/office/drawing/2014/main" id="{7F727A3C-333F-4EB5-A414-0973A21B66CB}"/>
              </a:ext>
            </a:extLst>
          </p:cNvPr>
          <p:cNvSpPr>
            <a:spLocks noGrp="1"/>
          </p:cNvSpPr>
          <p:nvPr/>
        </p:nvSpPr>
        <p:spPr>
          <a:xfrm>
            <a:off x="7272025" y="162877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0" y="166688"/>
                </a:moveTo>
                <a:lnTo>
                  <a:pt x="96237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78" name="F1-identity-bond-9">
            <a:extLst>
              <a:ext uri="{FF2B5EF4-FFF2-40B4-BE49-F238E27FC236}">
                <a16:creationId xmlns:a16="http://schemas.microsoft.com/office/drawing/2014/main" id="{8FFB058F-30B2-4877-9624-0BD44C029575}"/>
              </a:ext>
            </a:extLst>
          </p:cNvPr>
          <p:cNvSpPr>
            <a:spLocks noGrp="1"/>
          </p:cNvSpPr>
          <p:nvPr/>
        </p:nvSpPr>
        <p:spPr>
          <a:xfrm>
            <a:off x="7368262" y="1628775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0" y="0"/>
                </a:moveTo>
                <a:lnTo>
                  <a:pt x="192474" y="0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79" name="F1-identity-bond-10">
            <a:extLst>
              <a:ext uri="{FF2B5EF4-FFF2-40B4-BE49-F238E27FC236}">
                <a16:creationId xmlns:a16="http://schemas.microsoft.com/office/drawing/2014/main" id="{CF245B31-8F9E-4FA3-8B80-F49BA67B171E}"/>
              </a:ext>
            </a:extLst>
          </p:cNvPr>
          <p:cNvSpPr>
            <a:spLocks noGrp="1"/>
          </p:cNvSpPr>
          <p:nvPr/>
        </p:nvSpPr>
        <p:spPr>
          <a:xfrm>
            <a:off x="7368262" y="1664970"/>
            <a:ext cx="192474" cy="95"/>
          </a:xfrm>
          <a:custGeom>
            <a:avLst/>
            <a:gdLst/>
            <a:ahLst/>
            <a:cxnLst/>
            <a:rect l="0" t="0" r="0" b="0"/>
            <a:pathLst>
              <a:path w="192474" h="95">
                <a:moveTo>
                  <a:pt x="0" y="0"/>
                </a:moveTo>
                <a:lnTo>
                  <a:pt x="192474" y="0"/>
                </a:lnTo>
              </a:path>
            </a:pathLst>
          </a:custGeom>
          <a:noFill/>
          <a:ln w="16193">
            <a:solidFill>
              <a:srgbClr val="50B982"/>
            </a:solidFill>
          </a:ln>
        </p:spPr>
      </p:sp>
      <p:sp>
        <p:nvSpPr>
          <p:cNvPr id="50280" name="F1-identity-bond-11">
            <a:extLst>
              <a:ext uri="{FF2B5EF4-FFF2-40B4-BE49-F238E27FC236}">
                <a16:creationId xmlns:a16="http://schemas.microsoft.com/office/drawing/2014/main" id="{3914C3E8-E21F-4528-B83C-795435FF1E9E}"/>
              </a:ext>
            </a:extLst>
          </p:cNvPr>
          <p:cNvSpPr>
            <a:spLocks noGrp="1"/>
          </p:cNvSpPr>
          <p:nvPr/>
        </p:nvSpPr>
        <p:spPr>
          <a:xfrm>
            <a:off x="7560736" y="1628775"/>
            <a:ext cx="96237" cy="166688"/>
          </a:xfrm>
          <a:custGeom>
            <a:avLst/>
            <a:gdLst/>
            <a:ahLst/>
            <a:cxnLst/>
            <a:rect l="0" t="0" r="0" b="0"/>
            <a:pathLst>
              <a:path w="96237" h="166688">
                <a:moveTo>
                  <a:pt x="0" y="0"/>
                </a:moveTo>
                <a:lnTo>
                  <a:pt x="96237" y="166688"/>
                </a:lnTo>
              </a:path>
            </a:pathLst>
          </a:custGeom>
          <a:noFill/>
          <a:ln w="23813">
            <a:solidFill>
              <a:srgbClr val="50B982"/>
            </a:solidFill>
          </a:ln>
        </p:spPr>
      </p:sp>
      <p:sp>
        <p:nvSpPr>
          <p:cNvPr id="50282" name="F1-reject">
            <a:extLst>
              <a:ext uri="{FF2B5EF4-FFF2-40B4-BE49-F238E27FC236}">
                <a16:creationId xmlns:a16="http://schemas.microsoft.com/office/drawing/2014/main" id="{6413E28B-9F31-4188-9809-0CF731F8968B}"/>
              </a:ext>
            </a:extLst>
          </p:cNvPr>
          <p:cNvSpPr>
            <a:spLocks noGrp="1"/>
          </p:cNvSpPr>
          <p:nvPr/>
        </p:nvSpPr>
        <p:spPr>
          <a:xfrm>
            <a:off x="6989236" y="213360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283" name="F1-false-positive">
            <a:extLst>
              <a:ext uri="{FF2B5EF4-FFF2-40B4-BE49-F238E27FC236}">
                <a16:creationId xmlns:a16="http://schemas.microsoft.com/office/drawing/2014/main" id="{41817555-6B74-49AF-A98A-0B49BE66344E}"/>
              </a:ext>
            </a:extLst>
          </p:cNvPr>
          <p:cNvSpPr>
            <a:spLocks noGrp="1"/>
          </p:cNvSpPr>
          <p:nvPr/>
        </p:nvSpPr>
        <p:spPr>
          <a:xfrm>
            <a:off x="6922561" y="237172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284" name="F1-identity-bond-12">
            <a:extLst>
              <a:ext uri="{FF2B5EF4-FFF2-40B4-BE49-F238E27FC236}">
                <a16:creationId xmlns:a16="http://schemas.microsoft.com/office/drawing/2014/main" id="{6E5BF7CE-BAC4-4165-8317-3C47A699BF8C}"/>
              </a:ext>
            </a:extLst>
          </p:cNvPr>
          <p:cNvSpPr>
            <a:spLocks noGrp="1"/>
          </p:cNvSpPr>
          <p:nvPr/>
        </p:nvSpPr>
        <p:spPr>
          <a:xfrm>
            <a:off x="7368262" y="3536950"/>
            <a:ext cx="192474" cy="111125"/>
          </a:xfrm>
          <a:custGeom>
            <a:avLst/>
            <a:gdLst/>
            <a:ahLst/>
            <a:cxnLst/>
            <a:rect l="0" t="0" r="0" b="0"/>
            <a:pathLst>
              <a:path w="192474" h="111125">
                <a:moveTo>
                  <a:pt x="0" y="111125"/>
                </a:moveTo>
                <a:lnTo>
                  <a:pt x="192474" y="0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285" name="F1-identity-bond-13">
            <a:extLst>
              <a:ext uri="{FF2B5EF4-FFF2-40B4-BE49-F238E27FC236}">
                <a16:creationId xmlns:a16="http://schemas.microsoft.com/office/drawing/2014/main" id="{471B2B6B-E1EB-4424-9AE9-9843EFF11E0F}"/>
              </a:ext>
            </a:extLst>
          </p:cNvPr>
          <p:cNvSpPr>
            <a:spLocks noGrp="1"/>
          </p:cNvSpPr>
          <p:nvPr/>
        </p:nvSpPr>
        <p:spPr>
          <a:xfrm>
            <a:off x="7560736" y="3536950"/>
            <a:ext cx="85239" cy="49213"/>
          </a:xfrm>
          <a:custGeom>
            <a:avLst/>
            <a:gdLst/>
            <a:ahLst/>
            <a:cxnLst/>
            <a:rect l="0" t="0" r="0" b="0"/>
            <a:pathLst>
              <a:path w="85239" h="49213">
                <a:moveTo>
                  <a:pt x="0" y="0"/>
                </a:moveTo>
                <a:lnTo>
                  <a:pt x="85239" y="49213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286" name="F1-identity-bond-14">
            <a:extLst>
              <a:ext uri="{FF2B5EF4-FFF2-40B4-BE49-F238E27FC236}">
                <a16:creationId xmlns:a16="http://schemas.microsoft.com/office/drawing/2014/main" id="{6204F537-7153-4B99-B9A7-10CA6050B442}"/>
              </a:ext>
            </a:extLst>
          </p:cNvPr>
          <p:cNvSpPr>
            <a:spLocks noGrp="1"/>
          </p:cNvSpPr>
          <p:nvPr/>
        </p:nvSpPr>
        <p:spPr>
          <a:xfrm>
            <a:off x="7560736" y="3438525"/>
            <a:ext cx="95" cy="98425"/>
          </a:xfrm>
          <a:custGeom>
            <a:avLst/>
            <a:gdLst/>
            <a:ahLst/>
            <a:cxnLst/>
            <a:rect l="0" t="0" r="0" b="0"/>
            <a:pathLst>
              <a:path w="95" h="98425">
                <a:moveTo>
                  <a:pt x="0" y="98425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E36A7C"/>
            </a:solidFill>
          </a:ln>
        </p:spPr>
      </p:sp>
      <p:sp>
        <p:nvSpPr>
          <p:cNvPr id="50287" name="F1-identity-bond-15">
            <a:extLst>
              <a:ext uri="{FF2B5EF4-FFF2-40B4-BE49-F238E27FC236}">
                <a16:creationId xmlns:a16="http://schemas.microsoft.com/office/drawing/2014/main" id="{0C1F6812-8AB4-4DC2-A0E3-CAA2008D3360}"/>
              </a:ext>
            </a:extLst>
          </p:cNvPr>
          <p:cNvSpPr>
            <a:spLocks noGrp="1"/>
          </p:cNvSpPr>
          <p:nvPr/>
        </p:nvSpPr>
        <p:spPr>
          <a:xfrm>
            <a:off x="7596931" y="3438525"/>
            <a:ext cx="95" cy="98425"/>
          </a:xfrm>
          <a:custGeom>
            <a:avLst/>
            <a:gdLst/>
            <a:ahLst/>
            <a:cxnLst/>
            <a:rect l="0" t="0" r="0" b="0"/>
            <a:pathLst>
              <a:path w="95" h="98425">
                <a:moveTo>
                  <a:pt x="0" y="98425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E36A7C"/>
            </a:solidFill>
          </a:ln>
        </p:spPr>
      </p:sp>
      <p:sp>
        <p:nvSpPr>
          <p:cNvPr id="50288" name="F1-identity-atom-background">
            <a:extLst>
              <a:ext uri="{FF2B5EF4-FFF2-40B4-BE49-F238E27FC236}">
                <a16:creationId xmlns:a16="http://schemas.microsoft.com/office/drawing/2014/main" id="{F835C7E1-BA80-488C-9A3C-9A58FBC8B138}"/>
              </a:ext>
            </a:extLst>
          </p:cNvPr>
          <p:cNvSpPr>
            <a:spLocks noGrp="1"/>
          </p:cNvSpPr>
          <p:nvPr/>
        </p:nvSpPr>
        <p:spPr>
          <a:xfrm>
            <a:off x="7696060" y="3571875"/>
            <a:ext cx="28575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289" name="F1-identity-atom">
            <a:extLst>
              <a:ext uri="{FF2B5EF4-FFF2-40B4-BE49-F238E27FC236}">
                <a16:creationId xmlns:a16="http://schemas.microsoft.com/office/drawing/2014/main" id="{275776FA-0EA3-4B42-97CD-0F95DB23B7F4}"/>
              </a:ext>
            </a:extLst>
          </p:cNvPr>
          <p:cNvSpPr>
            <a:spLocks noGrp="1"/>
          </p:cNvSpPr>
          <p:nvPr/>
        </p:nvSpPr>
        <p:spPr>
          <a:xfrm>
            <a:off x="7686535" y="3552825"/>
            <a:ext cx="2857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6A7C"/>
                </a:solidFill>
                <a:latin typeface="Arial"/>
                <a:ea typeface="Arial"/>
                <a:cs typeface="Arial"/>
              </a:rPr>
              <a:t>NH₂</a:t>
            </a:r>
          </a:p>
        </p:txBody>
      </p:sp>
      <p:sp>
        <p:nvSpPr>
          <p:cNvPr id="50290" name="F1-identity-atom-background">
            <a:extLst>
              <a:ext uri="{FF2B5EF4-FFF2-40B4-BE49-F238E27FC236}">
                <a16:creationId xmlns:a16="http://schemas.microsoft.com/office/drawing/2014/main" id="{0A56268B-3212-476F-A1B2-5F3730D94ADA}"/>
              </a:ext>
            </a:extLst>
          </p:cNvPr>
          <p:cNvSpPr>
            <a:spLocks noGrp="1"/>
          </p:cNvSpPr>
          <p:nvPr/>
        </p:nvSpPr>
        <p:spPr>
          <a:xfrm>
            <a:off x="7503586" y="3238500"/>
            <a:ext cx="95250" cy="152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291" name="F1-identity-atom">
            <a:extLst>
              <a:ext uri="{FF2B5EF4-FFF2-40B4-BE49-F238E27FC236}">
                <a16:creationId xmlns:a16="http://schemas.microsoft.com/office/drawing/2014/main" id="{4982328D-9F3D-464E-95F2-177AA465CD90}"/>
              </a:ext>
            </a:extLst>
          </p:cNvPr>
          <p:cNvSpPr>
            <a:spLocks noGrp="1"/>
          </p:cNvSpPr>
          <p:nvPr/>
        </p:nvSpPr>
        <p:spPr>
          <a:xfrm>
            <a:off x="7494061" y="3219450"/>
            <a:ext cx="95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E36A7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6A7C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50292" name="F1-SMILES-to-identities">
            <a:extLst>
              <a:ext uri="{FF2B5EF4-FFF2-40B4-BE49-F238E27FC236}">
                <a16:creationId xmlns:a16="http://schemas.microsoft.com/office/drawing/2014/main" id="{AAC894F6-AF04-4828-9EB2-75C2C3AE5527}"/>
              </a:ext>
            </a:extLst>
          </p:cNvPr>
          <p:cNvSpPr>
            <a:spLocks noGrp="1"/>
          </p:cNvSpPr>
          <p:nvPr/>
        </p:nvSpPr>
        <p:spPr>
          <a:xfrm>
            <a:off x="1866899" y="3781425"/>
            <a:ext cx="5703361" cy="294990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293" name="F1-SMILES-identity-entry">
            <a:extLst>
              <a:ext uri="{FF2B5EF4-FFF2-40B4-BE49-F238E27FC236}">
                <a16:creationId xmlns:a16="http://schemas.microsoft.com/office/drawing/2014/main" id="{5035029A-F504-45C7-A83F-35EC5DB1B729}"/>
              </a:ext>
            </a:extLst>
          </p:cNvPr>
          <p:cNvSpPr>
            <a:spLocks noGrp="1"/>
          </p:cNvSpPr>
          <p:nvPr/>
        </p:nvSpPr>
        <p:spPr>
          <a:xfrm>
            <a:off x="7570261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294" name="F1-SMILES-identity-entry-head">
            <a:extLst>
              <a:ext uri="{FF2B5EF4-FFF2-40B4-BE49-F238E27FC236}">
                <a16:creationId xmlns:a16="http://schemas.microsoft.com/office/drawing/2014/main" id="{DCF0D9C7-FCC4-4ECA-B081-77C4AF6C7FA6}"/>
              </a:ext>
            </a:extLst>
          </p:cNvPr>
          <p:cNvSpPr>
            <a:spLocks noGrp="1"/>
          </p:cNvSpPr>
          <p:nvPr/>
        </p:nvSpPr>
        <p:spPr>
          <a:xfrm>
            <a:off x="7553221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grpSp>
        <p:nvGrpSpPr>
          <p:cNvPr id="50303" name="Pose output 0"/>
          <p:cNvGrpSpPr/>
          <p:nvPr/>
        </p:nvGrpSpPr>
        <p:grpSpPr>
          <a:xfrm rot="21096627">
            <a:off x="8946454" y="1066800"/>
            <a:ext cx="1276472" cy="1260211"/>
            <a:chOff x="8743950" y="695325"/>
            <a:chExt cx="1495425" cy="1476375"/>
          </a:xfrm>
        </p:grpSpPr>
        <p:sp>
          <p:nvSpPr>
            <p:cNvPr id="50295" name="F1-pose-viewport-0">
              <a:extLst>
                <a:ext uri="{FF2B5EF4-FFF2-40B4-BE49-F238E27FC236}">
                  <a16:creationId xmlns:a16="http://schemas.microsoft.com/office/drawing/2014/main" id="{32A914B1-4146-4000-AB45-3EECF555770A}"/>
                </a:ext>
              </a:extLst>
            </p:cNvPr>
            <p:cNvSpPr>
              <a:spLocks noGrp="1"/>
            </p:cNvSpPr>
            <p:nvPr/>
          </p:nvSpPr>
          <p:spPr>
            <a:xfrm>
              <a:off x="8743950" y="6953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296" name="图片 50295">
              <a:extLst>
                <a:ext uri="{FF2B5EF4-FFF2-40B4-BE49-F238E27FC236}">
                  <a16:creationId xmlns:a16="http://schemas.microsoft.com/office/drawing/2014/main" id="{41175B7E-B47C-4310-8A80-26C4811204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8878306" y="695325"/>
              <a:ext cx="1226714" cy="1476375"/>
            </a:xfrm>
            <a:prstGeom prst="rect">
              <a:avLst/>
            </a:prstGeom>
          </p:spPr>
        </p:pic>
      </p:grpSp>
      <p:grpSp>
        <p:nvGrpSpPr>
          <p:cNvPr id="50304" name="Pose output 1"/>
          <p:cNvGrpSpPr/>
          <p:nvPr/>
        </p:nvGrpSpPr>
        <p:grpSpPr>
          <a:xfrm rot="16522024">
            <a:off x="10188894" y="1037932"/>
            <a:ext cx="1202452" cy="1187134"/>
            <a:chOff x="10306050" y="695325"/>
            <a:chExt cx="1495425" cy="1476375"/>
          </a:xfrm>
        </p:grpSpPr>
        <p:sp>
          <p:nvSpPr>
            <p:cNvPr id="50297" name="F1-pose-viewport-1">
              <a:extLst>
                <a:ext uri="{FF2B5EF4-FFF2-40B4-BE49-F238E27FC236}">
                  <a16:creationId xmlns:a16="http://schemas.microsoft.com/office/drawing/2014/main" id="{A59D0CA1-E960-4821-A253-90A64F5B520B}"/>
                </a:ext>
              </a:extLst>
            </p:cNvPr>
            <p:cNvSpPr>
              <a:spLocks noGrp="1"/>
            </p:cNvSpPr>
            <p:nvPr/>
          </p:nvSpPr>
          <p:spPr>
            <a:xfrm>
              <a:off x="10306050" y="6953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298" name="图片 50297">
              <a:extLst>
                <a:ext uri="{FF2B5EF4-FFF2-40B4-BE49-F238E27FC236}">
                  <a16:creationId xmlns:a16="http://schemas.microsoft.com/office/drawing/2014/main" id="{8A47F990-80B6-407E-834B-557B50092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10306050" y="879511"/>
              <a:ext cx="1495425" cy="1108003"/>
            </a:xfrm>
            <a:prstGeom prst="rect">
              <a:avLst/>
            </a:prstGeom>
          </p:spPr>
        </p:pic>
      </p:grpSp>
      <p:grpSp>
        <p:nvGrpSpPr>
          <p:cNvPr id="50305" name="Pose output 2"/>
          <p:cNvGrpSpPr/>
          <p:nvPr/>
        </p:nvGrpSpPr>
        <p:grpSpPr>
          <a:xfrm rot="311899">
            <a:off x="9044615" y="2368213"/>
            <a:ext cx="1152729" cy="1138045"/>
            <a:chOff x="8743950" y="2447925"/>
            <a:chExt cx="1495425" cy="1476375"/>
          </a:xfrm>
        </p:grpSpPr>
        <p:sp>
          <p:nvSpPr>
            <p:cNvPr id="50299" name="F1-pose-viewport-2">
              <a:extLst>
                <a:ext uri="{FF2B5EF4-FFF2-40B4-BE49-F238E27FC236}">
                  <a16:creationId xmlns:a16="http://schemas.microsoft.com/office/drawing/2014/main" id="{EE0D6AC4-D7BF-4D0B-8B00-241FE6D0728F}"/>
                </a:ext>
              </a:extLst>
            </p:cNvPr>
            <p:cNvSpPr>
              <a:spLocks noGrp="1"/>
            </p:cNvSpPr>
            <p:nvPr/>
          </p:nvSpPr>
          <p:spPr>
            <a:xfrm>
              <a:off x="8743950" y="2447925"/>
              <a:ext cx="1495425" cy="1476375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</p:sp>
        <p:pic>
          <p:nvPicPr>
            <p:cNvPr id="50300" name="图片 50299">
              <a:extLst>
                <a:ext uri="{FF2B5EF4-FFF2-40B4-BE49-F238E27FC236}">
                  <a16:creationId xmlns:a16="http://schemas.microsoft.com/office/drawing/2014/main" id="{8EBEB2DD-DC88-4B28-9069-CBEB16F0D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8743950" y="2505115"/>
              <a:ext cx="1495425" cy="1361995"/>
            </a:xfrm>
            <a:prstGeom prst="rect">
              <a:avLst/>
            </a:prstGeom>
          </p:spPr>
        </p:pic>
      </p:grpSp>
      <p:sp>
        <p:nvSpPr>
          <p:cNvPr id="50301" name="F1-pose-viewport-3">
            <a:extLst>
              <a:ext uri="{FF2B5EF4-FFF2-40B4-BE49-F238E27FC236}">
                <a16:creationId xmlns:a16="http://schemas.microsoft.com/office/drawing/2014/main" id="{A1B822F1-6B5C-4F4D-9911-5FC7A141D89A}"/>
              </a:ext>
            </a:extLst>
          </p:cNvPr>
          <p:cNvSpPr>
            <a:spLocks noGrp="1"/>
          </p:cNvSpPr>
          <p:nvPr/>
        </p:nvSpPr>
        <p:spPr>
          <a:xfrm rot="4402037">
            <a:off x="10306050" y="2447925"/>
            <a:ext cx="1495425" cy="14763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50176" name="图片 50175">
            <a:extLst>
              <a:ext uri="{FF2B5EF4-FFF2-40B4-BE49-F238E27FC236}">
                <a16:creationId xmlns:a16="http://schemas.microsoft.com/office/drawing/2014/main" id="{6C26C815-ECE1-9416-F509-E68FB4E330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 rot="13902787">
            <a:off x="10284394" y="2378604"/>
            <a:ext cx="1086740" cy="104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 / components"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436" name="Shared component alternatives"/>
          <p:cNvGrpSpPr/>
          <p:nvPr/>
        </p:nvGrpSpPr>
        <p:grpSpPr>
          <a:xfrm>
            <a:off x="2713038" y="51594"/>
            <a:ext cx="6480175" cy="4468813"/>
            <a:chOff x="0" y="0"/>
            <a:chExt cx="6480175" cy="4468813"/>
          </a:xfrm>
        </p:grpSpPr>
        <p:sp>
          <p:nvSpPr>
            <p:cNvPr id="50307" name="label">
              <a:extLst>
                <a:ext uri="{FF2B5EF4-FFF2-40B4-BE49-F238E27FC236}">
                  <a16:creationId xmlns:a16="http://schemas.microsoft.com/office/drawing/2014/main" id="{8064D135-69B5-424B-A075-7CBFECEE7142}"/>
                </a:ext>
              </a:extLst>
            </p:cNvPr>
            <p:cNvSpPr>
              <a:spLocks noGrp="1"/>
            </p:cNvSpPr>
            <p:nvPr/>
          </p:nvSpPr>
          <p:spPr>
            <a:xfrm>
              <a:off x="133350" y="85725"/>
              <a:ext cx="619125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75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Reusable components</a:t>
              </a:r>
            </a:p>
          </p:txBody>
        </p:sp>
        <p:sp>
          <p:nvSpPr>
            <p:cNvPr id="50308" name="label">
              <a:extLst>
                <a:ext uri="{FF2B5EF4-FFF2-40B4-BE49-F238E27FC236}">
                  <a16:creationId xmlns:a16="http://schemas.microsoft.com/office/drawing/2014/main" id="{B3F238E2-39A1-4C84-91C6-1C38E2DE009A}"/>
                </a:ext>
              </a:extLst>
            </p:cNvPr>
            <p:cNvSpPr>
              <a:spLocks noGrp="1"/>
            </p:cNvSpPr>
            <p:nvPr/>
          </p:nvSpPr>
          <p:spPr>
            <a:xfrm>
              <a:off x="133350" y="352425"/>
              <a:ext cx="4000500" cy="1524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825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Pose candidates</a:t>
              </a:r>
            </a:p>
          </p:txBody>
        </p:sp>
        <p:sp>
          <p:nvSpPr>
            <p:cNvPr id="50309" name="label">
              <a:extLst>
                <a:ext uri="{FF2B5EF4-FFF2-40B4-BE49-F238E27FC236}">
                  <a16:creationId xmlns:a16="http://schemas.microsoft.com/office/drawing/2014/main" id="{72C0561A-733E-4842-BBC7-B7855CEFCC3F}"/>
                </a:ext>
              </a:extLst>
            </p:cNvPr>
            <p:cNvSpPr>
              <a:spLocks noGrp="1"/>
            </p:cNvSpPr>
            <p:nvPr/>
          </p:nvSpPr>
          <p:spPr>
            <a:xfrm>
              <a:off x="4305300" y="352425"/>
              <a:ext cx="942975" cy="1524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 Pocket</a:t>
              </a:r>
            </a:p>
          </p:txBody>
        </p:sp>
        <p:sp>
          <p:nvSpPr>
            <p:cNvPr id="50310" name="label">
              <a:extLst>
                <a:ext uri="{FF2B5EF4-FFF2-40B4-BE49-F238E27FC236}">
                  <a16:creationId xmlns:a16="http://schemas.microsoft.com/office/drawing/2014/main" id="{C84AD0FD-F749-4245-A017-9CA5BC8B4F6B}"/>
                </a:ext>
              </a:extLst>
            </p:cNvPr>
            <p:cNvSpPr>
              <a:spLocks noGrp="1"/>
            </p:cNvSpPr>
            <p:nvPr/>
          </p:nvSpPr>
          <p:spPr>
            <a:xfrm>
              <a:off x="5353050" y="352425"/>
              <a:ext cx="942975" cy="1524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 Pocket</a:t>
              </a:r>
            </a:p>
          </p:txBody>
        </p:sp>
        <p:sp>
          <p:nvSpPr>
            <p:cNvPr id="50393" name="label">
              <a:extLst>
                <a:ext uri="{FF2B5EF4-FFF2-40B4-BE49-F238E27FC236}">
                  <a16:creationId xmlns:a16="http://schemas.microsoft.com/office/drawing/2014/main" id="{5BF79238-0123-489D-A7AE-84FA05BBBAC5}"/>
                </a:ext>
              </a:extLst>
            </p:cNvPr>
            <p:cNvSpPr>
              <a:spLocks noGrp="1"/>
            </p:cNvSpPr>
            <p:nvPr/>
          </p:nvSpPr>
          <p:spPr>
            <a:xfrm>
              <a:off x="4305300" y="2867025"/>
              <a:ext cx="942975" cy="1524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 input</a:t>
              </a:r>
            </a:p>
          </p:txBody>
        </p:sp>
        <p:sp>
          <p:nvSpPr>
            <p:cNvPr id="50394" name="label">
              <a:extLst>
                <a:ext uri="{FF2B5EF4-FFF2-40B4-BE49-F238E27FC236}">
                  <a16:creationId xmlns:a16="http://schemas.microsoft.com/office/drawing/2014/main" id="{97FD9FFE-9773-4CBF-BB7A-C840B6735246}"/>
                </a:ext>
              </a:extLst>
            </p:cNvPr>
            <p:cNvSpPr>
              <a:spLocks noGrp="1"/>
            </p:cNvSpPr>
            <p:nvPr/>
          </p:nvSpPr>
          <p:spPr>
            <a:xfrm>
              <a:off x="5353050" y="2867025"/>
              <a:ext cx="942975" cy="1524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75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 SMILES</a:t>
              </a:r>
            </a:p>
          </p:txBody>
        </p:sp>
        <p:sp>
          <p:nvSpPr>
            <p:cNvPr id="50411" name="label">
              <a:extLst>
                <a:ext uri="{FF2B5EF4-FFF2-40B4-BE49-F238E27FC236}">
                  <a16:creationId xmlns:a16="http://schemas.microsoft.com/office/drawing/2014/main" id="{5F0AF74F-C4FF-4A06-8F12-E014FED39506}"/>
                </a:ext>
              </a:extLst>
            </p:cNvPr>
            <p:cNvSpPr>
              <a:spLocks noGrp="1"/>
            </p:cNvSpPr>
            <p:nvPr/>
          </p:nvSpPr>
          <p:spPr>
            <a:xfrm>
              <a:off x="4305300" y="4143375"/>
              <a:ext cx="199072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623" b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Green frames mark the four examples used in Fig. 1.</a:t>
              </a:r>
            </a:p>
          </p:txBody>
        </p:sp>
        <p:grpSp>
          <p:nvGrpSpPr>
            <p:cNvPr id="50412" name="Pose candidate 11jb_30"/>
            <p:cNvGrpSpPr/>
            <p:nvPr/>
          </p:nvGrpSpPr>
          <p:grpSpPr>
            <a:xfrm>
              <a:off x="133350" y="542925"/>
              <a:ext cx="962025" cy="885825"/>
              <a:chOff x="133350" y="542925"/>
              <a:chExt cx="962025" cy="885825"/>
            </a:xfrm>
          </p:grpSpPr>
          <p:sp>
            <p:nvSpPr>
              <p:cNvPr id="50311" name="Candidate-11jb_30">
                <a:extLst>
                  <a:ext uri="{FF2B5EF4-FFF2-40B4-BE49-F238E27FC236}">
                    <a16:creationId xmlns:a16="http://schemas.microsoft.com/office/drawing/2014/main" id="{F1B1C9FE-DD83-4F59-B49C-D787C8BCC21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350" y="5429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12" name="图片 50311">
                <a:extLst>
                  <a:ext uri="{FF2B5EF4-FFF2-40B4-BE49-F238E27FC236}">
                    <a16:creationId xmlns:a16="http://schemas.microsoft.com/office/drawing/2014/main" id="{1E6BB66B-C25C-4CB2-8431-A10F1EE5DB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/>
            </p:blipFill>
            <p:spPr>
              <a:xfrm>
                <a:off x="247667" y="561975"/>
                <a:ext cx="733390" cy="647700"/>
              </a:xfrm>
              <a:prstGeom prst="rect">
                <a:avLst/>
              </a:prstGeom>
            </p:spPr>
          </p:pic>
          <p:sp>
            <p:nvSpPr>
              <p:cNvPr id="50313" name="Candidate-identity">
                <a:extLst>
                  <a:ext uri="{FF2B5EF4-FFF2-40B4-BE49-F238E27FC236}">
                    <a16:creationId xmlns:a16="http://schemas.microsoft.com/office/drawing/2014/main" id="{9AF00514-D12A-4EB6-9138-ECF382BFAF7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1219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11JB · AR6</a:t>
                </a:r>
              </a:p>
            </p:txBody>
          </p:sp>
          <p:sp>
            <p:nvSpPr>
              <p:cNvPr id="50314" name="Candidate-instance">
                <a:extLst>
                  <a:ext uri="{FF2B5EF4-FFF2-40B4-BE49-F238E27FC236}">
                    <a16:creationId xmlns:a16="http://schemas.microsoft.com/office/drawing/2014/main" id="{76604C83-0361-49F9-BFE6-97B82F6CB5A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1323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K:2001</a:t>
                </a:r>
              </a:p>
            </p:txBody>
          </p:sp>
        </p:grpSp>
        <p:grpSp>
          <p:nvGrpSpPr>
            <p:cNvPr id="50413" name="Pose candidate 23xk_0"/>
            <p:cNvGrpSpPr/>
            <p:nvPr/>
          </p:nvGrpSpPr>
          <p:grpSpPr>
            <a:xfrm>
              <a:off x="1143000" y="542925"/>
              <a:ext cx="962025" cy="885825"/>
              <a:chOff x="1143000" y="542925"/>
              <a:chExt cx="962025" cy="885825"/>
            </a:xfrm>
          </p:grpSpPr>
          <p:sp>
            <p:nvSpPr>
              <p:cNvPr id="50315" name="Candidate-23xk_0">
                <a:extLst>
                  <a:ext uri="{FF2B5EF4-FFF2-40B4-BE49-F238E27FC236}">
                    <a16:creationId xmlns:a16="http://schemas.microsoft.com/office/drawing/2014/main" id="{D9C8127A-5562-4640-9B6C-5C120BDC44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43000" y="5429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16" name="图片 50315">
                <a:extLst>
                  <a:ext uri="{FF2B5EF4-FFF2-40B4-BE49-F238E27FC236}">
                    <a16:creationId xmlns:a16="http://schemas.microsoft.com/office/drawing/2014/main" id="{AAA217B6-0118-4C94-9265-6BDE2D63E6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/>
            </p:blipFill>
            <p:spPr>
              <a:xfrm>
                <a:off x="1287772" y="561975"/>
                <a:ext cx="672482" cy="647700"/>
              </a:xfrm>
              <a:prstGeom prst="rect">
                <a:avLst/>
              </a:prstGeom>
            </p:spPr>
          </p:pic>
          <p:sp>
            <p:nvSpPr>
              <p:cNvPr id="50317" name="Candidate-identity">
                <a:extLst>
                  <a:ext uri="{FF2B5EF4-FFF2-40B4-BE49-F238E27FC236}">
                    <a16:creationId xmlns:a16="http://schemas.microsoft.com/office/drawing/2014/main" id="{0E5D5A71-186B-47C8-941D-7216772B29A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1219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23XK · HG0</a:t>
                </a:r>
              </a:p>
            </p:txBody>
          </p:sp>
          <p:sp>
            <p:nvSpPr>
              <p:cNvPr id="50318" name="Candidate-instance">
                <a:extLst>
                  <a:ext uri="{FF2B5EF4-FFF2-40B4-BE49-F238E27FC236}">
                    <a16:creationId xmlns:a16="http://schemas.microsoft.com/office/drawing/2014/main" id="{DB2F72EC-EA28-4001-890A-3AD3D74A32B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1323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A:901</a:t>
                </a:r>
              </a:p>
            </p:txBody>
          </p:sp>
        </p:grpSp>
        <p:grpSp>
          <p:nvGrpSpPr>
            <p:cNvPr id="50414" name="Pose candidate 30ga_7"/>
            <p:cNvGrpSpPr/>
            <p:nvPr/>
          </p:nvGrpSpPr>
          <p:grpSpPr>
            <a:xfrm>
              <a:off x="2152650" y="542925"/>
              <a:ext cx="962025" cy="885825"/>
              <a:chOff x="2152650" y="542925"/>
              <a:chExt cx="962025" cy="885825"/>
            </a:xfrm>
          </p:grpSpPr>
          <p:sp>
            <p:nvSpPr>
              <p:cNvPr id="50319" name="Candidate-30ga_7">
                <a:extLst>
                  <a:ext uri="{FF2B5EF4-FFF2-40B4-BE49-F238E27FC236}">
                    <a16:creationId xmlns:a16="http://schemas.microsoft.com/office/drawing/2014/main" id="{ACE1016E-C693-48DA-8FEC-936964FAF0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52650" y="542925"/>
                <a:ext cx="962025" cy="885825"/>
              </a:xfrm>
              <a:prstGeom prst="rect">
                <a:avLst/>
              </a:prstGeom>
              <a:noFill/>
              <a:ln w="9525">
                <a:solidFill>
                  <a:srgbClr val="499D86"/>
                </a:solidFill>
              </a:ln>
            </p:spPr>
          </p:sp>
          <p:pic>
            <p:nvPicPr>
              <p:cNvPr id="50320" name="图片 50319">
                <a:extLst>
                  <a:ext uri="{FF2B5EF4-FFF2-40B4-BE49-F238E27FC236}">
                    <a16:creationId xmlns:a16="http://schemas.microsoft.com/office/drawing/2014/main" id="{7F727CF7-59D5-4B3C-9051-F960E421D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/>
            </p:blipFill>
            <p:spPr>
              <a:xfrm>
                <a:off x="2278086" y="561975"/>
                <a:ext cx="711153" cy="647700"/>
              </a:xfrm>
              <a:prstGeom prst="rect">
                <a:avLst/>
              </a:prstGeom>
            </p:spPr>
          </p:pic>
          <p:sp>
            <p:nvSpPr>
              <p:cNvPr id="50321" name="Candidate-identity">
                <a:extLst>
                  <a:ext uri="{FF2B5EF4-FFF2-40B4-BE49-F238E27FC236}">
                    <a16:creationId xmlns:a16="http://schemas.microsoft.com/office/drawing/2014/main" id="{FA9E14C6-717D-4A1E-8D32-82C2F0CF05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1219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30GA · ATP</a:t>
                </a:r>
              </a:p>
            </p:txBody>
          </p:sp>
          <p:sp>
            <p:nvSpPr>
              <p:cNvPr id="50322" name="Candidate-instance">
                <a:extLst>
                  <a:ext uri="{FF2B5EF4-FFF2-40B4-BE49-F238E27FC236}">
                    <a16:creationId xmlns:a16="http://schemas.microsoft.com/office/drawing/2014/main" id="{CBD9619C-1351-46F2-B5E9-5DAA5F1AF8B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1323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L:401</a:t>
                </a:r>
              </a:p>
            </p:txBody>
          </p:sp>
        </p:grpSp>
        <p:grpSp>
          <p:nvGrpSpPr>
            <p:cNvPr id="50415" name="Pose candidate 9bjj_16"/>
            <p:cNvGrpSpPr/>
            <p:nvPr/>
          </p:nvGrpSpPr>
          <p:grpSpPr>
            <a:xfrm>
              <a:off x="3162300" y="542925"/>
              <a:ext cx="962025" cy="885825"/>
              <a:chOff x="3162300" y="542925"/>
              <a:chExt cx="962025" cy="885825"/>
            </a:xfrm>
          </p:grpSpPr>
          <p:sp>
            <p:nvSpPr>
              <p:cNvPr id="50323" name="Candidate-9bjj_16">
                <a:extLst>
                  <a:ext uri="{FF2B5EF4-FFF2-40B4-BE49-F238E27FC236}">
                    <a16:creationId xmlns:a16="http://schemas.microsoft.com/office/drawing/2014/main" id="{1A8D5DF4-9DF0-4514-96BE-B963DA779BF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62300" y="542925"/>
                <a:ext cx="962025" cy="885825"/>
              </a:xfrm>
              <a:prstGeom prst="rect">
                <a:avLst/>
              </a:prstGeom>
              <a:noFill/>
              <a:ln w="9525">
                <a:solidFill>
                  <a:srgbClr val="499D86"/>
                </a:solidFill>
              </a:ln>
            </p:spPr>
          </p:sp>
          <p:pic>
            <p:nvPicPr>
              <p:cNvPr id="50324" name="图片 50323">
                <a:extLst>
                  <a:ext uri="{FF2B5EF4-FFF2-40B4-BE49-F238E27FC236}">
                    <a16:creationId xmlns:a16="http://schemas.microsoft.com/office/drawing/2014/main" id="{9A221BEE-D293-4CF4-8784-ED24211A8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/>
            </p:blipFill>
            <p:spPr>
              <a:xfrm>
                <a:off x="3374227" y="561975"/>
                <a:ext cx="538171" cy="647700"/>
              </a:xfrm>
              <a:prstGeom prst="rect">
                <a:avLst/>
              </a:prstGeom>
            </p:spPr>
          </p:pic>
          <p:sp>
            <p:nvSpPr>
              <p:cNvPr id="50325" name="Candidate-identity">
                <a:extLst>
                  <a:ext uri="{FF2B5EF4-FFF2-40B4-BE49-F238E27FC236}">
                    <a16:creationId xmlns:a16="http://schemas.microsoft.com/office/drawing/2014/main" id="{83BF56DA-1B18-4F63-A8E7-EAAF091B41D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1219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9BJJ · A1AP0</a:t>
                </a:r>
              </a:p>
            </p:txBody>
          </p:sp>
          <p:sp>
            <p:nvSpPr>
              <p:cNvPr id="50326" name="Candidate-instance">
                <a:extLst>
                  <a:ext uri="{FF2B5EF4-FFF2-40B4-BE49-F238E27FC236}">
                    <a16:creationId xmlns:a16="http://schemas.microsoft.com/office/drawing/2014/main" id="{E5B25775-2738-4CA0-965A-848856D0DA0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1323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E:1001</a:t>
                </a:r>
              </a:p>
            </p:txBody>
          </p:sp>
        </p:grpSp>
        <p:grpSp>
          <p:nvGrpSpPr>
            <p:cNvPr id="50416" name="Pose candidate 9lfa_0"/>
            <p:cNvGrpSpPr/>
            <p:nvPr/>
          </p:nvGrpSpPr>
          <p:grpSpPr>
            <a:xfrm>
              <a:off x="133350" y="1495425"/>
              <a:ext cx="962025" cy="885825"/>
              <a:chOff x="133350" y="1495425"/>
              <a:chExt cx="962025" cy="885825"/>
            </a:xfrm>
          </p:grpSpPr>
          <p:sp>
            <p:nvSpPr>
              <p:cNvPr id="50327" name="Candidate-9lfa_0">
                <a:extLst>
                  <a:ext uri="{FF2B5EF4-FFF2-40B4-BE49-F238E27FC236}">
                    <a16:creationId xmlns:a16="http://schemas.microsoft.com/office/drawing/2014/main" id="{CD297950-6A9A-4116-BDA6-8E3D7F559C7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350" y="14954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28" name="图片 50327">
                <a:extLst>
                  <a:ext uri="{FF2B5EF4-FFF2-40B4-BE49-F238E27FC236}">
                    <a16:creationId xmlns:a16="http://schemas.microsoft.com/office/drawing/2014/main" id="{218B7F17-654B-4C75-8664-B40F7FBDF4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/>
            </p:blipFill>
            <p:spPr>
              <a:xfrm>
                <a:off x="209155" y="1514475"/>
                <a:ext cx="810415" cy="647700"/>
              </a:xfrm>
              <a:prstGeom prst="rect">
                <a:avLst/>
              </a:prstGeom>
            </p:spPr>
          </p:pic>
          <p:sp>
            <p:nvSpPr>
              <p:cNvPr id="50329" name="Candidate-identity">
                <a:extLst>
                  <a:ext uri="{FF2B5EF4-FFF2-40B4-BE49-F238E27FC236}">
                    <a16:creationId xmlns:a16="http://schemas.microsoft.com/office/drawing/2014/main" id="{4560A351-1182-4725-A465-DBF323FE21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2171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9LFA · A1EJF</a:t>
                </a:r>
              </a:p>
            </p:txBody>
          </p:sp>
          <p:sp>
            <p:nvSpPr>
              <p:cNvPr id="50330" name="Candidate-instance">
                <a:extLst>
                  <a:ext uri="{FF2B5EF4-FFF2-40B4-BE49-F238E27FC236}">
                    <a16:creationId xmlns:a16="http://schemas.microsoft.com/office/drawing/2014/main" id="{602CE5D9-480C-40E0-8260-074C23FACD8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2276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A:401</a:t>
                </a:r>
              </a:p>
            </p:txBody>
          </p:sp>
        </p:grpSp>
        <p:grpSp>
          <p:nvGrpSpPr>
            <p:cNvPr id="50417" name="Pose candidate 9llg_2"/>
            <p:cNvGrpSpPr/>
            <p:nvPr/>
          </p:nvGrpSpPr>
          <p:grpSpPr>
            <a:xfrm>
              <a:off x="1143000" y="1495425"/>
              <a:ext cx="962025" cy="885825"/>
              <a:chOff x="1143000" y="1495425"/>
              <a:chExt cx="962025" cy="885825"/>
            </a:xfrm>
          </p:grpSpPr>
          <p:sp>
            <p:nvSpPr>
              <p:cNvPr id="50331" name="Candidate-9llg_2">
                <a:extLst>
                  <a:ext uri="{FF2B5EF4-FFF2-40B4-BE49-F238E27FC236}">
                    <a16:creationId xmlns:a16="http://schemas.microsoft.com/office/drawing/2014/main" id="{42F75BB3-4D32-4FB3-8964-F41E6D7692C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43000" y="1495425"/>
                <a:ext cx="962025" cy="885825"/>
              </a:xfrm>
              <a:prstGeom prst="rect">
                <a:avLst/>
              </a:prstGeom>
              <a:noFill/>
              <a:ln w="9525">
                <a:solidFill>
                  <a:srgbClr val="499D86"/>
                </a:solidFill>
              </a:ln>
            </p:spPr>
          </p:sp>
          <p:pic>
            <p:nvPicPr>
              <p:cNvPr id="50332" name="图片 50331">
                <a:extLst>
                  <a:ext uri="{FF2B5EF4-FFF2-40B4-BE49-F238E27FC236}">
                    <a16:creationId xmlns:a16="http://schemas.microsoft.com/office/drawing/2014/main" id="{3252235B-F83F-4A99-95BD-C37560AFFF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/>
            </p:blipFill>
            <p:spPr>
              <a:xfrm>
                <a:off x="1186926" y="1514475"/>
                <a:ext cx="874174" cy="647700"/>
              </a:xfrm>
              <a:prstGeom prst="rect">
                <a:avLst/>
              </a:prstGeom>
            </p:spPr>
          </p:pic>
          <p:sp>
            <p:nvSpPr>
              <p:cNvPr id="50333" name="Candidate-identity">
                <a:extLst>
                  <a:ext uri="{FF2B5EF4-FFF2-40B4-BE49-F238E27FC236}">
                    <a16:creationId xmlns:a16="http://schemas.microsoft.com/office/drawing/2014/main" id="{71406986-2D36-4622-83F4-E43FF303E7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2171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9LLG · CLR</a:t>
                </a:r>
              </a:p>
            </p:txBody>
          </p:sp>
          <p:sp>
            <p:nvSpPr>
              <p:cNvPr id="50334" name="Candidate-instance">
                <a:extLst>
                  <a:ext uri="{FF2B5EF4-FFF2-40B4-BE49-F238E27FC236}">
                    <a16:creationId xmlns:a16="http://schemas.microsoft.com/office/drawing/2014/main" id="{9EF32413-A119-40EB-A518-1BEA934919E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2276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R:603</a:t>
                </a:r>
              </a:p>
            </p:txBody>
          </p:sp>
        </p:grpSp>
        <p:grpSp>
          <p:nvGrpSpPr>
            <p:cNvPr id="50418" name="Pose candidate 9nal_0"/>
            <p:cNvGrpSpPr/>
            <p:nvPr/>
          </p:nvGrpSpPr>
          <p:grpSpPr>
            <a:xfrm>
              <a:off x="2152650" y="1495425"/>
              <a:ext cx="962025" cy="885825"/>
              <a:chOff x="2152650" y="1495425"/>
              <a:chExt cx="962025" cy="885825"/>
            </a:xfrm>
          </p:grpSpPr>
          <p:sp>
            <p:nvSpPr>
              <p:cNvPr id="50335" name="Candidate-9nal_0">
                <a:extLst>
                  <a:ext uri="{FF2B5EF4-FFF2-40B4-BE49-F238E27FC236}">
                    <a16:creationId xmlns:a16="http://schemas.microsoft.com/office/drawing/2014/main" id="{DE3F8462-A69C-47BE-913E-4F5B220775A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52650" y="14954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36" name="图片 50335">
                <a:extLst>
                  <a:ext uri="{FF2B5EF4-FFF2-40B4-BE49-F238E27FC236}">
                    <a16:creationId xmlns:a16="http://schemas.microsoft.com/office/drawing/2014/main" id="{0BB712EC-AC00-476C-9E4F-42C73C17B0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/>
            </p:blipFill>
            <p:spPr>
              <a:xfrm>
                <a:off x="2261665" y="1514475"/>
                <a:ext cx="743995" cy="647700"/>
              </a:xfrm>
              <a:prstGeom prst="rect">
                <a:avLst/>
              </a:prstGeom>
            </p:spPr>
          </p:pic>
          <p:sp>
            <p:nvSpPr>
              <p:cNvPr id="50337" name="Candidate-identity">
                <a:extLst>
                  <a:ext uri="{FF2B5EF4-FFF2-40B4-BE49-F238E27FC236}">
                    <a16:creationId xmlns:a16="http://schemas.microsoft.com/office/drawing/2014/main" id="{21743997-8460-42C3-A281-D80B41640AA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2171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9NAL · ADP</a:t>
                </a:r>
              </a:p>
            </p:txBody>
          </p:sp>
          <p:sp>
            <p:nvSpPr>
              <p:cNvPr id="50338" name="Candidate-instance">
                <a:extLst>
                  <a:ext uri="{FF2B5EF4-FFF2-40B4-BE49-F238E27FC236}">
                    <a16:creationId xmlns:a16="http://schemas.microsoft.com/office/drawing/2014/main" id="{C6938248-ECEA-4E52-A672-8C7FFD607A6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2276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A:1401</a:t>
                </a:r>
              </a:p>
            </p:txBody>
          </p:sp>
        </p:grpSp>
        <p:grpSp>
          <p:nvGrpSpPr>
            <p:cNvPr id="50419" name="Pose candidate 9q16_0"/>
            <p:cNvGrpSpPr/>
            <p:nvPr/>
          </p:nvGrpSpPr>
          <p:grpSpPr>
            <a:xfrm>
              <a:off x="3162300" y="1495425"/>
              <a:ext cx="962025" cy="885825"/>
              <a:chOff x="3162300" y="1495425"/>
              <a:chExt cx="962025" cy="885825"/>
            </a:xfrm>
          </p:grpSpPr>
          <p:sp>
            <p:nvSpPr>
              <p:cNvPr id="50339" name="Candidate-9q16_0">
                <a:extLst>
                  <a:ext uri="{FF2B5EF4-FFF2-40B4-BE49-F238E27FC236}">
                    <a16:creationId xmlns:a16="http://schemas.microsoft.com/office/drawing/2014/main" id="{99A1D0B7-2341-44ED-9DA5-CD455BFE476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62300" y="14954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40" name="图片 50339">
                <a:extLst>
                  <a:ext uri="{FF2B5EF4-FFF2-40B4-BE49-F238E27FC236}">
                    <a16:creationId xmlns:a16="http://schemas.microsoft.com/office/drawing/2014/main" id="{63E82E18-BDE2-472B-88F2-B7F9F03436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/>
            </p:blipFill>
            <p:spPr>
              <a:xfrm>
                <a:off x="3190875" y="1534213"/>
                <a:ext cx="904875" cy="608224"/>
              </a:xfrm>
              <a:prstGeom prst="rect">
                <a:avLst/>
              </a:prstGeom>
            </p:spPr>
          </p:pic>
          <p:sp>
            <p:nvSpPr>
              <p:cNvPr id="50341" name="Candidate-identity">
                <a:extLst>
                  <a:ext uri="{FF2B5EF4-FFF2-40B4-BE49-F238E27FC236}">
                    <a16:creationId xmlns:a16="http://schemas.microsoft.com/office/drawing/2014/main" id="{81AC43AA-ABE1-424C-A241-A1A8C45F93D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2171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9Q16 · XG4</a:t>
                </a:r>
              </a:p>
            </p:txBody>
          </p:sp>
          <p:sp>
            <p:nvSpPr>
              <p:cNvPr id="50342" name="Candidate-instance">
                <a:extLst>
                  <a:ext uri="{FF2B5EF4-FFF2-40B4-BE49-F238E27FC236}">
                    <a16:creationId xmlns:a16="http://schemas.microsoft.com/office/drawing/2014/main" id="{80B4AB17-AF34-47A6-A6EE-F0CBAE3B47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2276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A:1201</a:t>
                </a:r>
              </a:p>
            </p:txBody>
          </p:sp>
        </p:grpSp>
        <p:grpSp>
          <p:nvGrpSpPr>
            <p:cNvPr id="50420" name="Pose candidate 9qru_3"/>
            <p:cNvGrpSpPr/>
            <p:nvPr/>
          </p:nvGrpSpPr>
          <p:grpSpPr>
            <a:xfrm>
              <a:off x="133350" y="2447925"/>
              <a:ext cx="962025" cy="885825"/>
              <a:chOff x="133350" y="2447925"/>
              <a:chExt cx="962025" cy="885825"/>
            </a:xfrm>
          </p:grpSpPr>
          <p:sp>
            <p:nvSpPr>
              <p:cNvPr id="50343" name="Candidate-9qru_3">
                <a:extLst>
                  <a:ext uri="{FF2B5EF4-FFF2-40B4-BE49-F238E27FC236}">
                    <a16:creationId xmlns:a16="http://schemas.microsoft.com/office/drawing/2014/main" id="{9156104A-BB9F-4D19-9B82-B1F2DCE64F2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350" y="24479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44" name="图片 50343">
                <a:extLst>
                  <a:ext uri="{FF2B5EF4-FFF2-40B4-BE49-F238E27FC236}">
                    <a16:creationId xmlns:a16="http://schemas.microsoft.com/office/drawing/2014/main" id="{DFBA0548-DD00-42F5-8426-7FB3946F1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/>
            </p:blipFill>
            <p:spPr>
              <a:xfrm>
                <a:off x="275839" y="2466975"/>
                <a:ext cx="677048" cy="647700"/>
              </a:xfrm>
              <a:prstGeom prst="rect">
                <a:avLst/>
              </a:prstGeom>
            </p:spPr>
          </p:pic>
          <p:sp>
            <p:nvSpPr>
              <p:cNvPr id="50345" name="Candidate-identity">
                <a:extLst>
                  <a:ext uri="{FF2B5EF4-FFF2-40B4-BE49-F238E27FC236}">
                    <a16:creationId xmlns:a16="http://schemas.microsoft.com/office/drawing/2014/main" id="{70AEFE6A-5C4E-4CEB-A7D2-832880CD1E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3124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9QRU · A1JAX</a:t>
                </a:r>
              </a:p>
            </p:txBody>
          </p:sp>
          <p:sp>
            <p:nvSpPr>
              <p:cNvPr id="50346" name="Candidate-instance">
                <a:extLst>
                  <a:ext uri="{FF2B5EF4-FFF2-40B4-BE49-F238E27FC236}">
                    <a16:creationId xmlns:a16="http://schemas.microsoft.com/office/drawing/2014/main" id="{73D8423B-411B-4F96-986B-88FA5A249F7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3228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B:2801</a:t>
                </a:r>
              </a:p>
            </p:txBody>
          </p:sp>
        </p:grpSp>
        <p:grpSp>
          <p:nvGrpSpPr>
            <p:cNvPr id="50421" name="Pose candidate 9r3d_0"/>
            <p:cNvGrpSpPr/>
            <p:nvPr/>
          </p:nvGrpSpPr>
          <p:grpSpPr>
            <a:xfrm>
              <a:off x="1143000" y="2447925"/>
              <a:ext cx="962025" cy="885825"/>
              <a:chOff x="1143000" y="2447925"/>
              <a:chExt cx="962025" cy="885825"/>
            </a:xfrm>
          </p:grpSpPr>
          <p:sp>
            <p:nvSpPr>
              <p:cNvPr id="50347" name="Candidate-9r3d_0">
                <a:extLst>
                  <a:ext uri="{FF2B5EF4-FFF2-40B4-BE49-F238E27FC236}">
                    <a16:creationId xmlns:a16="http://schemas.microsoft.com/office/drawing/2014/main" id="{67927153-3A57-4AF0-ACEA-07283CCFFAE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43000" y="24479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48" name="图片 50347">
                <a:extLst>
                  <a:ext uri="{FF2B5EF4-FFF2-40B4-BE49-F238E27FC236}">
                    <a16:creationId xmlns:a16="http://schemas.microsoft.com/office/drawing/2014/main" id="{1F9995BA-FA8F-42F5-B38F-E7601A87A3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/>
            </p:blipFill>
            <p:spPr>
              <a:xfrm>
                <a:off x="1212582" y="2466975"/>
                <a:ext cx="822861" cy="647700"/>
              </a:xfrm>
              <a:prstGeom prst="rect">
                <a:avLst/>
              </a:prstGeom>
            </p:spPr>
          </p:pic>
          <p:sp>
            <p:nvSpPr>
              <p:cNvPr id="50349" name="Candidate-identity">
                <a:extLst>
                  <a:ext uri="{FF2B5EF4-FFF2-40B4-BE49-F238E27FC236}">
                    <a16:creationId xmlns:a16="http://schemas.microsoft.com/office/drawing/2014/main" id="{ED7E5E51-678E-4492-938D-BF463F00C70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3124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9R3D · IHP</a:t>
                </a:r>
              </a:p>
            </p:txBody>
          </p:sp>
          <p:sp>
            <p:nvSpPr>
              <p:cNvPr id="50350" name="Candidate-instance">
                <a:extLst>
                  <a:ext uri="{FF2B5EF4-FFF2-40B4-BE49-F238E27FC236}">
                    <a16:creationId xmlns:a16="http://schemas.microsoft.com/office/drawing/2014/main" id="{B5278109-C234-489A-B65D-842F974DA95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3228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A:2401</a:t>
                </a:r>
              </a:p>
            </p:txBody>
          </p:sp>
        </p:grpSp>
        <p:grpSp>
          <p:nvGrpSpPr>
            <p:cNvPr id="50422" name="Pose candidate 9u7j_2"/>
            <p:cNvGrpSpPr/>
            <p:nvPr/>
          </p:nvGrpSpPr>
          <p:grpSpPr>
            <a:xfrm>
              <a:off x="2152650" y="2447925"/>
              <a:ext cx="962025" cy="885825"/>
              <a:chOff x="2152650" y="2447925"/>
              <a:chExt cx="962025" cy="885825"/>
            </a:xfrm>
          </p:grpSpPr>
          <p:sp>
            <p:nvSpPr>
              <p:cNvPr id="50351" name="Candidate-9u7j_2">
                <a:extLst>
                  <a:ext uri="{FF2B5EF4-FFF2-40B4-BE49-F238E27FC236}">
                    <a16:creationId xmlns:a16="http://schemas.microsoft.com/office/drawing/2014/main" id="{4666D125-894F-456D-BCC9-84E91523DEF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52650" y="24479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52" name="图片 50351">
                <a:extLst>
                  <a:ext uri="{FF2B5EF4-FFF2-40B4-BE49-F238E27FC236}">
                    <a16:creationId xmlns:a16="http://schemas.microsoft.com/office/drawing/2014/main" id="{6EEF7001-3857-4D53-89A7-E667B8AAAB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/>
            </p:blipFill>
            <p:spPr>
              <a:xfrm>
                <a:off x="2307841" y="2466975"/>
                <a:ext cx="651643" cy="647700"/>
              </a:xfrm>
              <a:prstGeom prst="rect">
                <a:avLst/>
              </a:prstGeom>
            </p:spPr>
          </p:pic>
          <p:sp>
            <p:nvSpPr>
              <p:cNvPr id="50353" name="Candidate-identity">
                <a:extLst>
                  <a:ext uri="{FF2B5EF4-FFF2-40B4-BE49-F238E27FC236}">
                    <a16:creationId xmlns:a16="http://schemas.microsoft.com/office/drawing/2014/main" id="{2FD81CA5-A5E6-410D-9BE3-DBF62390A4A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3124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9U7J · GDU</a:t>
                </a:r>
              </a:p>
            </p:txBody>
          </p:sp>
          <p:sp>
            <p:nvSpPr>
              <p:cNvPr id="50354" name="Candidate-instance">
                <a:extLst>
                  <a:ext uri="{FF2B5EF4-FFF2-40B4-BE49-F238E27FC236}">
                    <a16:creationId xmlns:a16="http://schemas.microsoft.com/office/drawing/2014/main" id="{C520BD1A-8F93-4BC4-963E-5D8AB2E24AB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3228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A:801</a:t>
                </a:r>
              </a:p>
            </p:txBody>
          </p:sp>
        </p:grpSp>
        <p:grpSp>
          <p:nvGrpSpPr>
            <p:cNvPr id="50423" name="Pose candidate 9ub7_3"/>
            <p:cNvGrpSpPr/>
            <p:nvPr/>
          </p:nvGrpSpPr>
          <p:grpSpPr>
            <a:xfrm>
              <a:off x="3162300" y="2447925"/>
              <a:ext cx="962025" cy="885825"/>
              <a:chOff x="3162300" y="2447925"/>
              <a:chExt cx="962025" cy="885825"/>
            </a:xfrm>
          </p:grpSpPr>
          <p:sp>
            <p:nvSpPr>
              <p:cNvPr id="50355" name="Candidate-9ub7_3">
                <a:extLst>
                  <a:ext uri="{FF2B5EF4-FFF2-40B4-BE49-F238E27FC236}">
                    <a16:creationId xmlns:a16="http://schemas.microsoft.com/office/drawing/2014/main" id="{CA692256-67D5-47D7-BDF5-A9B66A6F46A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62300" y="24479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56" name="图片 50355">
                <a:extLst>
                  <a:ext uri="{FF2B5EF4-FFF2-40B4-BE49-F238E27FC236}">
                    <a16:creationId xmlns:a16="http://schemas.microsoft.com/office/drawing/2014/main" id="{3D3ED332-611E-43C8-96EA-A36FC1EF12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/>
            </p:blipFill>
            <p:spPr>
              <a:xfrm>
                <a:off x="3201833" y="2466975"/>
                <a:ext cx="882960" cy="647700"/>
              </a:xfrm>
              <a:prstGeom prst="rect">
                <a:avLst/>
              </a:prstGeom>
            </p:spPr>
          </p:pic>
          <p:sp>
            <p:nvSpPr>
              <p:cNvPr id="50357" name="Candidate-identity">
                <a:extLst>
                  <a:ext uri="{FF2B5EF4-FFF2-40B4-BE49-F238E27FC236}">
                    <a16:creationId xmlns:a16="http://schemas.microsoft.com/office/drawing/2014/main" id="{A6E0825F-FA00-468E-8647-898688643E9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31242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9UB7 · Y01</a:t>
                </a:r>
              </a:p>
            </p:txBody>
          </p:sp>
          <p:sp>
            <p:nvSpPr>
              <p:cNvPr id="50358" name="Candidate-instance">
                <a:extLst>
                  <a:ext uri="{FF2B5EF4-FFF2-40B4-BE49-F238E27FC236}">
                    <a16:creationId xmlns:a16="http://schemas.microsoft.com/office/drawing/2014/main" id="{2CC9F659-9E72-4DAF-B8E5-637F11006D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32289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A:701</a:t>
                </a:r>
              </a:p>
            </p:txBody>
          </p:sp>
        </p:grpSp>
        <p:grpSp>
          <p:nvGrpSpPr>
            <p:cNvPr id="50424" name="Pose candidate 9ujf_9"/>
            <p:cNvGrpSpPr/>
            <p:nvPr/>
          </p:nvGrpSpPr>
          <p:grpSpPr>
            <a:xfrm>
              <a:off x="133350" y="3400425"/>
              <a:ext cx="962025" cy="885825"/>
              <a:chOff x="133350" y="3400425"/>
              <a:chExt cx="962025" cy="885825"/>
            </a:xfrm>
          </p:grpSpPr>
          <p:sp>
            <p:nvSpPr>
              <p:cNvPr id="50359" name="Candidate-9ujf_9">
                <a:extLst>
                  <a:ext uri="{FF2B5EF4-FFF2-40B4-BE49-F238E27FC236}">
                    <a16:creationId xmlns:a16="http://schemas.microsoft.com/office/drawing/2014/main" id="{EBD7F4B1-EA9C-4498-AA54-DFB8BF6BDA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350" y="34004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60" name="图片 50359">
                <a:extLst>
                  <a:ext uri="{FF2B5EF4-FFF2-40B4-BE49-F238E27FC236}">
                    <a16:creationId xmlns:a16="http://schemas.microsoft.com/office/drawing/2014/main" id="{2E255BED-A03A-41A2-A1DC-B7168D1B0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/>
            </p:blipFill>
            <p:spPr>
              <a:xfrm>
                <a:off x="287681" y="3419475"/>
                <a:ext cx="653363" cy="647700"/>
              </a:xfrm>
              <a:prstGeom prst="rect">
                <a:avLst/>
              </a:prstGeom>
            </p:spPr>
          </p:pic>
          <p:sp>
            <p:nvSpPr>
              <p:cNvPr id="50361" name="Candidate-identity">
                <a:extLst>
                  <a:ext uri="{FF2B5EF4-FFF2-40B4-BE49-F238E27FC236}">
                    <a16:creationId xmlns:a16="http://schemas.microsoft.com/office/drawing/2014/main" id="{9FF84571-5275-464D-9AF3-5995A7AD98D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4076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9UJF · GTP</a:t>
                </a:r>
              </a:p>
            </p:txBody>
          </p:sp>
          <p:sp>
            <p:nvSpPr>
              <p:cNvPr id="50362" name="Candidate-instance">
                <a:extLst>
                  <a:ext uri="{FF2B5EF4-FFF2-40B4-BE49-F238E27FC236}">
                    <a16:creationId xmlns:a16="http://schemas.microsoft.com/office/drawing/2014/main" id="{32484DEA-3BF9-4B6D-9D5D-8AF36443F7E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1925" y="4181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D:201</a:t>
                </a:r>
              </a:p>
            </p:txBody>
          </p:sp>
        </p:grpSp>
        <p:grpSp>
          <p:nvGrpSpPr>
            <p:cNvPr id="50425" name="Pose candidate 9z2u_0"/>
            <p:cNvGrpSpPr/>
            <p:nvPr/>
          </p:nvGrpSpPr>
          <p:grpSpPr>
            <a:xfrm>
              <a:off x="1143000" y="3400425"/>
              <a:ext cx="962025" cy="885825"/>
              <a:chOff x="1143000" y="3400425"/>
              <a:chExt cx="962025" cy="885825"/>
            </a:xfrm>
          </p:grpSpPr>
          <p:sp>
            <p:nvSpPr>
              <p:cNvPr id="50363" name="Candidate-9z2u_0">
                <a:extLst>
                  <a:ext uri="{FF2B5EF4-FFF2-40B4-BE49-F238E27FC236}">
                    <a16:creationId xmlns:a16="http://schemas.microsoft.com/office/drawing/2014/main" id="{7D9992F1-D503-4783-AC5D-3BF6D7BCEA8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43000" y="34004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64" name="图片 50363">
                <a:extLst>
                  <a:ext uri="{FF2B5EF4-FFF2-40B4-BE49-F238E27FC236}">
                    <a16:creationId xmlns:a16="http://schemas.microsoft.com/office/drawing/2014/main" id="{BFE16B7A-AF1A-426D-933D-E658744F3A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/>
            </p:blipFill>
            <p:spPr>
              <a:xfrm>
                <a:off x="1282421" y="3419475"/>
                <a:ext cx="683183" cy="647700"/>
              </a:xfrm>
              <a:prstGeom prst="rect">
                <a:avLst/>
              </a:prstGeom>
            </p:spPr>
          </p:pic>
          <p:sp>
            <p:nvSpPr>
              <p:cNvPr id="50365" name="Candidate-identity">
                <a:extLst>
                  <a:ext uri="{FF2B5EF4-FFF2-40B4-BE49-F238E27FC236}">
                    <a16:creationId xmlns:a16="http://schemas.microsoft.com/office/drawing/2014/main" id="{85BC17BE-02C1-4437-8A56-0145FF39E9E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4076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9Z2U · SAH</a:t>
                </a:r>
              </a:p>
            </p:txBody>
          </p:sp>
          <p:sp>
            <p:nvSpPr>
              <p:cNvPr id="50366" name="Candidate-instance">
                <a:extLst>
                  <a:ext uri="{FF2B5EF4-FFF2-40B4-BE49-F238E27FC236}">
                    <a16:creationId xmlns:a16="http://schemas.microsoft.com/office/drawing/2014/main" id="{0BC939AB-1905-44E6-BBD2-BDFE2B4457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71575" y="4181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A:801</a:t>
                </a:r>
              </a:p>
            </p:txBody>
          </p:sp>
        </p:grpSp>
        <p:grpSp>
          <p:nvGrpSpPr>
            <p:cNvPr id="50426" name="Pose candidate 9wup_2"/>
            <p:cNvGrpSpPr/>
            <p:nvPr/>
          </p:nvGrpSpPr>
          <p:grpSpPr>
            <a:xfrm>
              <a:off x="2152650" y="3400425"/>
              <a:ext cx="962025" cy="885825"/>
              <a:chOff x="2152650" y="3400425"/>
              <a:chExt cx="962025" cy="885825"/>
            </a:xfrm>
          </p:grpSpPr>
          <p:sp>
            <p:nvSpPr>
              <p:cNvPr id="50367" name="Candidate-9wup_2">
                <a:extLst>
                  <a:ext uri="{FF2B5EF4-FFF2-40B4-BE49-F238E27FC236}">
                    <a16:creationId xmlns:a16="http://schemas.microsoft.com/office/drawing/2014/main" id="{BA897851-EDF8-409C-B05C-592238EA41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52650" y="3400425"/>
                <a:ext cx="962025" cy="885825"/>
              </a:xfrm>
              <a:prstGeom prst="rect">
                <a:avLst/>
              </a:prstGeom>
              <a:noFill/>
              <a:ln w="9525">
                <a:solidFill>
                  <a:srgbClr val="499D86"/>
                </a:solidFill>
              </a:ln>
            </p:spPr>
          </p:sp>
          <p:pic>
            <p:nvPicPr>
              <p:cNvPr id="50368" name="图片 50367">
                <a:extLst>
                  <a:ext uri="{FF2B5EF4-FFF2-40B4-BE49-F238E27FC236}">
                    <a16:creationId xmlns:a16="http://schemas.microsoft.com/office/drawing/2014/main" id="{FE010FFC-D1BD-4926-9A40-53345B158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/>
            </p:blipFill>
            <p:spPr>
              <a:xfrm>
                <a:off x="2181225" y="3505953"/>
                <a:ext cx="904875" cy="474743"/>
              </a:xfrm>
              <a:prstGeom prst="rect">
                <a:avLst/>
              </a:prstGeom>
            </p:spPr>
          </p:pic>
          <p:sp>
            <p:nvSpPr>
              <p:cNvPr id="50369" name="Candidate-identity">
                <a:extLst>
                  <a:ext uri="{FF2B5EF4-FFF2-40B4-BE49-F238E27FC236}">
                    <a16:creationId xmlns:a16="http://schemas.microsoft.com/office/drawing/2014/main" id="{B6BA2DCE-5C92-46E8-9179-F01B011C03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4076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1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9WUP · FAD</a:t>
                </a:r>
              </a:p>
            </p:txBody>
          </p:sp>
          <p:sp>
            <p:nvSpPr>
              <p:cNvPr id="50370" name="Candidate-instance">
                <a:extLst>
                  <a:ext uri="{FF2B5EF4-FFF2-40B4-BE49-F238E27FC236}">
                    <a16:creationId xmlns:a16="http://schemas.microsoft.com/office/drawing/2014/main" id="{0293600B-33EE-4D01-8E82-E68279C9450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1225" y="4181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A:1103</a:t>
                </a:r>
              </a:p>
            </p:txBody>
          </p:sp>
        </p:grpSp>
        <p:grpSp>
          <p:nvGrpSpPr>
            <p:cNvPr id="50427" name="Pose candidate 9x0x_9"/>
            <p:cNvGrpSpPr/>
            <p:nvPr/>
          </p:nvGrpSpPr>
          <p:grpSpPr>
            <a:xfrm>
              <a:off x="3162300" y="3400425"/>
              <a:ext cx="962025" cy="885825"/>
              <a:chOff x="3162300" y="3400425"/>
              <a:chExt cx="962025" cy="885825"/>
            </a:xfrm>
          </p:grpSpPr>
          <p:sp>
            <p:nvSpPr>
              <p:cNvPr id="50371" name="Candidate-9x0x_9">
                <a:extLst>
                  <a:ext uri="{FF2B5EF4-FFF2-40B4-BE49-F238E27FC236}">
                    <a16:creationId xmlns:a16="http://schemas.microsoft.com/office/drawing/2014/main" id="{52E909A2-D199-40BC-9D16-92B2967379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62300" y="3400425"/>
                <a:ext cx="962025" cy="88582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72" name="图片 50371">
                <a:extLst>
                  <a:ext uri="{FF2B5EF4-FFF2-40B4-BE49-F238E27FC236}">
                    <a16:creationId xmlns:a16="http://schemas.microsoft.com/office/drawing/2014/main" id="{F8BC3DE4-957D-43B4-9A10-3723B7DB64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/>
              <a:stretch/>
            </p:blipFill>
            <p:spPr>
              <a:xfrm>
                <a:off x="3282859" y="3419475"/>
                <a:ext cx="720907" cy="647700"/>
              </a:xfrm>
              <a:prstGeom prst="rect">
                <a:avLst/>
              </a:prstGeom>
            </p:spPr>
          </p:pic>
          <p:sp>
            <p:nvSpPr>
              <p:cNvPr id="50373" name="Candidate-identity">
                <a:extLst>
                  <a:ext uri="{FF2B5EF4-FFF2-40B4-BE49-F238E27FC236}">
                    <a16:creationId xmlns:a16="http://schemas.microsoft.com/office/drawing/2014/main" id="{C736ECE8-0571-492F-9EBD-A6CB77129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4076700"/>
                <a:ext cx="904875" cy="1047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6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9X0X · PTY</a:t>
                </a:r>
              </a:p>
            </p:txBody>
          </p:sp>
          <p:sp>
            <p:nvSpPr>
              <p:cNvPr id="50374" name="Candidate-instance">
                <a:extLst>
                  <a:ext uri="{FF2B5EF4-FFF2-40B4-BE49-F238E27FC236}">
                    <a16:creationId xmlns:a16="http://schemas.microsoft.com/office/drawing/2014/main" id="{906A9DB3-7131-4F16-AEB9-C992C9D30E7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90875" y="4181475"/>
                <a:ext cx="904875" cy="857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563" b="0">
                    <a:solidFill>
                      <a:srgbClr val="687780"/>
                    </a:solidFill>
                    <a:latin typeface="Arial"/>
                    <a:ea typeface="Arial"/>
                    <a:cs typeface="Arial"/>
                  </a:rPr>
                  <a:t>V:801</a:t>
                </a:r>
              </a:p>
            </p:txBody>
          </p:sp>
        </p:grpSp>
        <p:grpSp>
          <p:nvGrpSpPr>
            <p:cNvPr id="50428" name="match Pocket surface"/>
            <p:cNvGrpSpPr/>
            <p:nvPr/>
          </p:nvGrpSpPr>
          <p:grpSpPr>
            <a:xfrm>
              <a:off x="4305300" y="542925"/>
              <a:ext cx="942975" cy="714375"/>
              <a:chOff x="4305300" y="542925"/>
              <a:chExt cx="942975" cy="714375"/>
            </a:xfrm>
          </p:grpSpPr>
          <p:sp>
            <p:nvSpPr>
              <p:cNvPr id="50375" name="Pocket-viewport-match-surface">
                <a:extLst>
                  <a:ext uri="{FF2B5EF4-FFF2-40B4-BE49-F238E27FC236}">
                    <a16:creationId xmlns:a16="http://schemas.microsoft.com/office/drawing/2014/main" id="{E2C8BE07-537A-4E4F-871E-8C26C6487B5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5300" y="542925"/>
                <a:ext cx="942975" cy="71437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76" name="图片 50375">
                <a:extLst>
                  <a:ext uri="{FF2B5EF4-FFF2-40B4-BE49-F238E27FC236}">
                    <a16:creationId xmlns:a16="http://schemas.microsoft.com/office/drawing/2014/main" id="{AE6A1840-163A-43CF-AA2D-1A219AC152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/>
              <a:stretch/>
            </p:blipFill>
            <p:spPr>
              <a:xfrm>
                <a:off x="4454196" y="561975"/>
                <a:ext cx="645182" cy="533400"/>
              </a:xfrm>
              <a:prstGeom prst="rect">
                <a:avLst/>
              </a:prstGeom>
            </p:spPr>
          </p:pic>
          <p:sp>
            <p:nvSpPr>
              <p:cNvPr id="50377" name="Pocket-variant-label">
                <a:extLst>
                  <a:ext uri="{FF2B5EF4-FFF2-40B4-BE49-F238E27FC236}">
                    <a16:creationId xmlns:a16="http://schemas.microsoft.com/office/drawing/2014/main" id="{0DB6A400-C16E-4A53-8CDB-FDE1987F596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350" y="1114425"/>
                <a:ext cx="904875" cy="114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1 · surface</a:t>
                </a:r>
              </a:p>
            </p:txBody>
          </p:sp>
        </p:grpSp>
        <p:grpSp>
          <p:nvGrpSpPr>
            <p:cNvPr id="50429" name="build Pocket surface"/>
            <p:cNvGrpSpPr/>
            <p:nvPr/>
          </p:nvGrpSpPr>
          <p:grpSpPr>
            <a:xfrm>
              <a:off x="5353050" y="542925"/>
              <a:ext cx="942975" cy="714375"/>
              <a:chOff x="5353050" y="542925"/>
              <a:chExt cx="942975" cy="714375"/>
            </a:xfrm>
          </p:grpSpPr>
          <p:sp>
            <p:nvSpPr>
              <p:cNvPr id="50378" name="Pocket-viewport-build-surface">
                <a:extLst>
                  <a:ext uri="{FF2B5EF4-FFF2-40B4-BE49-F238E27FC236}">
                    <a16:creationId xmlns:a16="http://schemas.microsoft.com/office/drawing/2014/main" id="{756D2A1F-FF3E-413B-A73F-2C70A586DFA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53050" y="542925"/>
                <a:ext cx="942975" cy="71437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79" name="图片 50378">
                <a:extLst>
                  <a:ext uri="{FF2B5EF4-FFF2-40B4-BE49-F238E27FC236}">
                    <a16:creationId xmlns:a16="http://schemas.microsoft.com/office/drawing/2014/main" id="{BE715B2C-823F-4153-89A2-6F668584EB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/>
            </p:blipFill>
            <p:spPr>
              <a:xfrm>
                <a:off x="5501946" y="561975"/>
                <a:ext cx="645182" cy="533400"/>
              </a:xfrm>
              <a:prstGeom prst="rect">
                <a:avLst/>
              </a:prstGeom>
            </p:spPr>
          </p:pic>
          <p:sp>
            <p:nvSpPr>
              <p:cNvPr id="50380" name="Pocket-variant-label">
                <a:extLst>
                  <a:ext uri="{FF2B5EF4-FFF2-40B4-BE49-F238E27FC236}">
                    <a16:creationId xmlns:a16="http://schemas.microsoft.com/office/drawing/2014/main" id="{02494F29-0E91-45CE-A6AF-7D6D2EF1E7B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72100" y="1114425"/>
                <a:ext cx="904875" cy="114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1 · surface</a:t>
                </a:r>
              </a:p>
            </p:txBody>
          </p:sp>
        </p:grpSp>
        <p:grpSp>
          <p:nvGrpSpPr>
            <p:cNvPr id="50430" name="match Pocket atoms"/>
            <p:cNvGrpSpPr/>
            <p:nvPr/>
          </p:nvGrpSpPr>
          <p:grpSpPr>
            <a:xfrm>
              <a:off x="4305300" y="1295400"/>
              <a:ext cx="942975" cy="714375"/>
              <a:chOff x="4305300" y="1295400"/>
              <a:chExt cx="942975" cy="714375"/>
            </a:xfrm>
          </p:grpSpPr>
          <p:sp>
            <p:nvSpPr>
              <p:cNvPr id="50381" name="Pocket-viewport-match-atoms">
                <a:extLst>
                  <a:ext uri="{FF2B5EF4-FFF2-40B4-BE49-F238E27FC236}">
                    <a16:creationId xmlns:a16="http://schemas.microsoft.com/office/drawing/2014/main" id="{17E4E881-1482-4394-87FF-F196F083414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5300" y="1295400"/>
                <a:ext cx="942975" cy="71437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82" name="图片 50381">
                <a:extLst>
                  <a:ext uri="{FF2B5EF4-FFF2-40B4-BE49-F238E27FC236}">
                    <a16:creationId xmlns:a16="http://schemas.microsoft.com/office/drawing/2014/main" id="{6C239667-7278-43FA-BB99-4D69D091A3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/>
            </p:blipFill>
            <p:spPr>
              <a:xfrm>
                <a:off x="4454196" y="1314450"/>
                <a:ext cx="645182" cy="533400"/>
              </a:xfrm>
              <a:prstGeom prst="rect">
                <a:avLst/>
              </a:prstGeom>
            </p:spPr>
          </p:pic>
          <p:sp>
            <p:nvSpPr>
              <p:cNvPr id="50383" name="Pocket-variant-label">
                <a:extLst>
                  <a:ext uri="{FF2B5EF4-FFF2-40B4-BE49-F238E27FC236}">
                    <a16:creationId xmlns:a16="http://schemas.microsoft.com/office/drawing/2014/main" id="{800D9D5E-09AD-4268-B3CF-889F68FC806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350" y="1866900"/>
                <a:ext cx="904875" cy="114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2B · sticks</a:t>
                </a:r>
              </a:p>
            </p:txBody>
          </p:sp>
        </p:grpSp>
        <p:grpSp>
          <p:nvGrpSpPr>
            <p:cNvPr id="50431" name="build Pocket atoms"/>
            <p:cNvGrpSpPr/>
            <p:nvPr/>
          </p:nvGrpSpPr>
          <p:grpSpPr>
            <a:xfrm>
              <a:off x="5353050" y="1295400"/>
              <a:ext cx="942975" cy="714375"/>
              <a:chOff x="5353050" y="1295400"/>
              <a:chExt cx="942975" cy="714375"/>
            </a:xfrm>
          </p:grpSpPr>
          <p:sp>
            <p:nvSpPr>
              <p:cNvPr id="50384" name="Pocket-viewport-build-atoms">
                <a:extLst>
                  <a:ext uri="{FF2B5EF4-FFF2-40B4-BE49-F238E27FC236}">
                    <a16:creationId xmlns:a16="http://schemas.microsoft.com/office/drawing/2014/main" id="{F7D2BC41-3F56-447B-8B08-E6DFA154887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53050" y="1295400"/>
                <a:ext cx="942975" cy="71437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85" name="图片 50384">
                <a:extLst>
                  <a:ext uri="{FF2B5EF4-FFF2-40B4-BE49-F238E27FC236}">
                    <a16:creationId xmlns:a16="http://schemas.microsoft.com/office/drawing/2014/main" id="{9B302B7C-8902-4D63-B7D5-3AF632FA4C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/>
            </p:blipFill>
            <p:spPr>
              <a:xfrm>
                <a:off x="5501946" y="1314450"/>
                <a:ext cx="645182" cy="533400"/>
              </a:xfrm>
              <a:prstGeom prst="rect">
                <a:avLst/>
              </a:prstGeom>
            </p:spPr>
          </p:pic>
          <p:sp>
            <p:nvSpPr>
              <p:cNvPr id="50386" name="Pocket-variant-label">
                <a:extLst>
                  <a:ext uri="{FF2B5EF4-FFF2-40B4-BE49-F238E27FC236}">
                    <a16:creationId xmlns:a16="http://schemas.microsoft.com/office/drawing/2014/main" id="{FDE9106C-DA28-4E3F-9CFA-815729FF6A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72100" y="1866900"/>
                <a:ext cx="904875" cy="114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2B · sticks</a:t>
                </a:r>
              </a:p>
            </p:txBody>
          </p:sp>
        </p:grpSp>
        <p:grpSp>
          <p:nvGrpSpPr>
            <p:cNvPr id="50432" name="match Pocket cartoon"/>
            <p:cNvGrpSpPr/>
            <p:nvPr/>
          </p:nvGrpSpPr>
          <p:grpSpPr>
            <a:xfrm>
              <a:off x="4305300" y="2047875"/>
              <a:ext cx="942975" cy="714375"/>
              <a:chOff x="4305300" y="2047875"/>
              <a:chExt cx="942975" cy="714375"/>
            </a:xfrm>
          </p:grpSpPr>
          <p:sp>
            <p:nvSpPr>
              <p:cNvPr id="50387" name="Pocket-viewport-match-cartoon">
                <a:extLst>
                  <a:ext uri="{FF2B5EF4-FFF2-40B4-BE49-F238E27FC236}">
                    <a16:creationId xmlns:a16="http://schemas.microsoft.com/office/drawing/2014/main" id="{56D1A2A7-6D7C-4F38-BBF0-A8EC1CBF048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5300" y="2047875"/>
                <a:ext cx="942975" cy="71437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88" name="图片 50387">
                <a:extLst>
                  <a:ext uri="{FF2B5EF4-FFF2-40B4-BE49-F238E27FC236}">
                    <a16:creationId xmlns:a16="http://schemas.microsoft.com/office/drawing/2014/main" id="{2BFDF6F6-B29D-4DE6-954C-F2B779C78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/>
              <a:stretch/>
            </p:blipFill>
            <p:spPr>
              <a:xfrm>
                <a:off x="4454196" y="2066925"/>
                <a:ext cx="645182" cy="533400"/>
              </a:xfrm>
              <a:prstGeom prst="rect">
                <a:avLst/>
              </a:prstGeom>
            </p:spPr>
          </p:pic>
          <p:sp>
            <p:nvSpPr>
              <p:cNvPr id="50389" name="Pocket-variant-label">
                <a:extLst>
                  <a:ext uri="{FF2B5EF4-FFF2-40B4-BE49-F238E27FC236}">
                    <a16:creationId xmlns:a16="http://schemas.microsoft.com/office/drawing/2014/main" id="{14E5CE5C-D456-4882-B552-4B08E82475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350" y="2619375"/>
                <a:ext cx="904875" cy="114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Cartoon only</a:t>
                </a:r>
              </a:p>
            </p:txBody>
          </p:sp>
        </p:grpSp>
        <p:grpSp>
          <p:nvGrpSpPr>
            <p:cNvPr id="50433" name="build Pocket cartoon"/>
            <p:cNvGrpSpPr/>
            <p:nvPr/>
          </p:nvGrpSpPr>
          <p:grpSpPr>
            <a:xfrm>
              <a:off x="5353050" y="2047875"/>
              <a:ext cx="942975" cy="714375"/>
              <a:chOff x="5353050" y="2047875"/>
              <a:chExt cx="942975" cy="714375"/>
            </a:xfrm>
          </p:grpSpPr>
          <p:sp>
            <p:nvSpPr>
              <p:cNvPr id="50390" name="Pocket-viewport-build-cartoon">
                <a:extLst>
                  <a:ext uri="{FF2B5EF4-FFF2-40B4-BE49-F238E27FC236}">
                    <a16:creationId xmlns:a16="http://schemas.microsoft.com/office/drawing/2014/main" id="{18E5179D-1F63-4026-86D0-08472EC73B0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53050" y="2047875"/>
                <a:ext cx="942975" cy="714375"/>
              </a:xfrm>
              <a:prstGeom prst="rect">
                <a:avLst/>
              </a:prstGeom>
              <a:noFill/>
              <a:ln w="5239">
                <a:solidFill>
                  <a:srgbClr val="DFE5E9"/>
                </a:solidFill>
              </a:ln>
            </p:spPr>
          </p:sp>
          <p:pic>
            <p:nvPicPr>
              <p:cNvPr id="50391" name="图片 50390">
                <a:extLst>
                  <a:ext uri="{FF2B5EF4-FFF2-40B4-BE49-F238E27FC236}">
                    <a16:creationId xmlns:a16="http://schemas.microsoft.com/office/drawing/2014/main" id="{90FCD99F-4BEE-4D5C-8D7F-54C07A297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/>
              <a:stretch/>
            </p:blipFill>
            <p:spPr>
              <a:xfrm>
                <a:off x="5501946" y="2066925"/>
                <a:ext cx="645182" cy="533400"/>
              </a:xfrm>
              <a:prstGeom prst="rect">
                <a:avLst/>
              </a:prstGeom>
            </p:spPr>
          </p:pic>
          <p:sp>
            <p:nvSpPr>
              <p:cNvPr id="50392" name="Pocket-variant-label">
                <a:extLst>
                  <a:ext uri="{FF2B5EF4-FFF2-40B4-BE49-F238E27FC236}">
                    <a16:creationId xmlns:a16="http://schemas.microsoft.com/office/drawing/2014/main" id="{9B52FAE9-7265-4F8A-ACE9-6C5D8B0B76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72100" y="2619375"/>
                <a:ext cx="904875" cy="114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0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Cartoon only</a:t>
                </a:r>
              </a:p>
            </p:txBody>
          </p:sp>
        </p:grpSp>
        <p:grpSp>
          <p:nvGrpSpPr>
            <p:cNvPr id="50434" name="SMILES input component"/>
            <p:cNvGrpSpPr/>
            <p:nvPr/>
          </p:nvGrpSpPr>
          <p:grpSpPr>
            <a:xfrm>
              <a:off x="4305300" y="3067050"/>
              <a:ext cx="942975" cy="981075"/>
              <a:chOff x="4305300" y="3067050"/>
              <a:chExt cx="942975" cy="981075"/>
            </a:xfrm>
          </p:grpSpPr>
          <p:sp>
            <p:nvSpPr>
              <p:cNvPr id="50395" name="Board-input-SMILES-frame">
                <a:extLst>
                  <a:ext uri="{FF2B5EF4-FFF2-40B4-BE49-F238E27FC236}">
                    <a16:creationId xmlns:a16="http://schemas.microsoft.com/office/drawing/2014/main" id="{1E5A088D-E78C-41A3-A572-86672A4BDA9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5300" y="3067050"/>
                <a:ext cx="942975" cy="981075"/>
              </a:xfrm>
              <a:prstGeom prst="roundRect">
                <a:avLst>
                  <a:gd name="adj" fmla="val 8081"/>
                </a:avLst>
              </a:prstGeom>
              <a:noFill/>
              <a:ln w="7620">
                <a:solidFill>
                  <a:srgbClr val="BAC8D1"/>
                </a:solidFill>
              </a:ln>
            </p:spPr>
          </p:sp>
          <p:sp>
            <p:nvSpPr>
              <p:cNvPr id="50396" name="Board-input-selected">
                <a:extLst>
                  <a:ext uri="{FF2B5EF4-FFF2-40B4-BE49-F238E27FC236}">
                    <a16:creationId xmlns:a16="http://schemas.microsoft.com/office/drawing/2014/main" id="{D73F6FDB-88C8-4202-9536-F49B7D967A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62450" y="3476625"/>
                <a:ext cx="819150" cy="180975"/>
              </a:xfrm>
              <a:prstGeom prst="roundRect">
                <a:avLst>
                  <a:gd name="adj" fmla="val 42105"/>
                </a:avLst>
              </a:prstGeom>
              <a:solidFill>
                <a:srgbClr val="DCF8EB"/>
              </a:solidFill>
              <a:ln w="9525">
                <a:solidFill>
                  <a:srgbClr val="499D86"/>
                </a:solidFill>
              </a:ln>
            </p:spPr>
          </p:sp>
          <p:sp>
            <p:nvSpPr>
              <p:cNvPr id="50397" name="Board-input-SMILES-0">
                <a:extLst>
                  <a:ext uri="{FF2B5EF4-FFF2-40B4-BE49-F238E27FC236}">
                    <a16:creationId xmlns:a16="http://schemas.microsoft.com/office/drawing/2014/main" id="{9D4F04B0-0FBD-4D45-BE30-7BC14776D69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91025" y="3143250"/>
                <a:ext cx="762000" cy="1714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CCO</a:t>
                </a:r>
              </a:p>
            </p:txBody>
          </p:sp>
          <p:sp>
            <p:nvSpPr>
              <p:cNvPr id="50398" name="Board-input-SMILES-1">
                <a:extLst>
                  <a:ext uri="{FF2B5EF4-FFF2-40B4-BE49-F238E27FC236}">
                    <a16:creationId xmlns:a16="http://schemas.microsoft.com/office/drawing/2014/main" id="{21119EF4-01E3-40EB-B4C6-083C3C5AD22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91025" y="3314700"/>
                <a:ext cx="762000" cy="1714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CC(=O)O</a:t>
                </a:r>
              </a:p>
            </p:txBody>
          </p:sp>
          <p:sp>
            <p:nvSpPr>
              <p:cNvPr id="50399" name="Board-input-SMILES-2">
                <a:extLst>
                  <a:ext uri="{FF2B5EF4-FFF2-40B4-BE49-F238E27FC236}">
                    <a16:creationId xmlns:a16="http://schemas.microsoft.com/office/drawing/2014/main" id="{02B8C35F-1E18-4543-9475-11C7176C05B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91025" y="3486150"/>
                <a:ext cx="762000" cy="1714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rPr>
                  <a:t>Cc1ccccc1</a:t>
                </a:r>
              </a:p>
            </p:txBody>
          </p:sp>
          <p:sp>
            <p:nvSpPr>
              <p:cNvPr id="50400" name="Board-input-SMILES-3">
                <a:extLst>
                  <a:ext uri="{FF2B5EF4-FFF2-40B4-BE49-F238E27FC236}">
                    <a16:creationId xmlns:a16="http://schemas.microsoft.com/office/drawing/2014/main" id="{490F2D7E-962A-4816-9A80-94BA05F509C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91025" y="3657600"/>
                <a:ext cx="762000" cy="1714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CC(N)=O</a:t>
                </a:r>
              </a:p>
            </p:txBody>
          </p:sp>
          <p:sp>
            <p:nvSpPr>
              <p:cNvPr id="50401" name="label">
                <a:extLst>
                  <a:ext uri="{FF2B5EF4-FFF2-40B4-BE49-F238E27FC236}">
                    <a16:creationId xmlns:a16="http://schemas.microsoft.com/office/drawing/2014/main" id="{7147CC1B-EC6A-4F12-B637-9E1EFB00EEC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81500" y="3848100"/>
                <a:ext cx="790575" cy="1428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ctr">
                  <a:def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675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SMILES</a:t>
                </a:r>
              </a:p>
            </p:txBody>
          </p:sp>
        </p:grpSp>
        <p:grpSp>
          <p:nvGrpSpPr>
            <p:cNvPr id="50435" name="Build SMILES component"/>
            <p:cNvGrpSpPr/>
            <p:nvPr/>
          </p:nvGrpSpPr>
          <p:grpSpPr>
            <a:xfrm>
              <a:off x="5353050" y="3067050"/>
              <a:ext cx="942975" cy="981075"/>
              <a:chOff x="5353050" y="3067050"/>
              <a:chExt cx="942975" cy="981075"/>
            </a:xfrm>
          </p:grpSpPr>
          <p:sp>
            <p:nvSpPr>
              <p:cNvPr id="50402" name="Board-build-SMILES-frame">
                <a:extLst>
                  <a:ext uri="{FF2B5EF4-FFF2-40B4-BE49-F238E27FC236}">
                    <a16:creationId xmlns:a16="http://schemas.microsoft.com/office/drawing/2014/main" id="{888D1253-AAC3-4A3B-8A4F-71FEA5BC810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53050" y="3067050"/>
                <a:ext cx="942975" cy="981075"/>
              </a:xfrm>
              <a:prstGeom prst="roundRect">
                <a:avLst>
                  <a:gd name="adj" fmla="val 8081"/>
                </a:avLst>
              </a:prstGeom>
              <a:noFill/>
              <a:ln w="7620">
                <a:solidFill>
                  <a:srgbClr val="BAC8D1"/>
                </a:solidFill>
              </a:ln>
            </p:spPr>
          </p:sp>
          <p:sp>
            <p:nvSpPr>
              <p:cNvPr id="50403" name="Board-build-selected">
                <a:extLst>
                  <a:ext uri="{FF2B5EF4-FFF2-40B4-BE49-F238E27FC236}">
                    <a16:creationId xmlns:a16="http://schemas.microsoft.com/office/drawing/2014/main" id="{17614961-EB0D-4E1E-9681-12794EC24CF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10200" y="3505200"/>
                <a:ext cx="819150" cy="142875"/>
              </a:xfrm>
              <a:prstGeom prst="roundRect">
                <a:avLst>
                  <a:gd name="adj" fmla="val 50000"/>
                </a:avLst>
              </a:prstGeom>
              <a:solidFill>
                <a:srgbClr val="DCF8EB"/>
              </a:solidFill>
              <a:ln w="7620">
                <a:solidFill>
                  <a:srgbClr val="499D86"/>
                </a:solidFill>
              </a:ln>
            </p:spPr>
          </p:sp>
          <p:sp>
            <p:nvSpPr>
              <p:cNvPr id="50404" name="Board-build-SMILES">
                <a:extLst>
                  <a:ext uri="{FF2B5EF4-FFF2-40B4-BE49-F238E27FC236}">
                    <a16:creationId xmlns:a16="http://schemas.microsoft.com/office/drawing/2014/main" id="{68BDEA77-DAA8-440D-8148-F2BB2004041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38775" y="3133725"/>
                <a:ext cx="762000" cy="1333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CCO</a:t>
                </a:r>
              </a:p>
            </p:txBody>
          </p:sp>
          <p:sp>
            <p:nvSpPr>
              <p:cNvPr id="50405" name="Board-build-SMILES">
                <a:extLst>
                  <a:ext uri="{FF2B5EF4-FFF2-40B4-BE49-F238E27FC236}">
                    <a16:creationId xmlns:a16="http://schemas.microsoft.com/office/drawing/2014/main" id="{84AA93B5-4819-46FD-B343-D816AC04FA3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38775" y="3295650"/>
                <a:ext cx="762000" cy="1333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CC(=O)O</a:t>
                </a:r>
              </a:p>
            </p:txBody>
          </p:sp>
          <p:sp>
            <p:nvSpPr>
              <p:cNvPr id="50406" name="Board-build-continuation">
                <a:extLst>
                  <a:ext uri="{FF2B5EF4-FFF2-40B4-BE49-F238E27FC236}">
                    <a16:creationId xmlns:a16="http://schemas.microsoft.com/office/drawing/2014/main" id="{6DDCAE59-8333-4717-B703-8A4A44B4BFF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38775" y="3457575"/>
                <a:ext cx="9525" cy="9525"/>
              </a:xfrm>
              <a:prstGeom prst="ellipse">
                <a:avLst/>
              </a:prstGeom>
              <a:solidFill>
                <a:srgbClr val="687780"/>
              </a:solidFill>
              <a:ln w="0">
                <a:noFill/>
              </a:ln>
            </p:spPr>
          </p:sp>
          <p:sp>
            <p:nvSpPr>
              <p:cNvPr id="50407" name="Board-build-continuation">
                <a:extLst>
                  <a:ext uri="{FF2B5EF4-FFF2-40B4-BE49-F238E27FC236}">
                    <a16:creationId xmlns:a16="http://schemas.microsoft.com/office/drawing/2014/main" id="{0E3885BC-2702-453A-8A7B-06503D3AEBD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67350" y="3457575"/>
                <a:ext cx="9525" cy="9525"/>
              </a:xfrm>
              <a:prstGeom prst="ellipse">
                <a:avLst/>
              </a:prstGeom>
              <a:solidFill>
                <a:srgbClr val="687780"/>
              </a:solidFill>
              <a:ln w="0">
                <a:noFill/>
              </a:ln>
            </p:spPr>
          </p:sp>
          <p:sp>
            <p:nvSpPr>
              <p:cNvPr id="50408" name="Board-build-continuation">
                <a:extLst>
                  <a:ext uri="{FF2B5EF4-FFF2-40B4-BE49-F238E27FC236}">
                    <a16:creationId xmlns:a16="http://schemas.microsoft.com/office/drawing/2014/main" id="{E2C66521-DC01-4834-A76B-46B50250CAA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95925" y="3457575"/>
                <a:ext cx="9525" cy="9525"/>
              </a:xfrm>
              <a:prstGeom prst="ellipse">
                <a:avLst/>
              </a:prstGeom>
              <a:solidFill>
                <a:srgbClr val="687780"/>
              </a:solidFill>
              <a:ln w="0">
                <a:noFill/>
              </a:ln>
            </p:spPr>
          </p:sp>
          <p:sp>
            <p:nvSpPr>
              <p:cNvPr id="50409" name="Board-build-SMILES">
                <a:extLst>
                  <a:ext uri="{FF2B5EF4-FFF2-40B4-BE49-F238E27FC236}">
                    <a16:creationId xmlns:a16="http://schemas.microsoft.com/office/drawing/2014/main" id="{1F584F8D-3D15-4697-8705-6EC5C533D5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38775" y="3514725"/>
                <a:ext cx="762000" cy="1333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4634E"/>
                    </a:solidFill>
                    <a:latin typeface="Arial"/>
                    <a:ea typeface="Arial"/>
                    <a:cs typeface="Arial"/>
                  </a:rPr>
                  <a:t>Cc1ccccc1</a:t>
                </a:r>
              </a:p>
            </p:txBody>
          </p:sp>
          <p:sp>
            <p:nvSpPr>
              <p:cNvPr id="50410" name="Board-build-SMILES">
                <a:extLst>
                  <a:ext uri="{FF2B5EF4-FFF2-40B4-BE49-F238E27FC236}">
                    <a16:creationId xmlns:a16="http://schemas.microsoft.com/office/drawing/2014/main" id="{E8AAEF13-AFC0-4616-86EE-46915C74025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38775" y="3695700"/>
                <a:ext cx="762000" cy="1333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>
                <a:def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>
                <a:pPr algn="l">
                  <a:def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750" b="0">
                    <a:solidFill>
                      <a:srgbClr val="263442"/>
                    </a:solidFill>
                    <a:latin typeface="Arial"/>
                    <a:ea typeface="Arial"/>
                    <a:cs typeface="Arial"/>
                  </a:rPr>
                  <a:t>CC(N)=O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8177</TotalTime>
  <Words>1929</Words>
  <Application>Microsoft Office PowerPoint</Application>
  <DocSecurity>0</DocSecurity>
  <PresentationFormat>自定义</PresentationFormat>
  <Paragraphs>195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26</cp:revision>
  <dcterms:created xsi:type="dcterms:W3CDTF">2026-09-23T07:01:10Z</dcterms:created>
  <dcterms:modified xsi:type="dcterms:W3CDTF">2026-10-26T12:30:24Z</dcterms:modified>
</cp:coreProperties>
</file>